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58"/>
  </p:notesMasterIdLst>
  <p:handoutMasterIdLst>
    <p:handoutMasterId r:id="rId59"/>
  </p:handoutMasterIdLst>
  <p:sldIdLst>
    <p:sldId id="442" r:id="rId5"/>
    <p:sldId id="452" r:id="rId6"/>
    <p:sldId id="453" r:id="rId7"/>
    <p:sldId id="454" r:id="rId8"/>
    <p:sldId id="455" r:id="rId9"/>
    <p:sldId id="456" r:id="rId10"/>
    <p:sldId id="457" r:id="rId11"/>
    <p:sldId id="501" r:id="rId12"/>
    <p:sldId id="504" r:id="rId13"/>
    <p:sldId id="459" r:id="rId14"/>
    <p:sldId id="460" r:id="rId15"/>
    <p:sldId id="461" r:id="rId16"/>
    <p:sldId id="462" r:id="rId17"/>
    <p:sldId id="463" r:id="rId18"/>
    <p:sldId id="464" r:id="rId19"/>
    <p:sldId id="465" r:id="rId20"/>
    <p:sldId id="466" r:id="rId21"/>
    <p:sldId id="472" r:id="rId22"/>
    <p:sldId id="473" r:id="rId23"/>
    <p:sldId id="475" r:id="rId24"/>
    <p:sldId id="476" r:id="rId25"/>
    <p:sldId id="489" r:id="rId26"/>
    <p:sldId id="505" r:id="rId27"/>
    <p:sldId id="490" r:id="rId28"/>
    <p:sldId id="491" r:id="rId29"/>
    <p:sldId id="502" r:id="rId30"/>
    <p:sldId id="492" r:id="rId31"/>
    <p:sldId id="506" r:id="rId32"/>
    <p:sldId id="493" r:id="rId33"/>
    <p:sldId id="507" r:id="rId34"/>
    <p:sldId id="494" r:id="rId35"/>
    <p:sldId id="495" r:id="rId36"/>
    <p:sldId id="503" r:id="rId37"/>
    <p:sldId id="496" r:id="rId38"/>
    <p:sldId id="497" r:id="rId39"/>
    <p:sldId id="498" r:id="rId40"/>
    <p:sldId id="499" r:id="rId41"/>
    <p:sldId id="509" r:id="rId42"/>
    <p:sldId id="508" r:id="rId43"/>
    <p:sldId id="510" r:id="rId44"/>
    <p:sldId id="511" r:id="rId45"/>
    <p:sldId id="500" r:id="rId46"/>
    <p:sldId id="512" r:id="rId47"/>
    <p:sldId id="513" r:id="rId48"/>
    <p:sldId id="477" r:id="rId49"/>
    <p:sldId id="478" r:id="rId50"/>
    <p:sldId id="479" r:id="rId51"/>
    <p:sldId id="480" r:id="rId52"/>
    <p:sldId id="481" r:id="rId53"/>
    <p:sldId id="482" r:id="rId54"/>
    <p:sldId id="483" r:id="rId55"/>
    <p:sldId id="484" r:id="rId56"/>
    <p:sldId id="485" r:id="rId5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0C0C0"/>
    <a:srgbClr val="5F5F5F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39" autoAdjust="0"/>
    <p:restoredTop sz="94595" autoAdjust="0"/>
  </p:normalViewPr>
  <p:slideViewPr>
    <p:cSldViewPr>
      <p:cViewPr varScale="1">
        <p:scale>
          <a:sx n="104" d="100"/>
          <a:sy n="104" d="100"/>
        </p:scale>
        <p:origin x="138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75" d="100"/>
          <a:sy n="75" d="100"/>
        </p:scale>
        <p:origin x="-243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1" Type="http://schemas.openxmlformats.org/officeDocument/2006/relationships/viewProps" Target="view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2454E9B-16A0-4C02-93E0-3CAF1E0FA88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387843EF-889B-443E-B631-AB7E39D8379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2" name="Rectangle 4">
            <a:extLst>
              <a:ext uri="{FF2B5EF4-FFF2-40B4-BE49-F238E27FC236}">
                <a16:creationId xmlns:a16="http://schemas.microsoft.com/office/drawing/2014/main" id="{E506F684-AEE0-479A-A2C0-D7E2A54B3A6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9093" name="Rectangle 5">
            <a:extLst>
              <a:ext uri="{FF2B5EF4-FFF2-40B4-BE49-F238E27FC236}">
                <a16:creationId xmlns:a16="http://schemas.microsoft.com/office/drawing/2014/main" id="{EB438EA0-6871-4457-AAFC-597F81D3849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C9AAEB7-87A2-48F5-B42A-0B6150E20A2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26F40B5B-20A2-47F9-8C39-444EA8E619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799AE617-F299-4365-BD1D-F1207794C57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6A906F8-A93F-45FA-BA9E-FDE2E7F7154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9" name="Rectangle 5">
            <a:extLst>
              <a:ext uri="{FF2B5EF4-FFF2-40B4-BE49-F238E27FC236}">
                <a16:creationId xmlns:a16="http://schemas.microsoft.com/office/drawing/2014/main" id="{9EF1EAC2-2482-40AA-BF49-7C6B6FB7231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8070" name="Rectangle 6">
            <a:extLst>
              <a:ext uri="{FF2B5EF4-FFF2-40B4-BE49-F238E27FC236}">
                <a16:creationId xmlns:a16="http://schemas.microsoft.com/office/drawing/2014/main" id="{111C8689-945E-406C-8A2D-683362B3889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8071" name="Rectangle 7">
            <a:extLst>
              <a:ext uri="{FF2B5EF4-FFF2-40B4-BE49-F238E27FC236}">
                <a16:creationId xmlns:a16="http://schemas.microsoft.com/office/drawing/2014/main" id="{E73FA9E6-583E-4410-9B3E-6ED98E0904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D40C2E6-B93F-4251-B563-C7B267A0A73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>
            <a:extLst>
              <a:ext uri="{FF2B5EF4-FFF2-40B4-BE49-F238E27FC236}">
                <a16:creationId xmlns:a16="http://schemas.microsoft.com/office/drawing/2014/main" id="{77E03958-5AC5-438E-81FB-FF174B5340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447842D-F744-410A-AF87-E2C2D24A6EDF}" type="slidenum">
              <a:rPr kumimoji="0" lang="en-US" altLang="en-US" smtClean="0">
                <a:solidFill>
                  <a:srgbClr val="000000"/>
                </a:solidFill>
                <a:latin typeface="Verdan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en-US" altLang="en-US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3ED99FEF-207F-47D8-BA76-A365C90E1E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2434776-0B18-42BC-9DE7-04C4FBB2FF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bg-BG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F54B988-E88F-441F-B7A3-B8206FB537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95014789-4249-4E22-9354-FF849EE68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i="1">
                <a:latin typeface="Arial" panose="020B0604020202020204" pitchFamily="34" charset="0"/>
              </a:rPr>
              <a:t>Indexed Sequential Access Method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A8FE76B9-F338-4C9D-A361-3CB9EB05CA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A27C6A1-88B3-41ED-B660-C1FE58FC2E00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5948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3090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71">
            <a:extLst>
              <a:ext uri="{FF2B5EF4-FFF2-40B4-BE49-F238E27FC236}">
                <a16:creationId xmlns:a16="http://schemas.microsoft.com/office/drawing/2014/main" id="{3E3D77DE-3EC3-4499-8046-88AF8912D73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2196763" cy="6867525"/>
            <a:chOff x="0" y="0"/>
            <a:chExt cx="5762" cy="4326"/>
          </a:xfrm>
        </p:grpSpPr>
        <p:sp>
          <p:nvSpPr>
            <p:cNvPr id="1031" name="Rectangle 3">
              <a:extLst>
                <a:ext uri="{FF2B5EF4-FFF2-40B4-BE49-F238E27FC236}">
                  <a16:creationId xmlns:a16="http://schemas.microsoft.com/office/drawing/2014/main" id="{8F1246E3-A90B-493D-A6E6-3A21B61135CB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0" y="0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2" name="Rectangle 4">
              <a:extLst>
                <a:ext uri="{FF2B5EF4-FFF2-40B4-BE49-F238E27FC236}">
                  <a16:creationId xmlns:a16="http://schemas.microsoft.com/office/drawing/2014/main" id="{4B511250-8D86-4277-8E84-8983696A8BC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3" name="Rectangle 5">
              <a:extLst>
                <a:ext uri="{FF2B5EF4-FFF2-40B4-BE49-F238E27FC236}">
                  <a16:creationId xmlns:a16="http://schemas.microsoft.com/office/drawing/2014/main" id="{A6086C49-D9B1-4145-8F14-1A6C35D0D6D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4" name="Rectangle 6">
              <a:extLst>
                <a:ext uri="{FF2B5EF4-FFF2-40B4-BE49-F238E27FC236}">
                  <a16:creationId xmlns:a16="http://schemas.microsoft.com/office/drawing/2014/main" id="{69303F62-0ABB-4700-AF31-0EAF17C5B91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5" name="Rectangle 7">
              <a:extLst>
                <a:ext uri="{FF2B5EF4-FFF2-40B4-BE49-F238E27FC236}">
                  <a16:creationId xmlns:a16="http://schemas.microsoft.com/office/drawing/2014/main" id="{8C82C1B4-B128-45BF-B7B3-719F9B04AE3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6" name="Rectangle 8">
              <a:extLst>
                <a:ext uri="{FF2B5EF4-FFF2-40B4-BE49-F238E27FC236}">
                  <a16:creationId xmlns:a16="http://schemas.microsoft.com/office/drawing/2014/main" id="{7470BCBE-0FB6-447A-BF3D-3233E19EE0EA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7" name="Rectangle 9">
              <a:extLst>
                <a:ext uri="{FF2B5EF4-FFF2-40B4-BE49-F238E27FC236}">
                  <a16:creationId xmlns:a16="http://schemas.microsoft.com/office/drawing/2014/main" id="{3743FBB0-0E7D-4054-B1C6-24E08BD9489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8" name="Rectangle 10">
              <a:extLst>
                <a:ext uri="{FF2B5EF4-FFF2-40B4-BE49-F238E27FC236}">
                  <a16:creationId xmlns:a16="http://schemas.microsoft.com/office/drawing/2014/main" id="{95070FFA-0126-428E-B7AA-142BB00EAC73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6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39" name="Rectangle 11">
              <a:extLst>
                <a:ext uri="{FF2B5EF4-FFF2-40B4-BE49-F238E27FC236}">
                  <a16:creationId xmlns:a16="http://schemas.microsoft.com/office/drawing/2014/main" id="{7BB9470E-8B17-46CA-B118-287F340F4843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7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0" name="Rectangle 12">
              <a:extLst>
                <a:ext uri="{FF2B5EF4-FFF2-40B4-BE49-F238E27FC236}">
                  <a16:creationId xmlns:a16="http://schemas.microsoft.com/office/drawing/2014/main" id="{846167F8-83E0-4505-BF15-B0A9CF745B0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8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1" name="Rectangle 13">
              <a:extLst>
                <a:ext uri="{FF2B5EF4-FFF2-40B4-BE49-F238E27FC236}">
                  <a16:creationId xmlns:a16="http://schemas.microsoft.com/office/drawing/2014/main" id="{D0BA04AD-D244-40E1-9240-A23F9A3F33E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9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2" name="Rectangle 14">
              <a:extLst>
                <a:ext uri="{FF2B5EF4-FFF2-40B4-BE49-F238E27FC236}">
                  <a16:creationId xmlns:a16="http://schemas.microsoft.com/office/drawing/2014/main" id="{5E0CCADF-0393-4161-B0F9-A33BC9834E3A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0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3" name="Rectangle 15">
              <a:extLst>
                <a:ext uri="{FF2B5EF4-FFF2-40B4-BE49-F238E27FC236}">
                  <a16:creationId xmlns:a16="http://schemas.microsoft.com/office/drawing/2014/main" id="{E9299C8A-CF2B-481B-BB81-D42905BEFE5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1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4" name="Rectangle 16">
              <a:extLst>
                <a:ext uri="{FF2B5EF4-FFF2-40B4-BE49-F238E27FC236}">
                  <a16:creationId xmlns:a16="http://schemas.microsoft.com/office/drawing/2014/main" id="{371C0156-7A19-4BE6-B545-24FE008BDCA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2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5" name="Rectangle 17">
              <a:extLst>
                <a:ext uri="{FF2B5EF4-FFF2-40B4-BE49-F238E27FC236}">
                  <a16:creationId xmlns:a16="http://schemas.microsoft.com/office/drawing/2014/main" id="{256E3C77-CD32-45FF-8B18-08C260AC3E7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3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6" name="Rectangle 18">
              <a:extLst>
                <a:ext uri="{FF2B5EF4-FFF2-40B4-BE49-F238E27FC236}">
                  <a16:creationId xmlns:a16="http://schemas.microsoft.com/office/drawing/2014/main" id="{F6A06282-78F4-4D95-A00D-604B315C206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44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7" name="Rectangle 19">
              <a:extLst>
                <a:ext uri="{FF2B5EF4-FFF2-40B4-BE49-F238E27FC236}">
                  <a16:creationId xmlns:a16="http://schemas.microsoft.com/office/drawing/2014/main" id="{A4C9DDD0-A194-4090-B18F-20FFBB6DE7D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5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8" name="Rectangle 20">
              <a:extLst>
                <a:ext uri="{FF2B5EF4-FFF2-40B4-BE49-F238E27FC236}">
                  <a16:creationId xmlns:a16="http://schemas.microsoft.com/office/drawing/2014/main" id="{4204CAC1-7875-4620-84AB-CDF3AA47A383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6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49" name="Rectangle 21">
              <a:extLst>
                <a:ext uri="{FF2B5EF4-FFF2-40B4-BE49-F238E27FC236}">
                  <a16:creationId xmlns:a16="http://schemas.microsoft.com/office/drawing/2014/main" id="{0BC758FA-8AD9-4BF1-8E0F-20C6E4A6DBB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7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0" name="Rectangle 22">
              <a:extLst>
                <a:ext uri="{FF2B5EF4-FFF2-40B4-BE49-F238E27FC236}">
                  <a16:creationId xmlns:a16="http://schemas.microsoft.com/office/drawing/2014/main" id="{C1A47E8B-11EB-44F2-8CB6-E82B60A7AC6A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8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1" name="Rectangle 23">
              <a:extLst>
                <a:ext uri="{FF2B5EF4-FFF2-40B4-BE49-F238E27FC236}">
                  <a16:creationId xmlns:a16="http://schemas.microsoft.com/office/drawing/2014/main" id="{78EC930B-C0E0-48E6-A292-570DC9206F5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19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2" name="Rectangle 24">
              <a:extLst>
                <a:ext uri="{FF2B5EF4-FFF2-40B4-BE49-F238E27FC236}">
                  <a16:creationId xmlns:a16="http://schemas.microsoft.com/office/drawing/2014/main" id="{5A2C4D45-0B5C-4123-946A-1E7D6252872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01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3" name="Rectangle 25">
              <a:extLst>
                <a:ext uri="{FF2B5EF4-FFF2-40B4-BE49-F238E27FC236}">
                  <a16:creationId xmlns:a16="http://schemas.microsoft.com/office/drawing/2014/main" id="{AFEC8E47-C39D-41B0-9AD9-4F493AF8CDE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1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4" name="Rectangle 26">
              <a:extLst>
                <a:ext uri="{FF2B5EF4-FFF2-40B4-BE49-F238E27FC236}">
                  <a16:creationId xmlns:a16="http://schemas.microsoft.com/office/drawing/2014/main" id="{8F7DED06-56FE-40E1-821D-16385CD6C08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2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5" name="Rectangle 27">
              <a:extLst>
                <a:ext uri="{FF2B5EF4-FFF2-40B4-BE49-F238E27FC236}">
                  <a16:creationId xmlns:a16="http://schemas.microsoft.com/office/drawing/2014/main" id="{64F8E7D0-896D-4240-B192-B1EF295B294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3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6" name="Rectangle 28">
              <a:extLst>
                <a:ext uri="{FF2B5EF4-FFF2-40B4-BE49-F238E27FC236}">
                  <a16:creationId xmlns:a16="http://schemas.microsoft.com/office/drawing/2014/main" id="{5C1A73B3-AA32-4369-91F0-DB1231F370A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4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7" name="Rectangle 29">
              <a:extLst>
                <a:ext uri="{FF2B5EF4-FFF2-40B4-BE49-F238E27FC236}">
                  <a16:creationId xmlns:a16="http://schemas.microsoft.com/office/drawing/2014/main" id="{94140457-01DD-4328-AD27-484B957648C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4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8" name="Rectangle 30">
              <a:extLst>
                <a:ext uri="{FF2B5EF4-FFF2-40B4-BE49-F238E27FC236}">
                  <a16:creationId xmlns:a16="http://schemas.microsoft.com/office/drawing/2014/main" id="{638A8A40-CEEB-44B7-85C2-704DCCFEE82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5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59" name="Rectangle 31">
              <a:extLst>
                <a:ext uri="{FF2B5EF4-FFF2-40B4-BE49-F238E27FC236}">
                  <a16:creationId xmlns:a16="http://schemas.microsoft.com/office/drawing/2014/main" id="{E4DD89AD-BBD3-4B41-9E03-30E3CB4DD8E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6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0" name="Rectangle 32">
              <a:extLst>
                <a:ext uri="{FF2B5EF4-FFF2-40B4-BE49-F238E27FC236}">
                  <a16:creationId xmlns:a16="http://schemas.microsoft.com/office/drawing/2014/main" id="{44076DB0-D8E4-4866-A502-BD47DD7E236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7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1" name="Rectangle 33">
              <a:extLst>
                <a:ext uri="{FF2B5EF4-FFF2-40B4-BE49-F238E27FC236}">
                  <a16:creationId xmlns:a16="http://schemas.microsoft.com/office/drawing/2014/main" id="{10FA17F0-638D-4BFC-A848-4070744AB699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8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2" name="Rectangle 34">
              <a:extLst>
                <a:ext uri="{FF2B5EF4-FFF2-40B4-BE49-F238E27FC236}">
                  <a16:creationId xmlns:a16="http://schemas.microsoft.com/office/drawing/2014/main" id="{27820152-43F5-4312-ADB9-E9A6E8F5E483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29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3" name="Rectangle 35">
              <a:extLst>
                <a:ext uri="{FF2B5EF4-FFF2-40B4-BE49-F238E27FC236}">
                  <a16:creationId xmlns:a16="http://schemas.microsoft.com/office/drawing/2014/main" id="{1EF51598-8191-4436-9E11-390571B62F1F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0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4" name="Rectangle 36">
              <a:extLst>
                <a:ext uri="{FF2B5EF4-FFF2-40B4-BE49-F238E27FC236}">
                  <a16:creationId xmlns:a16="http://schemas.microsoft.com/office/drawing/2014/main" id="{5F96B241-30D9-4FD9-B909-DFC180F10AB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1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5" name="Rectangle 37">
              <a:extLst>
                <a:ext uri="{FF2B5EF4-FFF2-40B4-BE49-F238E27FC236}">
                  <a16:creationId xmlns:a16="http://schemas.microsoft.com/office/drawing/2014/main" id="{AC71794B-C51B-4E1F-9B2F-07755A091552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2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6" name="Rectangle 38">
              <a:extLst>
                <a:ext uri="{FF2B5EF4-FFF2-40B4-BE49-F238E27FC236}">
                  <a16:creationId xmlns:a16="http://schemas.microsoft.com/office/drawing/2014/main" id="{DCBE59E1-F251-4822-8C3F-42B8E910498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36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7" name="Rectangle 39">
              <a:extLst>
                <a:ext uri="{FF2B5EF4-FFF2-40B4-BE49-F238E27FC236}">
                  <a16:creationId xmlns:a16="http://schemas.microsoft.com/office/drawing/2014/main" id="{A4D8620E-3594-41BA-BF7B-3007F8579AC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45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8" name="Rectangle 40">
              <a:extLst>
                <a:ext uri="{FF2B5EF4-FFF2-40B4-BE49-F238E27FC236}">
                  <a16:creationId xmlns:a16="http://schemas.microsoft.com/office/drawing/2014/main" id="{307FECA6-25C3-44FC-8ECF-74E7FC6D9A5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55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69" name="Rectangle 41">
              <a:extLst>
                <a:ext uri="{FF2B5EF4-FFF2-40B4-BE49-F238E27FC236}">
                  <a16:creationId xmlns:a16="http://schemas.microsoft.com/office/drawing/2014/main" id="{E408D015-190C-446D-BCD5-DD13D41D7DD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64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0" name="Rectangle 42">
              <a:extLst>
                <a:ext uri="{FF2B5EF4-FFF2-40B4-BE49-F238E27FC236}">
                  <a16:creationId xmlns:a16="http://schemas.microsoft.com/office/drawing/2014/main" id="{B5D9362C-1E1F-48B4-92C2-9CE49867CAD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74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1" name="Rectangle 43">
              <a:extLst>
                <a:ext uri="{FF2B5EF4-FFF2-40B4-BE49-F238E27FC236}">
                  <a16:creationId xmlns:a16="http://schemas.microsoft.com/office/drawing/2014/main" id="{72B1EE72-C4C2-4132-8FAE-7FBFEBCBE08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84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2" name="Rectangle 44">
              <a:extLst>
                <a:ext uri="{FF2B5EF4-FFF2-40B4-BE49-F238E27FC236}">
                  <a16:creationId xmlns:a16="http://schemas.microsoft.com/office/drawing/2014/main" id="{1845F078-C61B-459F-B556-3085B0314D5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393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3" name="Rectangle 45">
              <a:extLst>
                <a:ext uri="{FF2B5EF4-FFF2-40B4-BE49-F238E27FC236}">
                  <a16:creationId xmlns:a16="http://schemas.microsoft.com/office/drawing/2014/main" id="{FA86042A-0529-4099-B5D3-E0F7029208A6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03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4" name="Rectangle 46">
              <a:extLst>
                <a:ext uri="{FF2B5EF4-FFF2-40B4-BE49-F238E27FC236}">
                  <a16:creationId xmlns:a16="http://schemas.microsoft.com/office/drawing/2014/main" id="{C866DFCC-E0ED-49AF-9476-28573086807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12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5" name="Rectangle 47">
              <a:extLst>
                <a:ext uri="{FF2B5EF4-FFF2-40B4-BE49-F238E27FC236}">
                  <a16:creationId xmlns:a16="http://schemas.microsoft.com/office/drawing/2014/main" id="{2C00A8DE-2089-436F-AB97-D93807BE1F7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22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6" name="Rectangle 48">
              <a:extLst>
                <a:ext uri="{FF2B5EF4-FFF2-40B4-BE49-F238E27FC236}">
                  <a16:creationId xmlns:a16="http://schemas.microsoft.com/office/drawing/2014/main" id="{9919C383-EFE5-43D5-BF50-746FFE12A9A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32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7" name="Rectangle 49">
              <a:extLst>
                <a:ext uri="{FF2B5EF4-FFF2-40B4-BE49-F238E27FC236}">
                  <a16:creationId xmlns:a16="http://schemas.microsoft.com/office/drawing/2014/main" id="{D83349B7-2D6B-46B8-82A7-1638CFE34DED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41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8" name="Rectangle 50">
              <a:extLst>
                <a:ext uri="{FF2B5EF4-FFF2-40B4-BE49-F238E27FC236}">
                  <a16:creationId xmlns:a16="http://schemas.microsoft.com/office/drawing/2014/main" id="{F1EC1D04-FA29-4057-A467-C1BF343E0D75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51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79" name="Rectangle 51">
              <a:extLst>
                <a:ext uri="{FF2B5EF4-FFF2-40B4-BE49-F238E27FC236}">
                  <a16:creationId xmlns:a16="http://schemas.microsoft.com/office/drawing/2014/main" id="{0D31F956-B3A7-44FE-BDAB-3478230ECFD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60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0" name="Rectangle 52">
              <a:extLst>
                <a:ext uri="{FF2B5EF4-FFF2-40B4-BE49-F238E27FC236}">
                  <a16:creationId xmlns:a16="http://schemas.microsoft.com/office/drawing/2014/main" id="{E74089B1-B607-413A-BC2E-8F9183D93ED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70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1" name="Rectangle 53">
              <a:extLst>
                <a:ext uri="{FF2B5EF4-FFF2-40B4-BE49-F238E27FC236}">
                  <a16:creationId xmlns:a16="http://schemas.microsoft.com/office/drawing/2014/main" id="{6FBA181F-3CDC-4355-827E-5805C3D903D0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0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2" name="Rectangle 54">
              <a:extLst>
                <a:ext uri="{FF2B5EF4-FFF2-40B4-BE49-F238E27FC236}">
                  <a16:creationId xmlns:a16="http://schemas.microsoft.com/office/drawing/2014/main" id="{F1E28405-D122-4400-8E92-A3A71CC11F57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89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3" name="Rectangle 55">
              <a:extLst>
                <a:ext uri="{FF2B5EF4-FFF2-40B4-BE49-F238E27FC236}">
                  <a16:creationId xmlns:a16="http://schemas.microsoft.com/office/drawing/2014/main" id="{A8E5B250-3B26-4DA9-B436-90B5CB5BDD3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99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4" name="Rectangle 56">
              <a:extLst>
                <a:ext uri="{FF2B5EF4-FFF2-40B4-BE49-F238E27FC236}">
                  <a16:creationId xmlns:a16="http://schemas.microsoft.com/office/drawing/2014/main" id="{6A1920EE-4A6E-4CB6-9AE4-2D6499E7600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08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5" name="Rectangle 57">
              <a:extLst>
                <a:ext uri="{FF2B5EF4-FFF2-40B4-BE49-F238E27FC236}">
                  <a16:creationId xmlns:a16="http://schemas.microsoft.com/office/drawing/2014/main" id="{218FEE58-5A66-4C79-ABC4-C40938FE4C7C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18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6" name="Rectangle 58">
              <a:extLst>
                <a:ext uri="{FF2B5EF4-FFF2-40B4-BE49-F238E27FC236}">
                  <a16:creationId xmlns:a16="http://schemas.microsoft.com/office/drawing/2014/main" id="{B08DA92A-0077-4972-A4D4-0AF13A4E7B39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280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7" name="Rectangle 59">
              <a:extLst>
                <a:ext uri="{FF2B5EF4-FFF2-40B4-BE49-F238E27FC236}">
                  <a16:creationId xmlns:a16="http://schemas.microsoft.com/office/drawing/2014/main" id="{BBA999D6-A037-4588-A896-F6A73C4396B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376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8" name="Rectangle 60">
              <a:extLst>
                <a:ext uri="{FF2B5EF4-FFF2-40B4-BE49-F238E27FC236}">
                  <a16:creationId xmlns:a16="http://schemas.microsoft.com/office/drawing/2014/main" id="{187907D3-B88F-4D4F-AE80-96A7BFE2CD18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472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89" name="Rectangle 61">
              <a:extLst>
                <a:ext uri="{FF2B5EF4-FFF2-40B4-BE49-F238E27FC236}">
                  <a16:creationId xmlns:a16="http://schemas.microsoft.com/office/drawing/2014/main" id="{C5DDAF5A-8D7B-4E5F-8DC2-51A10FA44711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568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90" name="Rectangle 62">
              <a:extLst>
                <a:ext uri="{FF2B5EF4-FFF2-40B4-BE49-F238E27FC236}">
                  <a16:creationId xmlns:a16="http://schemas.microsoft.com/office/drawing/2014/main" id="{01F82D2A-A24E-437C-A34D-A4ECB011ACDE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5664" y="6"/>
              <a:ext cx="48" cy="43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91" name="Rectangle 63">
              <a:extLst>
                <a:ext uri="{FF2B5EF4-FFF2-40B4-BE49-F238E27FC236}">
                  <a16:creationId xmlns:a16="http://schemas.microsoft.com/office/drawing/2014/main" id="{CE128CB8-A7A4-4F1F-8A06-C5B8E5A3A634}"/>
                </a:ext>
              </a:extLst>
            </p:cNvPr>
            <p:cNvSpPr>
              <a:spLocks noChangeArrowheads="1"/>
            </p:cNvSpPr>
            <p:nvPr userDrawn="1"/>
          </p:nvSpPr>
          <p:spPr bwMode="hidden">
            <a:xfrm>
              <a:off x="431" y="0"/>
              <a:ext cx="5331" cy="4320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1092" name="Rectangle 64">
              <a:extLst>
                <a:ext uri="{FF2B5EF4-FFF2-40B4-BE49-F238E27FC236}">
                  <a16:creationId xmlns:a16="http://schemas.microsoft.com/office/drawing/2014/main" id="{1C7362B2-C1F5-4982-BF50-7848B59ED955}"/>
                </a:ext>
              </a:extLst>
            </p:cNvPr>
            <p:cNvSpPr>
              <a:spLocks noChangeArrowheads="1"/>
            </p:cNvSpPr>
            <p:nvPr userDrawn="1"/>
          </p:nvSpPr>
          <p:spPr bwMode="blackGray">
            <a:xfrm>
              <a:off x="0" y="1081"/>
              <a:ext cx="4378" cy="47"/>
            </a:xfrm>
            <a:prstGeom prst="rect">
              <a:avLst/>
            </a:prstGeom>
            <a:solidFill>
              <a:schemeClr val="hlink">
                <a:alpha val="50195"/>
              </a:schemeClr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Verdan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027" name="Rectangle 65">
            <a:extLst>
              <a:ext uri="{FF2B5EF4-FFF2-40B4-BE49-F238E27FC236}">
                <a16:creationId xmlns:a16="http://schemas.microsoft.com/office/drawing/2014/main" id="{DEAF0679-45BE-443D-B912-354404BDC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2800" y="381000"/>
            <a:ext cx="108839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6">
            <a:extLst>
              <a:ext uri="{FF2B5EF4-FFF2-40B4-BE49-F238E27FC236}">
                <a16:creationId xmlns:a16="http://schemas.microsoft.com/office/drawing/2014/main" id="{10BA9136-B867-43B7-BA4C-EBB862A6E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7613" y="1905000"/>
            <a:ext cx="1081405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3316" name="Rectangle 68">
            <a:extLst>
              <a:ext uri="{FF2B5EF4-FFF2-40B4-BE49-F238E27FC236}">
                <a16:creationId xmlns:a16="http://schemas.microsoft.com/office/drawing/2014/main" id="{4AE95C07-9252-40D1-968A-DFB3A176F05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9200" y="6286500"/>
            <a:ext cx="741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r>
              <a:rPr lang="en-US"/>
              <a:t>Databases</a:t>
            </a:r>
          </a:p>
        </p:txBody>
      </p:sp>
      <p:sp>
        <p:nvSpPr>
          <p:cNvPr id="53317" name="Rectangle 69">
            <a:extLst>
              <a:ext uri="{FF2B5EF4-FFF2-40B4-BE49-F238E27FC236}">
                <a16:creationId xmlns:a16="http://schemas.microsoft.com/office/drawing/2014/main" id="{752FFC6B-BBC3-40FE-B1C8-BCC6BC6A26C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59900" y="62865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01DC578-6996-4D3D-B22E-84D84ACB06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39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5000"/>
        <a:buFont typeface="Wingdings" panose="05000000000000000000" pitchFamily="2" charset="2"/>
        <a:buChar char="n"/>
        <a:defRPr sz="3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5000"/>
        <a:buChar char="•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1F58356-5318-4C66-B7A2-FBD5AADEBBB3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10591800" y="5100638"/>
            <a:ext cx="914400" cy="1571625"/>
          </a:xfrm>
          <a:noFill/>
        </p:spPr>
        <p:txBody>
          <a:bodyPr/>
          <a:lstStyle/>
          <a:p>
            <a:pPr eaLnBrk="1" hangingPunct="1"/>
            <a:r>
              <a:rPr lang="en-US" altLang="en-US" sz="9600"/>
              <a:t>8</a:t>
            </a:r>
            <a:endParaRPr lang="en-US" altLang="en-US" sz="9600" dirty="0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712AAD4B-169C-46AF-91FA-F8A5D90A1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066800"/>
            <a:ext cx="7961313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buFont typeface="Wingdings" panose="05000000000000000000" pitchFamily="2" charset="2"/>
              <a:buNone/>
            </a:pPr>
            <a:r>
              <a:rPr lang="ro-RO" altLang="en-US" sz="5400"/>
              <a:t>Indecși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ro-RO" altLang="en-US" sz="5400"/>
              <a:t>Organizare</a:t>
            </a:r>
            <a:r>
              <a:rPr lang="en-US" altLang="en-US" sz="5400"/>
              <a:t> </a:t>
            </a:r>
            <a:r>
              <a:rPr lang="ro-RO" altLang="en-US" sz="5400"/>
              <a:t>A</a:t>
            </a:r>
            <a:r>
              <a:rPr lang="en-US" altLang="en-US" sz="5400"/>
              <a:t>rborescentă</a:t>
            </a:r>
          </a:p>
        </p:txBody>
      </p:sp>
      <p:pic>
        <p:nvPicPr>
          <p:cNvPr id="6148" name="Picture 2" descr="Chart&#10;&#10;Description automatically generated">
            <a:extLst>
              <a:ext uri="{FF2B5EF4-FFF2-40B4-BE49-F238E27FC236}">
                <a16:creationId xmlns:a16="http://schemas.microsoft.com/office/drawing/2014/main" id="{8EAA9BBA-B638-4627-B6F5-375626E5B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562350"/>
            <a:ext cx="2457450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8A13FB4-F638-4FF3-876C-438C36E51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3063"/>
            <a:ext cx="102108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Structură de arbore binar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C2995A7-5205-49AC-9CCD-B30791BBC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295400"/>
            <a:ext cx="9753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r>
              <a:rPr lang="en-US" altLang="en-US"/>
              <a:t> </a:t>
            </a:r>
            <a:r>
              <a:rPr lang="en-US" altLang="en-US" sz="2800"/>
              <a:t>Fişiere </a:t>
            </a:r>
            <a:r>
              <a:rPr lang="en-US" altLang="en-US" sz="2800" i="1"/>
              <a:t>heap</a:t>
            </a:r>
            <a:r>
              <a:rPr lang="en-US" altLang="en-US" sz="2800"/>
              <a:t> sau sortate - utile pt tabele statice</a:t>
            </a:r>
          </a:p>
          <a:p>
            <a:pPr eaLnBrk="1" hangingPunct="1"/>
            <a:r>
              <a:rPr lang="en-US" altLang="en-US" sz="2800"/>
              <a:t> Arbori binari:</a:t>
            </a:r>
          </a:p>
          <a:p>
            <a:pPr lvl="1" eaLnBrk="1" hangingPunct="1"/>
            <a:r>
              <a:rPr lang="en-US" altLang="en-US" sz="2400"/>
              <a:t> eficienţi pentru inserare /ştergere inregistrări </a:t>
            </a:r>
          </a:p>
          <a:p>
            <a:pPr lvl="1" eaLnBrk="1" hangingPunct="1"/>
            <a:r>
              <a:rPr lang="en-US" altLang="en-US" sz="2400"/>
              <a:t> utilizare algoritmi de căutare binară</a:t>
            </a:r>
            <a:r>
              <a:rPr lang="en-US" altLang="en-US"/>
              <a:t> </a:t>
            </a:r>
          </a:p>
          <a:p>
            <a:pPr eaLnBrk="1" hangingPunct="1"/>
            <a:r>
              <a:rPr lang="en-US" altLang="en-US"/>
              <a:t> Structura memoriei pentru un nod:</a:t>
            </a:r>
          </a:p>
          <a:p>
            <a:pPr eaLnBrk="1" hangingPunct="1"/>
            <a:endParaRPr lang="en-US" altLang="en-US" sz="1000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 Structura memoriei pentru arbore binar:</a:t>
            </a:r>
          </a:p>
          <a:p>
            <a:pPr lvl="1" eaLnBrk="1" hangingPunct="1"/>
            <a:r>
              <a:rPr lang="en-US" altLang="en-US"/>
              <a:t> colecţie de noduri; </a:t>
            </a:r>
            <a:r>
              <a:rPr lang="ro-RO" altLang="en-US"/>
              <a:t>referință</a:t>
            </a:r>
            <a:r>
              <a:rPr lang="en-US" altLang="en-US"/>
              <a:t> rădăcină</a:t>
            </a:r>
          </a:p>
          <a:p>
            <a:pPr lvl="1" eaLnBrk="1" hangingPunct="1"/>
            <a:r>
              <a:rPr lang="en-US" altLang="en-US"/>
              <a:t> listă de noduri libere (înlănţuite prin </a:t>
            </a:r>
            <a:r>
              <a:rPr lang="en-US" altLang="en-US" i="1"/>
              <a:t>Pointer</a:t>
            </a:r>
            <a:r>
              <a:rPr lang="en-US" altLang="en-US" i="1" baseline="-25000"/>
              <a:t>Left</a:t>
            </a:r>
            <a:r>
              <a:rPr lang="en-US" altLang="en-US"/>
              <a:t>) </a:t>
            </a:r>
          </a:p>
        </p:txBody>
      </p:sp>
      <p:grpSp>
        <p:nvGrpSpPr>
          <p:cNvPr id="8196" name="Group 17">
            <a:extLst>
              <a:ext uri="{FF2B5EF4-FFF2-40B4-BE49-F238E27FC236}">
                <a16:creationId xmlns:a16="http://schemas.microsoft.com/office/drawing/2014/main" id="{0607D9AB-2B1B-4B49-9CDF-705320D30801}"/>
              </a:ext>
            </a:extLst>
          </p:cNvPr>
          <p:cNvGrpSpPr>
            <a:grpSpLocks/>
          </p:cNvGrpSpPr>
          <p:nvPr/>
        </p:nvGrpSpPr>
        <p:grpSpPr bwMode="auto">
          <a:xfrm>
            <a:off x="4437063" y="3962400"/>
            <a:ext cx="4702175" cy="838200"/>
            <a:chOff x="1488" y="2352"/>
            <a:chExt cx="2976" cy="528"/>
          </a:xfrm>
        </p:grpSpPr>
        <p:sp>
          <p:nvSpPr>
            <p:cNvPr id="8197" name="Rectangle 4">
              <a:extLst>
                <a:ext uri="{FF2B5EF4-FFF2-40B4-BE49-F238E27FC236}">
                  <a16:creationId xmlns:a16="http://schemas.microsoft.com/office/drawing/2014/main" id="{9A54EE9B-5E92-405A-83D3-7B46554F0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8198" name="Text Box 8">
              <a:extLst>
                <a:ext uri="{FF2B5EF4-FFF2-40B4-BE49-F238E27FC236}">
                  <a16:creationId xmlns:a16="http://schemas.microsoft.com/office/drawing/2014/main" id="{CD8A93F9-DDE2-49C3-AA21-B44B01D4AE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496"/>
              <a:ext cx="29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K Data Pointer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Left</a:t>
              </a:r>
              <a:r>
                <a:rPr lang="en-US" altLang="en-US" sz="2400">
                  <a:latin typeface="Verdana" panose="020B0604030504040204" pitchFamily="34" charset="0"/>
                </a:rPr>
                <a:t> Pointer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Right</a:t>
              </a:r>
              <a:endParaRPr lang="en-US" altLang="en-US" sz="2400">
                <a:latin typeface="Verdana" panose="020B0604030504040204" pitchFamily="34" charset="0"/>
              </a:endParaRPr>
            </a:p>
          </p:txBody>
        </p:sp>
        <p:sp>
          <p:nvSpPr>
            <p:cNvPr id="8199" name="Line 11">
              <a:extLst>
                <a:ext uri="{FF2B5EF4-FFF2-40B4-BE49-F238E27FC236}">
                  <a16:creationId xmlns:a16="http://schemas.microsoft.com/office/drawing/2014/main" id="{146CB637-F6D7-40A3-A7B7-073698B73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00" name="Line 12">
              <a:extLst>
                <a:ext uri="{FF2B5EF4-FFF2-40B4-BE49-F238E27FC236}">
                  <a16:creationId xmlns:a16="http://schemas.microsoft.com/office/drawing/2014/main" id="{FFEBD061-6A8F-4FF7-8745-482E2A16B0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8201" name="Line 13">
              <a:extLst>
                <a:ext uri="{FF2B5EF4-FFF2-40B4-BE49-F238E27FC236}">
                  <a16:creationId xmlns:a16="http://schemas.microsoft.com/office/drawing/2014/main" id="{854CAE2A-A28E-4065-9DF4-BE021E782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8EECB6D-290E-436A-939F-8BDF12B21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613" y="352425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Structură de arbore binar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3B5C3F4-D81A-4549-B4C2-3D5118475D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371600"/>
            <a:ext cx="8001000" cy="5029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Book Antiqua" pitchFamily="18" charset="0"/>
              </a:defRPr>
            </a:lvl1pPr>
            <a:lvl2pPr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Book Antiqu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i="1" dirty="0"/>
              <a:t>Root</a:t>
            </a:r>
            <a:r>
              <a:rPr lang="en-US" altLang="en-US" dirty="0"/>
              <a:t> – </a:t>
            </a:r>
            <a:r>
              <a:rPr lang="ro-RO" altLang="en-US" dirty="0"/>
              <a:t>referință</a:t>
            </a:r>
            <a:r>
              <a:rPr lang="en-US" altLang="en-US" dirty="0"/>
              <a:t> </a:t>
            </a:r>
            <a:r>
              <a:rPr lang="en-US" altLang="en-US" dirty="0" err="1"/>
              <a:t>rădăcină</a:t>
            </a:r>
            <a:endParaRPr lang="en-US" altLang="en-US" dirty="0"/>
          </a:p>
          <a:p>
            <a:pPr eaLnBrk="1" hangingPunct="1">
              <a:defRPr/>
            </a:pPr>
            <a:r>
              <a:rPr lang="en-US" altLang="en-US" i="1" dirty="0"/>
              <a:t>Free</a:t>
            </a:r>
            <a:r>
              <a:rPr lang="en-US" altLang="en-US" dirty="0"/>
              <a:t> – </a:t>
            </a:r>
            <a:r>
              <a:rPr lang="ro-RO" altLang="en-US" dirty="0"/>
              <a:t>referință</a:t>
            </a:r>
            <a:r>
              <a:rPr lang="en-US" altLang="en-US" dirty="0"/>
              <a:t> cap </a:t>
            </a:r>
            <a:r>
              <a:rPr lang="en-US" altLang="en-US" dirty="0" err="1"/>
              <a:t>listă</a:t>
            </a:r>
            <a:endParaRPr lang="en-US" altLang="en-US" dirty="0"/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en-US" dirty="0"/>
              <a:t>      		</a:t>
            </a:r>
            <a:r>
              <a:rPr lang="en-US" altLang="en-US" dirty="0" err="1"/>
              <a:t>noduri</a:t>
            </a:r>
            <a:r>
              <a:rPr lang="en-US" altLang="en-US" dirty="0"/>
              <a:t> </a:t>
            </a:r>
            <a:r>
              <a:rPr lang="en-US" altLang="en-US" dirty="0" err="1"/>
              <a:t>libere</a:t>
            </a:r>
            <a:endParaRPr lang="en-US" altLang="en-US" dirty="0"/>
          </a:p>
          <a:p>
            <a:pPr eaLnBrk="1" hangingPunct="1">
              <a:defRPr/>
            </a:pPr>
            <a:r>
              <a:rPr lang="en-US" altLang="en-US" dirty="0"/>
              <a:t> </a:t>
            </a:r>
            <a:r>
              <a:rPr lang="en-US" altLang="en-US" dirty="0" err="1"/>
              <a:t>Exemplu</a:t>
            </a:r>
            <a:r>
              <a:rPr lang="en-US" altLang="en-US" dirty="0"/>
              <a:t>:</a:t>
            </a:r>
          </a:p>
        </p:txBody>
      </p:sp>
      <p:grpSp>
        <p:nvGrpSpPr>
          <p:cNvPr id="9220" name="Group 10">
            <a:extLst>
              <a:ext uri="{FF2B5EF4-FFF2-40B4-BE49-F238E27FC236}">
                <a16:creationId xmlns:a16="http://schemas.microsoft.com/office/drawing/2014/main" id="{704B85A9-2F1F-46D7-BC45-10E91C6E27FC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2270125"/>
            <a:ext cx="3124200" cy="457200"/>
            <a:chOff x="1488" y="2352"/>
            <a:chExt cx="2976" cy="528"/>
          </a:xfrm>
        </p:grpSpPr>
        <p:sp>
          <p:nvSpPr>
            <p:cNvPr id="9304" name="Rectangle 11">
              <a:extLst>
                <a:ext uri="{FF2B5EF4-FFF2-40B4-BE49-F238E27FC236}">
                  <a16:creationId xmlns:a16="http://schemas.microsoft.com/office/drawing/2014/main" id="{F75AA170-F332-46A3-BFA0-FE85FBEE83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305" name="Text Box 12">
              <a:extLst>
                <a:ext uri="{FF2B5EF4-FFF2-40B4-BE49-F238E27FC236}">
                  <a16:creationId xmlns:a16="http://schemas.microsoft.com/office/drawing/2014/main" id="{E21E6E4C-856C-4D39-8E4A-7F0F6423B1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L  </a:t>
              </a:r>
              <a:r>
                <a:rPr lang="en-US" altLang="en-US" sz="1200" b="1">
                  <a:latin typeface="Verdana" panose="020B0604030504040204" pitchFamily="34" charset="0"/>
                </a:rPr>
                <a:t>Data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L</a:t>
              </a:r>
              <a:r>
                <a:rPr lang="en-US" altLang="en-US" sz="1400" b="1">
                  <a:latin typeface="Verdana" panose="020B0604030504040204" pitchFamily="34" charset="0"/>
                </a:rPr>
                <a:t>       2             4</a:t>
              </a:r>
            </a:p>
          </p:txBody>
        </p:sp>
        <p:sp>
          <p:nvSpPr>
            <p:cNvPr id="9306" name="Line 13">
              <a:extLst>
                <a:ext uri="{FF2B5EF4-FFF2-40B4-BE49-F238E27FC236}">
                  <a16:creationId xmlns:a16="http://schemas.microsoft.com/office/drawing/2014/main" id="{FD2738C2-7737-41D1-BB97-98BD46611D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307" name="Line 14">
              <a:extLst>
                <a:ext uri="{FF2B5EF4-FFF2-40B4-BE49-F238E27FC236}">
                  <a16:creationId xmlns:a16="http://schemas.microsoft.com/office/drawing/2014/main" id="{3F609703-46AB-4B37-8DC7-6FFF6697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308" name="Line 15">
              <a:extLst>
                <a:ext uri="{FF2B5EF4-FFF2-40B4-BE49-F238E27FC236}">
                  <a16:creationId xmlns:a16="http://schemas.microsoft.com/office/drawing/2014/main" id="{D3242A09-2C2B-43A8-AE8B-38E7C15CBB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1" name="Group 16">
            <a:extLst>
              <a:ext uri="{FF2B5EF4-FFF2-40B4-BE49-F238E27FC236}">
                <a16:creationId xmlns:a16="http://schemas.microsoft.com/office/drawing/2014/main" id="{5EC2583C-37FF-43F4-BD26-365662678C59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2727325"/>
            <a:ext cx="3124200" cy="457200"/>
            <a:chOff x="1488" y="2352"/>
            <a:chExt cx="2976" cy="528"/>
          </a:xfrm>
        </p:grpSpPr>
        <p:sp>
          <p:nvSpPr>
            <p:cNvPr id="9299" name="Rectangle 17">
              <a:extLst>
                <a:ext uri="{FF2B5EF4-FFF2-40B4-BE49-F238E27FC236}">
                  <a16:creationId xmlns:a16="http://schemas.microsoft.com/office/drawing/2014/main" id="{D5692653-5091-4FDC-97CF-731F13BDD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300" name="Text Box 18">
              <a:extLst>
                <a:ext uri="{FF2B5EF4-FFF2-40B4-BE49-F238E27FC236}">
                  <a16:creationId xmlns:a16="http://schemas.microsoft.com/office/drawing/2014/main" id="{9D23F894-346A-4800-B6DC-DC3FB9420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D </a:t>
              </a:r>
              <a:r>
                <a:rPr lang="en-US" altLang="en-US" sz="1200" b="1">
                  <a:latin typeface="Verdana" panose="020B0604030504040204" pitchFamily="34" charset="0"/>
                </a:rPr>
                <a:t>Data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D</a:t>
              </a:r>
              <a:r>
                <a:rPr lang="en-US" altLang="en-US" sz="1400" b="1">
                  <a:latin typeface="Verdana" panose="020B0604030504040204" pitchFamily="34" charset="0"/>
                </a:rPr>
                <a:t>       8             7</a:t>
              </a:r>
              <a:endParaRPr lang="en-US" altLang="en-US" sz="1400" b="1" baseline="-25000">
                <a:latin typeface="Verdana" panose="020B0604030504040204" pitchFamily="34" charset="0"/>
              </a:endParaRPr>
            </a:p>
          </p:txBody>
        </p:sp>
        <p:sp>
          <p:nvSpPr>
            <p:cNvPr id="9301" name="Line 19">
              <a:extLst>
                <a:ext uri="{FF2B5EF4-FFF2-40B4-BE49-F238E27FC236}">
                  <a16:creationId xmlns:a16="http://schemas.microsoft.com/office/drawing/2014/main" id="{51298991-91DF-4043-A3F7-833133C509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302" name="Line 20">
              <a:extLst>
                <a:ext uri="{FF2B5EF4-FFF2-40B4-BE49-F238E27FC236}">
                  <a16:creationId xmlns:a16="http://schemas.microsoft.com/office/drawing/2014/main" id="{9B5146DD-F2BA-404C-AA5D-C18E2D38A8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303" name="Line 21">
              <a:extLst>
                <a:ext uri="{FF2B5EF4-FFF2-40B4-BE49-F238E27FC236}">
                  <a16:creationId xmlns:a16="http://schemas.microsoft.com/office/drawing/2014/main" id="{71D0813D-F028-4D8C-9A49-8420C55A4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2" name="Group 22">
            <a:extLst>
              <a:ext uri="{FF2B5EF4-FFF2-40B4-BE49-F238E27FC236}">
                <a16:creationId xmlns:a16="http://schemas.microsoft.com/office/drawing/2014/main" id="{FB9BAD45-46A9-48E7-88E9-C76E6149823D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3182938"/>
            <a:ext cx="3124200" cy="457200"/>
            <a:chOff x="1488" y="2352"/>
            <a:chExt cx="2976" cy="528"/>
          </a:xfrm>
        </p:grpSpPr>
        <p:sp>
          <p:nvSpPr>
            <p:cNvPr id="9294" name="Rectangle 23">
              <a:extLst>
                <a:ext uri="{FF2B5EF4-FFF2-40B4-BE49-F238E27FC236}">
                  <a16:creationId xmlns:a16="http://schemas.microsoft.com/office/drawing/2014/main" id="{9DC1C2B6-ED5C-4BAB-A9C6-970A13A07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95" name="Text Box 24">
              <a:extLst>
                <a:ext uri="{FF2B5EF4-FFF2-40B4-BE49-F238E27FC236}">
                  <a16:creationId xmlns:a16="http://schemas.microsoft.com/office/drawing/2014/main" id="{0D5E1A58-4743-44D6-9CDB-BFD68ADE9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            	  -6</a:t>
              </a:r>
              <a:r>
                <a:rPr lang="en-US" altLang="en-US" sz="1400" b="1" baseline="-25000">
                  <a:latin typeface="Verdana" panose="020B0604030504040204" pitchFamily="34" charset="0"/>
                </a:rPr>
                <a:t>	</a:t>
              </a:r>
              <a:r>
                <a:rPr lang="en-US" altLang="en-US" sz="1400" b="1">
                  <a:latin typeface="Verdana" panose="020B0604030504040204" pitchFamily="34" charset="0"/>
                </a:rPr>
                <a:t>NULL </a:t>
              </a:r>
            </a:p>
          </p:txBody>
        </p:sp>
        <p:sp>
          <p:nvSpPr>
            <p:cNvPr id="9296" name="Line 25">
              <a:extLst>
                <a:ext uri="{FF2B5EF4-FFF2-40B4-BE49-F238E27FC236}">
                  <a16:creationId xmlns:a16="http://schemas.microsoft.com/office/drawing/2014/main" id="{F55A9835-716E-4E15-9EA9-3FFEB69DE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97" name="Line 26">
              <a:extLst>
                <a:ext uri="{FF2B5EF4-FFF2-40B4-BE49-F238E27FC236}">
                  <a16:creationId xmlns:a16="http://schemas.microsoft.com/office/drawing/2014/main" id="{F6C7D713-6128-4585-B6CD-CB9582624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98" name="Line 27">
              <a:extLst>
                <a:ext uri="{FF2B5EF4-FFF2-40B4-BE49-F238E27FC236}">
                  <a16:creationId xmlns:a16="http://schemas.microsoft.com/office/drawing/2014/main" id="{A66AE92F-0DD1-409D-86A6-1F7011FE26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3" name="Group 97">
            <a:extLst>
              <a:ext uri="{FF2B5EF4-FFF2-40B4-BE49-F238E27FC236}">
                <a16:creationId xmlns:a16="http://schemas.microsoft.com/office/drawing/2014/main" id="{636A839A-EBC0-4C93-AD33-1DD1553E9E78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5013325"/>
            <a:ext cx="3124200" cy="457200"/>
            <a:chOff x="1488" y="2352"/>
            <a:chExt cx="2976" cy="528"/>
          </a:xfrm>
        </p:grpSpPr>
        <p:sp>
          <p:nvSpPr>
            <p:cNvPr id="9289" name="Rectangle 98">
              <a:extLst>
                <a:ext uri="{FF2B5EF4-FFF2-40B4-BE49-F238E27FC236}">
                  <a16:creationId xmlns:a16="http://schemas.microsoft.com/office/drawing/2014/main" id="{D905E027-5B66-4F84-959D-493B1072E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90" name="Text Box 99">
              <a:extLst>
                <a:ext uri="{FF2B5EF4-FFF2-40B4-BE49-F238E27FC236}">
                  <a16:creationId xmlns:a16="http://schemas.microsoft.com/office/drawing/2014/main" id="{E8E192B9-5E3B-4C7C-AEEA-AD475FE0B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F </a:t>
              </a:r>
              <a:r>
                <a:rPr lang="en-US" altLang="en-US" sz="1200" b="1">
                  <a:latin typeface="Verdana" panose="020B0604030504040204" pitchFamily="34" charset="0"/>
                </a:rPr>
                <a:t>Data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F</a:t>
              </a:r>
              <a:r>
                <a:rPr lang="en-US" altLang="en-US" sz="1400" b="1">
                  <a:latin typeface="Verdana" panose="020B0604030504040204" pitchFamily="34" charset="0"/>
                </a:rPr>
                <a:t> 	NULL 	NULL</a:t>
              </a:r>
            </a:p>
          </p:txBody>
        </p:sp>
        <p:sp>
          <p:nvSpPr>
            <p:cNvPr id="9291" name="Line 100">
              <a:extLst>
                <a:ext uri="{FF2B5EF4-FFF2-40B4-BE49-F238E27FC236}">
                  <a16:creationId xmlns:a16="http://schemas.microsoft.com/office/drawing/2014/main" id="{6DF03221-1BA6-458F-B884-07F4C9128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92" name="Line 101">
              <a:extLst>
                <a:ext uri="{FF2B5EF4-FFF2-40B4-BE49-F238E27FC236}">
                  <a16:creationId xmlns:a16="http://schemas.microsoft.com/office/drawing/2014/main" id="{E50D96EE-A265-447A-9928-ACA3DF36FF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93" name="Line 102">
              <a:extLst>
                <a:ext uri="{FF2B5EF4-FFF2-40B4-BE49-F238E27FC236}">
                  <a16:creationId xmlns:a16="http://schemas.microsoft.com/office/drawing/2014/main" id="{0A1A439A-DEC3-43E5-8C7B-4283E4C0C8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4" name="Group 103">
            <a:extLst>
              <a:ext uri="{FF2B5EF4-FFF2-40B4-BE49-F238E27FC236}">
                <a16:creationId xmlns:a16="http://schemas.microsoft.com/office/drawing/2014/main" id="{30C1A95C-7C25-45E9-B2B8-71E4EB2743FB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5470525"/>
            <a:ext cx="3124200" cy="457200"/>
            <a:chOff x="1488" y="2352"/>
            <a:chExt cx="2976" cy="528"/>
          </a:xfrm>
        </p:grpSpPr>
        <p:sp>
          <p:nvSpPr>
            <p:cNvPr id="9284" name="Rectangle 104">
              <a:extLst>
                <a:ext uri="{FF2B5EF4-FFF2-40B4-BE49-F238E27FC236}">
                  <a16:creationId xmlns:a16="http://schemas.microsoft.com/office/drawing/2014/main" id="{0EDA1D01-D55D-40ED-880E-59C680A24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85" name="Text Box 105">
              <a:extLst>
                <a:ext uri="{FF2B5EF4-FFF2-40B4-BE49-F238E27FC236}">
                  <a16:creationId xmlns:a16="http://schemas.microsoft.com/office/drawing/2014/main" id="{6A71BE77-8BFA-4CB1-A9B7-4E3887761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B </a:t>
              </a:r>
              <a:r>
                <a:rPr lang="en-US" altLang="en-US" sz="1200" b="1">
                  <a:latin typeface="Verdana" panose="020B0604030504040204" pitchFamily="34" charset="0"/>
                </a:rPr>
                <a:t>Data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B</a:t>
              </a:r>
              <a:r>
                <a:rPr lang="en-US" altLang="en-US" sz="1400" b="1">
                  <a:latin typeface="Verdana" panose="020B0604030504040204" pitchFamily="34" charset="0"/>
                </a:rPr>
                <a:t> 	NULL 	NULL</a:t>
              </a:r>
              <a:endParaRPr lang="en-US" altLang="en-US" sz="1400" b="1" baseline="-25000">
                <a:latin typeface="Verdana" panose="020B0604030504040204" pitchFamily="34" charset="0"/>
              </a:endParaRPr>
            </a:p>
          </p:txBody>
        </p:sp>
        <p:sp>
          <p:nvSpPr>
            <p:cNvPr id="9286" name="Line 106">
              <a:extLst>
                <a:ext uri="{FF2B5EF4-FFF2-40B4-BE49-F238E27FC236}">
                  <a16:creationId xmlns:a16="http://schemas.microsoft.com/office/drawing/2014/main" id="{F444E306-1461-4435-A3D7-8AD49BBEA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87" name="Line 107">
              <a:extLst>
                <a:ext uri="{FF2B5EF4-FFF2-40B4-BE49-F238E27FC236}">
                  <a16:creationId xmlns:a16="http://schemas.microsoft.com/office/drawing/2014/main" id="{053EACEF-325C-41A2-B139-83403F06E0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88" name="Line 108">
              <a:extLst>
                <a:ext uri="{FF2B5EF4-FFF2-40B4-BE49-F238E27FC236}">
                  <a16:creationId xmlns:a16="http://schemas.microsoft.com/office/drawing/2014/main" id="{F0D50B09-1702-440D-9F0A-1A898264A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5" name="Group 109">
            <a:extLst>
              <a:ext uri="{FF2B5EF4-FFF2-40B4-BE49-F238E27FC236}">
                <a16:creationId xmlns:a16="http://schemas.microsoft.com/office/drawing/2014/main" id="{168FAA75-60B6-49BB-A726-81EB6044B23A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5926138"/>
            <a:ext cx="3124200" cy="457200"/>
            <a:chOff x="1488" y="2352"/>
            <a:chExt cx="2976" cy="528"/>
          </a:xfrm>
        </p:grpSpPr>
        <p:sp>
          <p:nvSpPr>
            <p:cNvPr id="9279" name="Rectangle 110">
              <a:extLst>
                <a:ext uri="{FF2B5EF4-FFF2-40B4-BE49-F238E27FC236}">
                  <a16:creationId xmlns:a16="http://schemas.microsoft.com/office/drawing/2014/main" id="{5F767229-AAEF-4EAD-935D-1122A48EB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80" name="Text Box 111">
              <a:extLst>
                <a:ext uri="{FF2B5EF4-FFF2-40B4-BE49-F238E27FC236}">
                  <a16:creationId xmlns:a16="http://schemas.microsoft.com/office/drawing/2014/main" id="{017EDE2E-22B3-40A3-BDA6-9DDBA8FF9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           	NULL 	NULL</a:t>
              </a:r>
            </a:p>
          </p:txBody>
        </p:sp>
        <p:sp>
          <p:nvSpPr>
            <p:cNvPr id="9281" name="Line 112">
              <a:extLst>
                <a:ext uri="{FF2B5EF4-FFF2-40B4-BE49-F238E27FC236}">
                  <a16:creationId xmlns:a16="http://schemas.microsoft.com/office/drawing/2014/main" id="{95054466-3CAC-481B-B2A0-CC6ABF539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82" name="Line 113">
              <a:extLst>
                <a:ext uri="{FF2B5EF4-FFF2-40B4-BE49-F238E27FC236}">
                  <a16:creationId xmlns:a16="http://schemas.microsoft.com/office/drawing/2014/main" id="{1EFBF5CF-AB65-4674-AB4C-578D4AD36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83" name="Line 114">
              <a:extLst>
                <a:ext uri="{FF2B5EF4-FFF2-40B4-BE49-F238E27FC236}">
                  <a16:creationId xmlns:a16="http://schemas.microsoft.com/office/drawing/2014/main" id="{DD1711DA-100F-4D0C-B2A7-3BB8474BD5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6" name="Group 115">
            <a:extLst>
              <a:ext uri="{FF2B5EF4-FFF2-40B4-BE49-F238E27FC236}">
                <a16:creationId xmlns:a16="http://schemas.microsoft.com/office/drawing/2014/main" id="{0B0E0B9B-6DF5-4030-B5BB-F20F91E2E40C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3641725"/>
            <a:ext cx="3124200" cy="457200"/>
            <a:chOff x="1488" y="2352"/>
            <a:chExt cx="2976" cy="528"/>
          </a:xfrm>
        </p:grpSpPr>
        <p:sp>
          <p:nvSpPr>
            <p:cNvPr id="9274" name="Rectangle 116">
              <a:extLst>
                <a:ext uri="{FF2B5EF4-FFF2-40B4-BE49-F238E27FC236}">
                  <a16:creationId xmlns:a16="http://schemas.microsoft.com/office/drawing/2014/main" id="{9D14B54D-CEE1-4534-AFF4-66AF4AC458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75" name="Text Box 117">
              <a:extLst>
                <a:ext uri="{FF2B5EF4-FFF2-40B4-BE49-F238E27FC236}">
                  <a16:creationId xmlns:a16="http://schemas.microsoft.com/office/drawing/2014/main" id="{4D5C674B-DB81-4DD0-A973-F346C5C819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Q </a:t>
              </a:r>
              <a:r>
                <a:rPr lang="en-US" altLang="en-US" sz="1200" b="1">
                  <a:latin typeface="Verdana" panose="020B0604030504040204" pitchFamily="34" charset="0"/>
                </a:rPr>
                <a:t>Data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Q</a:t>
              </a:r>
              <a:r>
                <a:rPr lang="en-US" altLang="en-US" sz="1400" b="1">
                  <a:latin typeface="Verdana" panose="020B0604030504040204" pitchFamily="34" charset="0"/>
                </a:rPr>
                <a:t> 	NULL 	   5</a:t>
              </a:r>
              <a:endParaRPr lang="en-US" altLang="en-US" sz="1400" b="1" baseline="-25000">
                <a:latin typeface="Verdana" panose="020B0604030504040204" pitchFamily="34" charset="0"/>
              </a:endParaRPr>
            </a:p>
          </p:txBody>
        </p:sp>
        <p:sp>
          <p:nvSpPr>
            <p:cNvPr id="9276" name="Line 118">
              <a:extLst>
                <a:ext uri="{FF2B5EF4-FFF2-40B4-BE49-F238E27FC236}">
                  <a16:creationId xmlns:a16="http://schemas.microsoft.com/office/drawing/2014/main" id="{F773250B-A3CE-4B99-9F6B-DAFC4674C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77" name="Line 119">
              <a:extLst>
                <a:ext uri="{FF2B5EF4-FFF2-40B4-BE49-F238E27FC236}">
                  <a16:creationId xmlns:a16="http://schemas.microsoft.com/office/drawing/2014/main" id="{1989DA11-555E-4CEE-A474-334487B8A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78" name="Line 120">
              <a:extLst>
                <a:ext uri="{FF2B5EF4-FFF2-40B4-BE49-F238E27FC236}">
                  <a16:creationId xmlns:a16="http://schemas.microsoft.com/office/drawing/2014/main" id="{8CB37472-75F4-4577-9873-905142515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7" name="Group 121">
            <a:extLst>
              <a:ext uri="{FF2B5EF4-FFF2-40B4-BE49-F238E27FC236}">
                <a16:creationId xmlns:a16="http://schemas.microsoft.com/office/drawing/2014/main" id="{38CB6909-9841-4C81-875E-2AF29BE4C308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4098925"/>
            <a:ext cx="3124200" cy="457200"/>
            <a:chOff x="1488" y="2352"/>
            <a:chExt cx="2976" cy="528"/>
          </a:xfrm>
        </p:grpSpPr>
        <p:sp>
          <p:nvSpPr>
            <p:cNvPr id="9269" name="Rectangle 122">
              <a:extLst>
                <a:ext uri="{FF2B5EF4-FFF2-40B4-BE49-F238E27FC236}">
                  <a16:creationId xmlns:a16="http://schemas.microsoft.com/office/drawing/2014/main" id="{1B3CF525-6F1E-4BA2-91E9-D92CCF051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70" name="Text Box 123">
              <a:extLst>
                <a:ext uri="{FF2B5EF4-FFF2-40B4-BE49-F238E27FC236}">
                  <a16:creationId xmlns:a16="http://schemas.microsoft.com/office/drawing/2014/main" id="{D46A31A4-7DFB-4974-98A3-07C1D674F3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S </a:t>
              </a:r>
              <a:r>
                <a:rPr lang="en-US" altLang="en-US" sz="1200" b="1">
                  <a:latin typeface="Verdana" panose="020B0604030504040204" pitchFamily="34" charset="0"/>
                </a:rPr>
                <a:t>Data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S</a:t>
              </a:r>
              <a:r>
                <a:rPr lang="en-US" altLang="en-US" sz="1400" b="1">
                  <a:latin typeface="Verdana" panose="020B0604030504040204" pitchFamily="34" charset="0"/>
                </a:rPr>
                <a:t> 	NULL 	NULL</a:t>
              </a:r>
            </a:p>
          </p:txBody>
        </p:sp>
        <p:sp>
          <p:nvSpPr>
            <p:cNvPr id="9271" name="Line 124">
              <a:extLst>
                <a:ext uri="{FF2B5EF4-FFF2-40B4-BE49-F238E27FC236}">
                  <a16:creationId xmlns:a16="http://schemas.microsoft.com/office/drawing/2014/main" id="{6D8D7964-5176-4E7A-A98A-4BCF91FF4E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72" name="Line 125">
              <a:extLst>
                <a:ext uri="{FF2B5EF4-FFF2-40B4-BE49-F238E27FC236}">
                  <a16:creationId xmlns:a16="http://schemas.microsoft.com/office/drawing/2014/main" id="{95A463C5-BA18-4C20-AE06-1F97C25043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73" name="Line 126">
              <a:extLst>
                <a:ext uri="{FF2B5EF4-FFF2-40B4-BE49-F238E27FC236}">
                  <a16:creationId xmlns:a16="http://schemas.microsoft.com/office/drawing/2014/main" id="{7581D8D2-20CF-424B-9F48-7C41118011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9228" name="Group 127">
            <a:extLst>
              <a:ext uri="{FF2B5EF4-FFF2-40B4-BE49-F238E27FC236}">
                <a16:creationId xmlns:a16="http://schemas.microsoft.com/office/drawing/2014/main" id="{B74BBCCE-F6B5-4AD2-BF61-9258FD268DE0}"/>
              </a:ext>
            </a:extLst>
          </p:cNvPr>
          <p:cNvGrpSpPr>
            <a:grpSpLocks/>
          </p:cNvGrpSpPr>
          <p:nvPr/>
        </p:nvGrpSpPr>
        <p:grpSpPr bwMode="auto">
          <a:xfrm>
            <a:off x="8509000" y="4559300"/>
            <a:ext cx="3124200" cy="457200"/>
            <a:chOff x="1488" y="2352"/>
            <a:chExt cx="2976" cy="528"/>
          </a:xfrm>
        </p:grpSpPr>
        <p:sp>
          <p:nvSpPr>
            <p:cNvPr id="9264" name="Rectangle 128">
              <a:extLst>
                <a:ext uri="{FF2B5EF4-FFF2-40B4-BE49-F238E27FC236}">
                  <a16:creationId xmlns:a16="http://schemas.microsoft.com/office/drawing/2014/main" id="{30133DFE-738B-4F36-87D7-630F65F5A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9265" name="Text Box 129">
              <a:extLst>
                <a:ext uri="{FF2B5EF4-FFF2-40B4-BE49-F238E27FC236}">
                  <a16:creationId xmlns:a16="http://schemas.microsoft.com/office/drawing/2014/main" id="{62E76A8D-FE83-48A0-9956-164A8D4F7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2497"/>
              <a:ext cx="2929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400" b="1">
                  <a:latin typeface="Verdana" panose="020B0604030504040204" pitchFamily="34" charset="0"/>
                </a:rPr>
                <a:t> 	  -9</a:t>
              </a:r>
              <a:r>
                <a:rPr lang="en-US" altLang="en-US" sz="1400" b="1" baseline="-25000">
                  <a:latin typeface="Verdana" panose="020B0604030504040204" pitchFamily="34" charset="0"/>
                </a:rPr>
                <a:t>	</a:t>
              </a:r>
              <a:r>
                <a:rPr lang="en-US" altLang="en-US" sz="1400" b="1">
                  <a:latin typeface="Verdana" panose="020B0604030504040204" pitchFamily="34" charset="0"/>
                </a:rPr>
                <a:t>NULL </a:t>
              </a:r>
            </a:p>
          </p:txBody>
        </p:sp>
        <p:sp>
          <p:nvSpPr>
            <p:cNvPr id="9266" name="Line 130">
              <a:extLst>
                <a:ext uri="{FF2B5EF4-FFF2-40B4-BE49-F238E27FC236}">
                  <a16:creationId xmlns:a16="http://schemas.microsoft.com/office/drawing/2014/main" id="{B54997C4-C272-4EE9-968F-65B0284CC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67" name="Line 131">
              <a:extLst>
                <a:ext uri="{FF2B5EF4-FFF2-40B4-BE49-F238E27FC236}">
                  <a16:creationId xmlns:a16="http://schemas.microsoft.com/office/drawing/2014/main" id="{A409708E-D02E-4645-85B4-730366F53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9268" name="Line 132">
              <a:extLst>
                <a:ext uri="{FF2B5EF4-FFF2-40B4-BE49-F238E27FC236}">
                  <a16:creationId xmlns:a16="http://schemas.microsoft.com/office/drawing/2014/main" id="{DA1B97DF-F31F-48A1-9208-6A053B4AD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9229" name="Text Box 133">
            <a:extLst>
              <a:ext uri="{FF2B5EF4-FFF2-40B4-BE49-F238E27FC236}">
                <a16:creationId xmlns:a16="http://schemas.microsoft.com/office/drawing/2014/main" id="{18BDAE04-E31A-4216-A620-C2E8F36D6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200" y="2346325"/>
            <a:ext cx="457200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1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2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3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4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6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7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8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9</a:t>
            </a:r>
          </a:p>
        </p:txBody>
      </p:sp>
      <p:sp>
        <p:nvSpPr>
          <p:cNvPr id="9230" name="Text Box 134">
            <a:extLst>
              <a:ext uri="{FF2B5EF4-FFF2-40B4-BE49-F238E27FC236}">
                <a16:creationId xmlns:a16="http://schemas.microsoft.com/office/drawing/2014/main" id="{FEC1EEE7-2942-4A2C-AE8F-7AF1C2E777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600200"/>
            <a:ext cx="167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Verdana" panose="020B0604030504040204" pitchFamily="34" charset="0"/>
              </a:rPr>
              <a:t>Root = 1</a:t>
            </a:r>
          </a:p>
        </p:txBody>
      </p:sp>
      <p:sp>
        <p:nvSpPr>
          <p:cNvPr id="9231" name="Text Box 135">
            <a:extLst>
              <a:ext uri="{FF2B5EF4-FFF2-40B4-BE49-F238E27FC236}">
                <a16:creationId xmlns:a16="http://schemas.microsoft.com/office/drawing/2014/main" id="{7C5083C8-A436-4549-9EED-CC3834E11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19050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Verdana" panose="020B0604030504040204" pitchFamily="34" charset="0"/>
              </a:rPr>
              <a:t>Free = 3</a:t>
            </a:r>
          </a:p>
        </p:txBody>
      </p:sp>
      <p:cxnSp>
        <p:nvCxnSpPr>
          <p:cNvPr id="9232" name="AutoShape 136">
            <a:extLst>
              <a:ext uri="{FF2B5EF4-FFF2-40B4-BE49-F238E27FC236}">
                <a16:creationId xmlns:a16="http://schemas.microsoft.com/office/drawing/2014/main" id="{2EC6EDDA-8D15-4F44-AD92-6683737377C9}"/>
              </a:ext>
            </a:extLst>
          </p:cNvPr>
          <p:cNvCxnSpPr>
            <a:cxnSpLocks noChangeShapeType="1"/>
            <a:stCxn id="9230" idx="1"/>
            <a:endCxn id="9305" idx="1"/>
          </p:cNvCxnSpPr>
          <p:nvPr/>
        </p:nvCxnSpPr>
        <p:spPr bwMode="auto">
          <a:xfrm rot="10800000" flipH="1" flipV="1">
            <a:off x="7696200" y="1798638"/>
            <a:ext cx="862013" cy="749300"/>
          </a:xfrm>
          <a:prstGeom prst="curvedConnector3">
            <a:avLst>
              <a:gd name="adj1" fmla="val -26519"/>
            </a:avLst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233" name="AutoShape 137">
            <a:extLst>
              <a:ext uri="{FF2B5EF4-FFF2-40B4-BE49-F238E27FC236}">
                <a16:creationId xmlns:a16="http://schemas.microsoft.com/office/drawing/2014/main" id="{C27670B6-6CF2-401E-855C-181343DA09DA}"/>
              </a:ext>
            </a:extLst>
          </p:cNvPr>
          <p:cNvCxnSpPr>
            <a:cxnSpLocks noChangeShapeType="1"/>
            <a:stCxn id="9231" idx="1"/>
            <a:endCxn id="9295" idx="1"/>
          </p:cNvCxnSpPr>
          <p:nvPr/>
        </p:nvCxnSpPr>
        <p:spPr bwMode="auto">
          <a:xfrm rot="10800000" flipH="1" flipV="1">
            <a:off x="7696200" y="2103438"/>
            <a:ext cx="862013" cy="1357312"/>
          </a:xfrm>
          <a:prstGeom prst="curvedConnector3">
            <a:avLst>
              <a:gd name="adj1" fmla="val -26519"/>
            </a:avLst>
          </a:prstGeom>
          <a:noFill/>
          <a:ln w="9525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9234" name="Group 96">
            <a:extLst>
              <a:ext uri="{FF2B5EF4-FFF2-40B4-BE49-F238E27FC236}">
                <a16:creationId xmlns:a16="http://schemas.microsoft.com/office/drawing/2014/main" id="{CABDD1C5-D315-4B5F-92E0-D1351CB1BFC1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4154488"/>
            <a:ext cx="4800600" cy="2316162"/>
            <a:chOff x="2160" y="1632"/>
            <a:chExt cx="3264" cy="1392"/>
          </a:xfrm>
        </p:grpSpPr>
        <p:grpSp>
          <p:nvGrpSpPr>
            <p:cNvPr id="9235" name="Group 62">
              <a:extLst>
                <a:ext uri="{FF2B5EF4-FFF2-40B4-BE49-F238E27FC236}">
                  <a16:creationId xmlns:a16="http://schemas.microsoft.com/office/drawing/2014/main" id="{83886B29-48FF-4CBD-ADCD-87A9A078D2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32"/>
              <a:ext cx="336" cy="336"/>
              <a:chOff x="5040" y="2736"/>
              <a:chExt cx="336" cy="336"/>
            </a:xfrm>
          </p:grpSpPr>
          <p:sp>
            <p:nvSpPr>
              <p:cNvPr id="9262" name="Oval 63">
                <a:extLst>
                  <a:ext uri="{FF2B5EF4-FFF2-40B4-BE49-F238E27FC236}">
                    <a16:creationId xmlns:a16="http://schemas.microsoft.com/office/drawing/2014/main" id="{6FEFB130-C2C9-4E70-B3EC-7839762F8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9263" name="Text Box 64">
                <a:extLst>
                  <a:ext uri="{FF2B5EF4-FFF2-40B4-BE49-F238E27FC236}">
                    <a16:creationId xmlns:a16="http://schemas.microsoft.com/office/drawing/2014/main" id="{57AB6366-44F9-4E60-83AD-4190A191D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9" y="2784"/>
                <a:ext cx="239" cy="2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800">
                    <a:latin typeface="Verdana" panose="020B0604030504040204" pitchFamily="34" charset="0"/>
                  </a:rPr>
                  <a:t>L</a:t>
                </a:r>
              </a:p>
            </p:txBody>
          </p:sp>
        </p:grpSp>
        <p:grpSp>
          <p:nvGrpSpPr>
            <p:cNvPr id="9236" name="Group 65">
              <a:extLst>
                <a:ext uri="{FF2B5EF4-FFF2-40B4-BE49-F238E27FC236}">
                  <a16:creationId xmlns:a16="http://schemas.microsoft.com/office/drawing/2014/main" id="{ECFE8076-8A41-40E1-9004-D6A1ABDE07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920"/>
              <a:ext cx="1008" cy="480"/>
              <a:chOff x="1344" y="1920"/>
              <a:chExt cx="1008" cy="480"/>
            </a:xfrm>
          </p:grpSpPr>
          <p:grpSp>
            <p:nvGrpSpPr>
              <p:cNvPr id="9258" name="Group 66">
                <a:extLst>
                  <a:ext uri="{FF2B5EF4-FFF2-40B4-BE49-F238E27FC236}">
                    <a16:creationId xmlns:a16="http://schemas.microsoft.com/office/drawing/2014/main" id="{3E78E54B-F92D-4508-8DD1-8E8463A07B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2064"/>
                <a:ext cx="336" cy="336"/>
                <a:chOff x="2880" y="1920"/>
                <a:chExt cx="336" cy="336"/>
              </a:xfrm>
            </p:grpSpPr>
            <p:sp>
              <p:nvSpPr>
                <p:cNvPr id="9260" name="Oval 67">
                  <a:extLst>
                    <a:ext uri="{FF2B5EF4-FFF2-40B4-BE49-F238E27FC236}">
                      <a16:creationId xmlns:a16="http://schemas.microsoft.com/office/drawing/2014/main" id="{DA03D30B-B48A-4553-8DF0-CC7C94FF78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92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9261" name="Text Box 68">
                  <a:extLst>
                    <a:ext uri="{FF2B5EF4-FFF2-40B4-BE49-F238E27FC236}">
                      <a16:creationId xmlns:a16="http://schemas.microsoft.com/office/drawing/2014/main" id="{D94030EA-471E-4245-B312-97B1ED91BD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9" y="1967"/>
                  <a:ext cx="287" cy="2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Verdana" panose="020B0604030504040204" pitchFamily="34" charset="0"/>
                    </a:rPr>
                    <a:t>D</a:t>
                  </a:r>
                </a:p>
              </p:txBody>
            </p:sp>
          </p:grpSp>
          <p:sp>
            <p:nvSpPr>
              <p:cNvPr id="9259" name="Line 69">
                <a:extLst>
                  <a:ext uri="{FF2B5EF4-FFF2-40B4-BE49-F238E27FC236}">
                    <a16:creationId xmlns:a16="http://schemas.microsoft.com/office/drawing/2014/main" id="{08404AEB-ED0E-4180-9062-3F3BD949B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1920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9237" name="Group 70">
              <a:extLst>
                <a:ext uri="{FF2B5EF4-FFF2-40B4-BE49-F238E27FC236}">
                  <a16:creationId xmlns:a16="http://schemas.microsoft.com/office/drawing/2014/main" id="{139C6D8C-2C60-4A2C-BAE5-8A32AE54CC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920"/>
              <a:ext cx="912" cy="480"/>
              <a:chOff x="2592" y="1920"/>
              <a:chExt cx="912" cy="480"/>
            </a:xfrm>
          </p:grpSpPr>
          <p:grpSp>
            <p:nvGrpSpPr>
              <p:cNvPr id="9254" name="Group 71">
                <a:extLst>
                  <a:ext uri="{FF2B5EF4-FFF2-40B4-BE49-F238E27FC236}">
                    <a16:creationId xmlns:a16="http://schemas.microsoft.com/office/drawing/2014/main" id="{BFF6F1DF-434C-4CC5-BB91-48E75022CA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064"/>
                <a:ext cx="336" cy="336"/>
                <a:chOff x="2400" y="3552"/>
                <a:chExt cx="336" cy="336"/>
              </a:xfrm>
            </p:grpSpPr>
            <p:sp>
              <p:nvSpPr>
                <p:cNvPr id="9256" name="Oval 72">
                  <a:extLst>
                    <a:ext uri="{FF2B5EF4-FFF2-40B4-BE49-F238E27FC236}">
                      <a16:creationId xmlns:a16="http://schemas.microsoft.com/office/drawing/2014/main" id="{F3274345-4FC5-482B-B7F5-DCFC7362D7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552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9257" name="Text Box 73">
                  <a:extLst>
                    <a:ext uri="{FF2B5EF4-FFF2-40B4-BE49-F238E27FC236}">
                      <a16:creationId xmlns:a16="http://schemas.microsoft.com/office/drawing/2014/main" id="{84ED8903-476D-481E-805B-D8B67A218D8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9" y="3599"/>
                  <a:ext cx="239" cy="2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Verdana" panose="020B0604030504040204" pitchFamily="34" charset="0"/>
                    </a:rPr>
                    <a:t>Q</a:t>
                  </a:r>
                </a:p>
              </p:txBody>
            </p:sp>
          </p:grpSp>
          <p:sp>
            <p:nvSpPr>
              <p:cNvPr id="9255" name="Line 74">
                <a:extLst>
                  <a:ext uri="{FF2B5EF4-FFF2-40B4-BE49-F238E27FC236}">
                    <a16:creationId xmlns:a16="http://schemas.microsoft.com/office/drawing/2014/main" id="{0B0774D3-3AAB-4BFD-87A3-331D090F70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920"/>
                <a:ext cx="57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9238" name="Group 75">
              <a:extLst>
                <a:ext uri="{FF2B5EF4-FFF2-40B4-BE49-F238E27FC236}">
                  <a16:creationId xmlns:a16="http://schemas.microsoft.com/office/drawing/2014/main" id="{D9E09D11-8A69-46AF-A714-F15FB6EA8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352"/>
              <a:ext cx="576" cy="672"/>
              <a:chOff x="816" y="2352"/>
              <a:chExt cx="576" cy="672"/>
            </a:xfrm>
          </p:grpSpPr>
          <p:grpSp>
            <p:nvGrpSpPr>
              <p:cNvPr id="9249" name="Group 76">
                <a:extLst>
                  <a:ext uri="{FF2B5EF4-FFF2-40B4-BE49-F238E27FC236}">
                    <a16:creationId xmlns:a16="http://schemas.microsoft.com/office/drawing/2014/main" id="{DF069CF5-BF96-4FAE-916D-A030AE37F1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2688"/>
                <a:ext cx="336" cy="336"/>
                <a:chOff x="1920" y="2400"/>
                <a:chExt cx="336" cy="336"/>
              </a:xfrm>
            </p:grpSpPr>
            <p:sp>
              <p:nvSpPr>
                <p:cNvPr id="9251" name="Oval 77">
                  <a:extLst>
                    <a:ext uri="{FF2B5EF4-FFF2-40B4-BE49-F238E27FC236}">
                      <a16:creationId xmlns:a16="http://schemas.microsoft.com/office/drawing/2014/main" id="{EFD20475-F36F-41BF-B196-DD1F901E86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9252" name="Text Box 78">
                  <a:extLst>
                    <a:ext uri="{FF2B5EF4-FFF2-40B4-BE49-F238E27FC236}">
                      <a16:creationId xmlns:a16="http://schemas.microsoft.com/office/drawing/2014/main" id="{A2F413A2-0021-490D-BE8A-7AB51A0C8A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7"/>
                  <a:ext cx="240" cy="2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  <p:sp>
              <p:nvSpPr>
                <p:cNvPr id="9253" name="Text Box 79">
                  <a:extLst>
                    <a:ext uri="{FF2B5EF4-FFF2-40B4-BE49-F238E27FC236}">
                      <a16:creationId xmlns:a16="http://schemas.microsoft.com/office/drawing/2014/main" id="{3D185F81-4A57-4DDF-85DC-832D054CAA9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9"/>
                  <a:ext cx="240" cy="2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</p:grpSp>
          <p:sp>
            <p:nvSpPr>
              <p:cNvPr id="9250" name="Line 80">
                <a:extLst>
                  <a:ext uri="{FF2B5EF4-FFF2-40B4-BE49-F238E27FC236}">
                    <a16:creationId xmlns:a16="http://schemas.microsoft.com/office/drawing/2014/main" id="{C5A742E6-289A-4997-88A1-81F0337AD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352"/>
                <a:ext cx="28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9239" name="Group 81">
              <a:extLst>
                <a:ext uri="{FF2B5EF4-FFF2-40B4-BE49-F238E27FC236}">
                  <a16:creationId xmlns:a16="http://schemas.microsoft.com/office/drawing/2014/main" id="{6E04A0F9-1018-4ABF-8243-240794DFE2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352"/>
              <a:ext cx="480" cy="672"/>
              <a:chOff x="1632" y="2352"/>
              <a:chExt cx="480" cy="672"/>
            </a:xfrm>
          </p:grpSpPr>
          <p:grpSp>
            <p:nvGrpSpPr>
              <p:cNvPr id="9245" name="Group 82">
                <a:extLst>
                  <a:ext uri="{FF2B5EF4-FFF2-40B4-BE49-F238E27FC236}">
                    <a16:creationId xmlns:a16="http://schemas.microsoft.com/office/drawing/2014/main" id="{38DF63DD-772E-47B0-BDD5-5B9D596B6E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2688"/>
                <a:ext cx="336" cy="336"/>
                <a:chOff x="4080" y="2160"/>
                <a:chExt cx="336" cy="336"/>
              </a:xfrm>
            </p:grpSpPr>
            <p:sp>
              <p:nvSpPr>
                <p:cNvPr id="9247" name="Oval 83">
                  <a:extLst>
                    <a:ext uri="{FF2B5EF4-FFF2-40B4-BE49-F238E27FC236}">
                      <a16:creationId xmlns:a16="http://schemas.microsoft.com/office/drawing/2014/main" id="{734DB7B9-FFB8-416E-997E-81223A72A2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216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9248" name="Text Box 84">
                  <a:extLst>
                    <a:ext uri="{FF2B5EF4-FFF2-40B4-BE49-F238E27FC236}">
                      <a16:creationId xmlns:a16="http://schemas.microsoft.com/office/drawing/2014/main" id="{B6E7EE7D-D113-461F-AA06-5F723228F92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8" y="2209"/>
                  <a:ext cx="240" cy="2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Verdana" panose="020B0604030504040204" pitchFamily="34" charset="0"/>
                    </a:rPr>
                    <a:t>F</a:t>
                  </a:r>
                </a:p>
              </p:txBody>
            </p:sp>
          </p:grpSp>
          <p:sp>
            <p:nvSpPr>
              <p:cNvPr id="9246" name="Line 85">
                <a:extLst>
                  <a:ext uri="{FF2B5EF4-FFF2-40B4-BE49-F238E27FC236}">
                    <a16:creationId xmlns:a16="http://schemas.microsoft.com/office/drawing/2014/main" id="{5A9D3E32-D0F7-4FEF-BBC9-5E3E7AAE81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352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9240" name="Group 91">
              <a:extLst>
                <a:ext uri="{FF2B5EF4-FFF2-40B4-BE49-F238E27FC236}">
                  <a16:creationId xmlns:a16="http://schemas.microsoft.com/office/drawing/2014/main" id="{B38F0754-DA56-40FB-817C-A629394D40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2352"/>
              <a:ext cx="624" cy="672"/>
              <a:chOff x="3456" y="2352"/>
              <a:chExt cx="624" cy="672"/>
            </a:xfrm>
          </p:grpSpPr>
          <p:grpSp>
            <p:nvGrpSpPr>
              <p:cNvPr id="9241" name="Group 92">
                <a:extLst>
                  <a:ext uri="{FF2B5EF4-FFF2-40B4-BE49-F238E27FC236}">
                    <a16:creationId xmlns:a16="http://schemas.microsoft.com/office/drawing/2014/main" id="{790BB145-9599-4402-B9F0-4128CDD138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688"/>
                <a:ext cx="336" cy="336"/>
                <a:chOff x="2544" y="2976"/>
                <a:chExt cx="336" cy="336"/>
              </a:xfrm>
            </p:grpSpPr>
            <p:sp>
              <p:nvSpPr>
                <p:cNvPr id="9243" name="Oval 93">
                  <a:extLst>
                    <a:ext uri="{FF2B5EF4-FFF2-40B4-BE49-F238E27FC236}">
                      <a16:creationId xmlns:a16="http://schemas.microsoft.com/office/drawing/2014/main" id="{6E579E37-9058-4E6A-B5EA-DBD4A6EDAB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2976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9244" name="Text Box 94">
                  <a:extLst>
                    <a:ext uri="{FF2B5EF4-FFF2-40B4-BE49-F238E27FC236}">
                      <a16:creationId xmlns:a16="http://schemas.microsoft.com/office/drawing/2014/main" id="{3DEBE272-2C28-4324-A4F9-EDAAF1F2FBD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2" y="3025"/>
                  <a:ext cx="240" cy="22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800">
                      <a:latin typeface="Verdana" panose="020B0604030504040204" pitchFamily="34" charset="0"/>
                    </a:rPr>
                    <a:t>S</a:t>
                  </a:r>
                </a:p>
              </p:txBody>
            </p:sp>
          </p:grpSp>
          <p:sp>
            <p:nvSpPr>
              <p:cNvPr id="9242" name="Line 95">
                <a:extLst>
                  <a:ext uri="{FF2B5EF4-FFF2-40B4-BE49-F238E27FC236}">
                    <a16:creationId xmlns:a16="http://schemas.microsoft.com/office/drawing/2014/main" id="{B34BD747-EFAD-40D7-91F2-7CC6EBF01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2352"/>
                <a:ext cx="288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65235C3-BE4E-410F-94BC-EE9C86E7F2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102108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Inserare / Eliminare </a:t>
            </a:r>
            <a:r>
              <a:rPr lang="ro-RO" altLang="en-US" sz="4400"/>
              <a:t>î</a:t>
            </a:r>
            <a:r>
              <a:rPr lang="en-US" altLang="en-US" sz="4400"/>
              <a:t>nregistrări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58313D2-B3DF-4B2C-A6E4-19D15DF91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187450"/>
            <a:ext cx="6167438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r>
              <a:rPr lang="en-US" altLang="en-US" sz="2800"/>
              <a:t> Inserare înregistrare:</a:t>
            </a:r>
          </a:p>
          <a:p>
            <a:pPr lvl="1" eaLnBrk="1" hangingPunct="1"/>
            <a:r>
              <a:rPr lang="en-US" altLang="en-US" sz="2400"/>
              <a:t> detectare poziţie înregistrare</a:t>
            </a:r>
          </a:p>
          <a:p>
            <a:pPr lvl="1" eaLnBrk="1" hangingPunct="1"/>
            <a:r>
              <a:rPr lang="en-US" altLang="en-US" sz="2400"/>
              <a:t> stocare înregistrare nouă într-un nod liber</a:t>
            </a:r>
          </a:p>
          <a:p>
            <a:pPr lvl="1" eaLnBrk="1" hangingPunct="1"/>
            <a:r>
              <a:rPr lang="en-US" altLang="en-US" sz="2400"/>
              <a:t> legare nod la părinte</a:t>
            </a:r>
          </a:p>
          <a:p>
            <a:pPr lvl="1" eaLnBrk="1" hangingPunct="1"/>
            <a:endParaRPr lang="en-US" altLang="en-US" sz="2400"/>
          </a:p>
          <a:p>
            <a:pPr eaLnBrk="1" hangingPunct="1"/>
            <a:r>
              <a:rPr lang="en-US" altLang="en-US" sz="2800"/>
              <a:t> Eliminare înregistrare:</a:t>
            </a:r>
          </a:p>
          <a:p>
            <a:pPr lvl="1" eaLnBrk="1" hangingPunct="1"/>
            <a:r>
              <a:rPr lang="en-US" altLang="en-US" sz="2400"/>
              <a:t> căutare înregistrare</a:t>
            </a:r>
          </a:p>
          <a:p>
            <a:pPr lvl="1" eaLnBrk="1" hangingPunct="1"/>
            <a:r>
              <a:rPr lang="en-US" altLang="en-US" sz="2400"/>
              <a:t> 3 cazuri:</a:t>
            </a:r>
          </a:p>
          <a:p>
            <a:pPr lvl="2" eaLnBrk="1" hangingPunct="1"/>
            <a:r>
              <a:rPr lang="en-US" altLang="en-US" sz="1800"/>
              <a:t> fără copii: pointer părinte= NULL</a:t>
            </a:r>
          </a:p>
          <a:p>
            <a:pPr lvl="2" eaLnBrk="1" hangingPunct="1"/>
            <a:r>
              <a:rPr lang="en-US" altLang="en-US" sz="1800"/>
              <a:t> 1 copil: ataşează nod copil la părinte</a:t>
            </a:r>
          </a:p>
          <a:p>
            <a:pPr lvl="2" eaLnBrk="1" hangingPunct="1"/>
            <a:r>
              <a:rPr lang="en-US" altLang="en-US" sz="1800"/>
              <a:t> 2 copii: înlocuieşte cu cel mai apropiat vecin</a:t>
            </a:r>
          </a:p>
          <a:p>
            <a:pPr lvl="1" eaLnBrk="1" hangingPunct="1"/>
            <a:r>
              <a:rPr lang="en-US" altLang="en-US" sz="2400"/>
              <a:t> adaugă nodul în lista de noduri libere</a:t>
            </a:r>
          </a:p>
        </p:txBody>
      </p:sp>
      <p:sp>
        <p:nvSpPr>
          <p:cNvPr id="7172" name="Oval 70">
            <a:extLst>
              <a:ext uri="{FF2B5EF4-FFF2-40B4-BE49-F238E27FC236}">
                <a16:creationId xmlns:a16="http://schemas.microsoft.com/office/drawing/2014/main" id="{FF5645EC-3FCA-4261-88BA-1DD11BA24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13900" y="6229350"/>
            <a:ext cx="352425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grpSp>
        <p:nvGrpSpPr>
          <p:cNvPr id="10245" name="Group 4">
            <a:extLst>
              <a:ext uri="{FF2B5EF4-FFF2-40B4-BE49-F238E27FC236}">
                <a16:creationId xmlns:a16="http://schemas.microsoft.com/office/drawing/2014/main" id="{9C86FFC9-6C26-45FC-8FCF-92C6D28921FF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1854200"/>
            <a:ext cx="3429000" cy="1543050"/>
            <a:chOff x="2160" y="1632"/>
            <a:chExt cx="3264" cy="1413"/>
          </a:xfrm>
        </p:grpSpPr>
        <p:grpSp>
          <p:nvGrpSpPr>
            <p:cNvPr id="10266" name="Group 5">
              <a:extLst>
                <a:ext uri="{FF2B5EF4-FFF2-40B4-BE49-F238E27FC236}">
                  <a16:creationId xmlns:a16="http://schemas.microsoft.com/office/drawing/2014/main" id="{71DAF130-1988-4127-9C2B-0A3BD8023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8" y="1632"/>
              <a:ext cx="336" cy="356"/>
              <a:chOff x="5040" y="2736"/>
              <a:chExt cx="336" cy="356"/>
            </a:xfrm>
          </p:grpSpPr>
          <p:sp>
            <p:nvSpPr>
              <p:cNvPr id="10293" name="Oval 6">
                <a:extLst>
                  <a:ext uri="{FF2B5EF4-FFF2-40B4-BE49-F238E27FC236}">
                    <a16:creationId xmlns:a16="http://schemas.microsoft.com/office/drawing/2014/main" id="{703A86D1-1F70-47EC-9BDC-4C28B215D3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0294" name="Text Box 7">
                <a:extLst>
                  <a:ext uri="{FF2B5EF4-FFF2-40B4-BE49-F238E27FC236}">
                    <a16:creationId xmlns:a16="http://schemas.microsoft.com/office/drawing/2014/main" id="{9B798394-5099-4293-AEC5-B110535CAD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9" y="2784"/>
                <a:ext cx="239" cy="3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600" b="1">
                    <a:latin typeface="Verdana" panose="020B0604030504040204" pitchFamily="34" charset="0"/>
                  </a:rPr>
                  <a:t>L</a:t>
                </a:r>
              </a:p>
            </p:txBody>
          </p:sp>
        </p:grpSp>
        <p:grpSp>
          <p:nvGrpSpPr>
            <p:cNvPr id="10267" name="Group 8">
              <a:extLst>
                <a:ext uri="{FF2B5EF4-FFF2-40B4-BE49-F238E27FC236}">
                  <a16:creationId xmlns:a16="http://schemas.microsoft.com/office/drawing/2014/main" id="{0AA8B4F4-6EAF-44D9-A940-EF17F07CFC8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920"/>
              <a:ext cx="1008" cy="499"/>
              <a:chOff x="1344" y="1920"/>
              <a:chExt cx="1008" cy="499"/>
            </a:xfrm>
          </p:grpSpPr>
          <p:grpSp>
            <p:nvGrpSpPr>
              <p:cNvPr id="10289" name="Group 9">
                <a:extLst>
                  <a:ext uri="{FF2B5EF4-FFF2-40B4-BE49-F238E27FC236}">
                    <a16:creationId xmlns:a16="http://schemas.microsoft.com/office/drawing/2014/main" id="{42C4410F-4C43-40AF-B340-98F5CB40A1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4" y="2064"/>
                <a:ext cx="336" cy="355"/>
                <a:chOff x="2880" y="1920"/>
                <a:chExt cx="336" cy="355"/>
              </a:xfrm>
            </p:grpSpPr>
            <p:sp>
              <p:nvSpPr>
                <p:cNvPr id="10291" name="Oval 10">
                  <a:extLst>
                    <a:ext uri="{FF2B5EF4-FFF2-40B4-BE49-F238E27FC236}">
                      <a16:creationId xmlns:a16="http://schemas.microsoft.com/office/drawing/2014/main" id="{0E7D2642-FB28-4E08-B7E1-E6C8B83B8E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192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292" name="Text Box 11">
                  <a:extLst>
                    <a:ext uri="{FF2B5EF4-FFF2-40B4-BE49-F238E27FC236}">
                      <a16:creationId xmlns:a16="http://schemas.microsoft.com/office/drawing/2014/main" id="{9CA40C3C-25F4-4CE2-98DA-446B8B1C56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8" y="1966"/>
                  <a:ext cx="285" cy="3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600" b="1">
                      <a:latin typeface="Verdana" panose="020B0604030504040204" pitchFamily="34" charset="0"/>
                    </a:rPr>
                    <a:t>D</a:t>
                  </a:r>
                </a:p>
              </p:txBody>
            </p:sp>
          </p:grpSp>
          <p:sp>
            <p:nvSpPr>
              <p:cNvPr id="10290" name="Line 12">
                <a:extLst>
                  <a:ext uri="{FF2B5EF4-FFF2-40B4-BE49-F238E27FC236}">
                    <a16:creationId xmlns:a16="http://schemas.microsoft.com/office/drawing/2014/main" id="{05754A09-B075-4E31-90F4-744B65EC4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80" y="1920"/>
                <a:ext cx="672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68" name="Group 13">
              <a:extLst>
                <a:ext uri="{FF2B5EF4-FFF2-40B4-BE49-F238E27FC236}">
                  <a16:creationId xmlns:a16="http://schemas.microsoft.com/office/drawing/2014/main" id="{CDBF1384-72C0-4FE3-8721-3BA666EDB2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1920"/>
              <a:ext cx="912" cy="499"/>
              <a:chOff x="2592" y="1920"/>
              <a:chExt cx="912" cy="499"/>
            </a:xfrm>
          </p:grpSpPr>
          <p:grpSp>
            <p:nvGrpSpPr>
              <p:cNvPr id="10285" name="Group 14">
                <a:extLst>
                  <a:ext uri="{FF2B5EF4-FFF2-40B4-BE49-F238E27FC236}">
                    <a16:creationId xmlns:a16="http://schemas.microsoft.com/office/drawing/2014/main" id="{92D6927E-0B77-407F-911B-3F30230291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8" y="2064"/>
                <a:ext cx="336" cy="355"/>
                <a:chOff x="2400" y="3552"/>
                <a:chExt cx="336" cy="355"/>
              </a:xfrm>
            </p:grpSpPr>
            <p:sp>
              <p:nvSpPr>
                <p:cNvPr id="10287" name="Oval 15">
                  <a:extLst>
                    <a:ext uri="{FF2B5EF4-FFF2-40B4-BE49-F238E27FC236}">
                      <a16:creationId xmlns:a16="http://schemas.microsoft.com/office/drawing/2014/main" id="{94959B97-290A-498F-B5F1-87BB271511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00" y="3552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288" name="Text Box 16">
                  <a:extLst>
                    <a:ext uri="{FF2B5EF4-FFF2-40B4-BE49-F238E27FC236}">
                      <a16:creationId xmlns:a16="http://schemas.microsoft.com/office/drawing/2014/main" id="{803C8474-DA54-452E-A68A-3E143CA67C4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449" y="3598"/>
                  <a:ext cx="239" cy="30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600" b="1">
                      <a:latin typeface="Verdana" panose="020B0604030504040204" pitchFamily="34" charset="0"/>
                    </a:rPr>
                    <a:t>Q</a:t>
                  </a:r>
                </a:p>
              </p:txBody>
            </p:sp>
          </p:grpSp>
          <p:sp>
            <p:nvSpPr>
              <p:cNvPr id="10286" name="Line 17">
                <a:extLst>
                  <a:ext uri="{FF2B5EF4-FFF2-40B4-BE49-F238E27FC236}">
                    <a16:creationId xmlns:a16="http://schemas.microsoft.com/office/drawing/2014/main" id="{22F9C49A-4711-49C5-9695-A8309586D5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1920"/>
                <a:ext cx="57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69" name="Group 18">
              <a:extLst>
                <a:ext uri="{FF2B5EF4-FFF2-40B4-BE49-F238E27FC236}">
                  <a16:creationId xmlns:a16="http://schemas.microsoft.com/office/drawing/2014/main" id="{60E1E43C-B8A6-4583-B378-A471E24DEE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2352"/>
              <a:ext cx="576" cy="693"/>
              <a:chOff x="816" y="2352"/>
              <a:chExt cx="576" cy="693"/>
            </a:xfrm>
          </p:grpSpPr>
          <p:grpSp>
            <p:nvGrpSpPr>
              <p:cNvPr id="10280" name="Group 19">
                <a:extLst>
                  <a:ext uri="{FF2B5EF4-FFF2-40B4-BE49-F238E27FC236}">
                    <a16:creationId xmlns:a16="http://schemas.microsoft.com/office/drawing/2014/main" id="{BF119A91-F0EE-43B3-806F-DAEC7D9899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2688"/>
                <a:ext cx="336" cy="357"/>
                <a:chOff x="1920" y="2400"/>
                <a:chExt cx="336" cy="357"/>
              </a:xfrm>
            </p:grpSpPr>
            <p:sp>
              <p:nvSpPr>
                <p:cNvPr id="10282" name="Oval 20">
                  <a:extLst>
                    <a:ext uri="{FF2B5EF4-FFF2-40B4-BE49-F238E27FC236}">
                      <a16:creationId xmlns:a16="http://schemas.microsoft.com/office/drawing/2014/main" id="{2A22984A-92EE-4834-9A49-5FC20243F5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283" name="Text Box 21">
                  <a:extLst>
                    <a:ext uri="{FF2B5EF4-FFF2-40B4-BE49-F238E27FC236}">
                      <a16:creationId xmlns:a16="http://schemas.microsoft.com/office/drawing/2014/main" id="{E0C01491-CE9D-45BC-9534-FEF3DBFA7B5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6"/>
                  <a:ext cx="239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600" b="1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  <p:sp>
              <p:nvSpPr>
                <p:cNvPr id="10284" name="Text Box 22">
                  <a:extLst>
                    <a:ext uri="{FF2B5EF4-FFF2-40B4-BE49-F238E27FC236}">
                      <a16:creationId xmlns:a16="http://schemas.microsoft.com/office/drawing/2014/main" id="{7D9A6784-E449-46F6-A67E-AA118B891BA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9"/>
                  <a:ext cx="239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600" b="1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</p:grpSp>
          <p:sp>
            <p:nvSpPr>
              <p:cNvPr id="10281" name="Line 23">
                <a:extLst>
                  <a:ext uri="{FF2B5EF4-FFF2-40B4-BE49-F238E27FC236}">
                    <a16:creationId xmlns:a16="http://schemas.microsoft.com/office/drawing/2014/main" id="{1485F0FF-760D-4445-A37C-B8B7C07A8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04" y="2352"/>
                <a:ext cx="288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70" name="Group 24">
              <a:extLst>
                <a:ext uri="{FF2B5EF4-FFF2-40B4-BE49-F238E27FC236}">
                  <a16:creationId xmlns:a16="http://schemas.microsoft.com/office/drawing/2014/main" id="{2E27D0CB-E0E4-4F37-9AB4-7AD3839068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352"/>
              <a:ext cx="480" cy="693"/>
              <a:chOff x="1632" y="2352"/>
              <a:chExt cx="480" cy="693"/>
            </a:xfrm>
          </p:grpSpPr>
          <p:grpSp>
            <p:nvGrpSpPr>
              <p:cNvPr id="10276" name="Group 25">
                <a:extLst>
                  <a:ext uri="{FF2B5EF4-FFF2-40B4-BE49-F238E27FC236}">
                    <a16:creationId xmlns:a16="http://schemas.microsoft.com/office/drawing/2014/main" id="{2E4D146F-FEBB-4022-A693-0DFC0F4457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2688"/>
                <a:ext cx="336" cy="357"/>
                <a:chOff x="4080" y="2160"/>
                <a:chExt cx="336" cy="357"/>
              </a:xfrm>
            </p:grpSpPr>
            <p:sp>
              <p:nvSpPr>
                <p:cNvPr id="10278" name="Oval 26">
                  <a:extLst>
                    <a:ext uri="{FF2B5EF4-FFF2-40B4-BE49-F238E27FC236}">
                      <a16:creationId xmlns:a16="http://schemas.microsoft.com/office/drawing/2014/main" id="{359CDA75-CBF4-4C5A-B58E-310654FB65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80" y="216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279" name="Text Box 27">
                  <a:extLst>
                    <a:ext uri="{FF2B5EF4-FFF2-40B4-BE49-F238E27FC236}">
                      <a16:creationId xmlns:a16="http://schemas.microsoft.com/office/drawing/2014/main" id="{3B9C54CD-E4FB-4CDF-A947-EA30FB1D29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128" y="2209"/>
                  <a:ext cx="240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600" b="1">
                      <a:latin typeface="Verdana" panose="020B0604030504040204" pitchFamily="34" charset="0"/>
                    </a:rPr>
                    <a:t>F</a:t>
                  </a:r>
                </a:p>
              </p:txBody>
            </p:sp>
          </p:grpSp>
          <p:sp>
            <p:nvSpPr>
              <p:cNvPr id="10277" name="Line 28">
                <a:extLst>
                  <a:ext uri="{FF2B5EF4-FFF2-40B4-BE49-F238E27FC236}">
                    <a16:creationId xmlns:a16="http://schemas.microsoft.com/office/drawing/2014/main" id="{EAB8EB3C-DF12-40EC-AF8C-5102EFD7D3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352"/>
                <a:ext cx="192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10271" name="Group 29">
              <a:extLst>
                <a:ext uri="{FF2B5EF4-FFF2-40B4-BE49-F238E27FC236}">
                  <a16:creationId xmlns:a16="http://schemas.microsoft.com/office/drawing/2014/main" id="{1E8CA056-64BD-4DBE-9B62-EB3DD60E8AF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0" y="2352"/>
              <a:ext cx="624" cy="693"/>
              <a:chOff x="3456" y="2352"/>
              <a:chExt cx="624" cy="693"/>
            </a:xfrm>
          </p:grpSpPr>
          <p:grpSp>
            <p:nvGrpSpPr>
              <p:cNvPr id="10272" name="Group 30">
                <a:extLst>
                  <a:ext uri="{FF2B5EF4-FFF2-40B4-BE49-F238E27FC236}">
                    <a16:creationId xmlns:a16="http://schemas.microsoft.com/office/drawing/2014/main" id="{B2A4C686-FE7F-4466-A2B8-13ECEE73D0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744" y="2688"/>
                <a:ext cx="336" cy="357"/>
                <a:chOff x="2544" y="2976"/>
                <a:chExt cx="336" cy="357"/>
              </a:xfrm>
            </p:grpSpPr>
            <p:sp>
              <p:nvSpPr>
                <p:cNvPr id="10274" name="Oval 31">
                  <a:extLst>
                    <a:ext uri="{FF2B5EF4-FFF2-40B4-BE49-F238E27FC236}">
                      <a16:creationId xmlns:a16="http://schemas.microsoft.com/office/drawing/2014/main" id="{E3A7C7B3-B5F4-4F1F-93F6-5D352FACA6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2976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0275" name="Text Box 32">
                  <a:extLst>
                    <a:ext uri="{FF2B5EF4-FFF2-40B4-BE49-F238E27FC236}">
                      <a16:creationId xmlns:a16="http://schemas.microsoft.com/office/drawing/2014/main" id="{BB469832-A1AF-4CAE-BDB1-C08AFF53864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93" y="3025"/>
                  <a:ext cx="239" cy="30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600" b="1">
                      <a:latin typeface="Verdana" panose="020B0604030504040204" pitchFamily="34" charset="0"/>
                    </a:rPr>
                    <a:t>S</a:t>
                  </a:r>
                </a:p>
              </p:txBody>
            </p:sp>
          </p:grpSp>
          <p:sp>
            <p:nvSpPr>
              <p:cNvPr id="10273" name="Line 33">
                <a:extLst>
                  <a:ext uri="{FF2B5EF4-FFF2-40B4-BE49-F238E27FC236}">
                    <a16:creationId xmlns:a16="http://schemas.microsoft.com/office/drawing/2014/main" id="{D0263C31-B088-4650-A74A-57FAD6ECC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2352"/>
                <a:ext cx="288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sp>
        <p:nvSpPr>
          <p:cNvPr id="10246" name="Freeform 37">
            <a:extLst>
              <a:ext uri="{FF2B5EF4-FFF2-40B4-BE49-F238E27FC236}">
                <a16:creationId xmlns:a16="http://schemas.microsoft.com/office/drawing/2014/main" id="{E77AE999-895D-4879-A581-AF7292C9E329}"/>
              </a:ext>
            </a:extLst>
          </p:cNvPr>
          <p:cNvSpPr>
            <a:spLocks/>
          </p:cNvSpPr>
          <p:nvPr/>
        </p:nvSpPr>
        <p:spPr bwMode="auto">
          <a:xfrm>
            <a:off x="8674100" y="2165350"/>
            <a:ext cx="1333500" cy="1460500"/>
          </a:xfrm>
          <a:custGeom>
            <a:avLst/>
            <a:gdLst>
              <a:gd name="T0" fmla="*/ 2147483646 w 840"/>
              <a:gd name="T1" fmla="*/ 2147483646 h 920"/>
              <a:gd name="T2" fmla="*/ 2147483646 w 840"/>
              <a:gd name="T3" fmla="*/ 2147483646 h 920"/>
              <a:gd name="T4" fmla="*/ 2147483646 w 840"/>
              <a:gd name="T5" fmla="*/ 2147483646 h 920"/>
              <a:gd name="T6" fmla="*/ 2147483646 w 840"/>
              <a:gd name="T7" fmla="*/ 2147483646 h 920"/>
              <a:gd name="T8" fmla="*/ 2147483646 w 840"/>
              <a:gd name="T9" fmla="*/ 2147483646 h 9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0"/>
              <a:gd name="T16" fmla="*/ 0 h 920"/>
              <a:gd name="T17" fmla="*/ 840 w 840"/>
              <a:gd name="T18" fmla="*/ 920 h 9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0" h="920">
                <a:moveTo>
                  <a:pt x="728" y="8"/>
                </a:moveTo>
                <a:cubicBezTo>
                  <a:pt x="784" y="4"/>
                  <a:pt x="840" y="0"/>
                  <a:pt x="728" y="56"/>
                </a:cubicBezTo>
                <a:cubicBezTo>
                  <a:pt x="616" y="112"/>
                  <a:pt x="112" y="224"/>
                  <a:pt x="56" y="344"/>
                </a:cubicBezTo>
                <a:cubicBezTo>
                  <a:pt x="0" y="464"/>
                  <a:pt x="328" y="680"/>
                  <a:pt x="392" y="776"/>
                </a:cubicBezTo>
                <a:cubicBezTo>
                  <a:pt x="456" y="872"/>
                  <a:pt x="416" y="888"/>
                  <a:pt x="440" y="920"/>
                </a:cubicBezTo>
              </a:path>
            </a:pathLst>
          </a:custGeom>
          <a:noFill/>
          <a:ln w="19050">
            <a:solidFill>
              <a:schemeClr val="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0247" name="Oval 40">
            <a:extLst>
              <a:ext uri="{FF2B5EF4-FFF2-40B4-BE49-F238E27FC236}">
                <a16:creationId xmlns:a16="http://schemas.microsoft.com/office/drawing/2014/main" id="{63F2C871-66D9-477F-AFE1-59D010C9B3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82100" y="3600450"/>
            <a:ext cx="381000" cy="368300"/>
          </a:xfrm>
          <a:prstGeom prst="ellipse">
            <a:avLst/>
          </a:prstGeom>
          <a:noFill/>
          <a:ln w="6350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10248" name="Text Box 41">
            <a:extLst>
              <a:ext uri="{FF2B5EF4-FFF2-40B4-BE49-F238E27FC236}">
                <a16:creationId xmlns:a16="http://schemas.microsoft.com/office/drawing/2014/main" id="{6D3686F8-5DD4-42AF-B680-DB9682FB5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6075" y="3651250"/>
            <a:ext cx="273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>
                <a:latin typeface="Verdana" panose="020B0604030504040204" pitchFamily="34" charset="0"/>
              </a:rPr>
              <a:t>E</a:t>
            </a:r>
          </a:p>
        </p:txBody>
      </p:sp>
      <p:sp>
        <p:nvSpPr>
          <p:cNvPr id="7177" name="Oval 45">
            <a:extLst>
              <a:ext uri="{FF2B5EF4-FFF2-40B4-BE49-F238E27FC236}">
                <a16:creationId xmlns:a16="http://schemas.microsoft.com/office/drawing/2014/main" id="{26A5CBF3-3F7A-48B8-AF00-94072EA71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5538" y="4840288"/>
            <a:ext cx="352425" cy="3667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7178" name="Text Box 46">
            <a:extLst>
              <a:ext uri="{FF2B5EF4-FFF2-40B4-BE49-F238E27FC236}">
                <a16:creationId xmlns:a16="http://schemas.microsoft.com/office/drawing/2014/main" id="{3CC22670-461A-4D79-97CE-AB0E3364F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850" y="4859338"/>
            <a:ext cx="4429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chemeClr val="folHlink"/>
                </a:solidFill>
                <a:latin typeface="Verdana" panose="020B0604030504040204" pitchFamily="34" charset="0"/>
              </a:rPr>
              <a:t>20</a:t>
            </a:r>
          </a:p>
        </p:txBody>
      </p:sp>
      <p:sp>
        <p:nvSpPr>
          <p:cNvPr id="7179" name="Oval 49">
            <a:extLst>
              <a:ext uri="{FF2B5EF4-FFF2-40B4-BE49-F238E27FC236}">
                <a16:creationId xmlns:a16="http://schemas.microsoft.com/office/drawing/2014/main" id="{ADAC36BB-6CEE-4C0C-8B46-94CF21FDF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45638" y="5253038"/>
            <a:ext cx="352425" cy="3667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7180" name="Oval 54">
            <a:extLst>
              <a:ext uri="{FF2B5EF4-FFF2-40B4-BE49-F238E27FC236}">
                <a16:creationId xmlns:a16="http://schemas.microsoft.com/office/drawing/2014/main" id="{B750BFCE-56DC-49FD-96E9-82B899ED8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34650" y="5275263"/>
            <a:ext cx="354013" cy="366712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7181" name="Text Box 55">
            <a:extLst>
              <a:ext uri="{FF2B5EF4-FFF2-40B4-BE49-F238E27FC236}">
                <a16:creationId xmlns:a16="http://schemas.microsoft.com/office/drawing/2014/main" id="{D46CE3F9-29DC-45FB-99EB-91732F5AF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2900" y="5308600"/>
            <a:ext cx="533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anose="020B0604030504040204" pitchFamily="34" charset="0"/>
              </a:rPr>
              <a:t>30</a:t>
            </a:r>
          </a:p>
        </p:txBody>
      </p:sp>
      <p:sp>
        <p:nvSpPr>
          <p:cNvPr id="7182" name="Oval 59">
            <a:extLst>
              <a:ext uri="{FF2B5EF4-FFF2-40B4-BE49-F238E27FC236}">
                <a16:creationId xmlns:a16="http://schemas.microsoft.com/office/drawing/2014/main" id="{F604B083-F183-4589-B370-3FDF146B4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715000"/>
            <a:ext cx="352425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7183" name="Text Box 61">
            <a:extLst>
              <a:ext uri="{FF2B5EF4-FFF2-40B4-BE49-F238E27FC236}">
                <a16:creationId xmlns:a16="http://schemas.microsoft.com/office/drawing/2014/main" id="{BBDC8313-62C3-45E5-B03A-EA6B904385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3050" y="5753100"/>
            <a:ext cx="250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anose="020B0604030504040204" pitchFamily="34" charset="0"/>
              </a:rPr>
              <a:t>5</a:t>
            </a:r>
          </a:p>
        </p:txBody>
      </p:sp>
      <p:sp>
        <p:nvSpPr>
          <p:cNvPr id="7184" name="Oval 65">
            <a:extLst>
              <a:ext uri="{FF2B5EF4-FFF2-40B4-BE49-F238E27FC236}">
                <a16:creationId xmlns:a16="http://schemas.microsoft.com/office/drawing/2014/main" id="{0529D2F1-727D-4FD1-96E2-84EF6C7C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5363" y="5721350"/>
            <a:ext cx="354012" cy="368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7185" name="Text Box 66">
            <a:extLst>
              <a:ext uri="{FF2B5EF4-FFF2-40B4-BE49-F238E27FC236}">
                <a16:creationId xmlns:a16="http://schemas.microsoft.com/office/drawing/2014/main" id="{B1EC15FB-60DA-41F9-952D-F60598BC2C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5325" y="6248400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anose="020B0604030504040204" pitchFamily="34" charset="0"/>
              </a:rPr>
              <a:t>12</a:t>
            </a:r>
          </a:p>
        </p:txBody>
      </p:sp>
      <p:sp>
        <p:nvSpPr>
          <p:cNvPr id="7186" name="Text Box 71">
            <a:extLst>
              <a:ext uri="{FF2B5EF4-FFF2-40B4-BE49-F238E27FC236}">
                <a16:creationId xmlns:a16="http://schemas.microsoft.com/office/drawing/2014/main" id="{71079EE7-EA12-4E9A-8CA8-CF34405BA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5950" y="5276850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anose="020B0604030504040204" pitchFamily="34" charset="0"/>
              </a:rPr>
              <a:t>10</a:t>
            </a:r>
          </a:p>
        </p:txBody>
      </p:sp>
      <p:sp>
        <p:nvSpPr>
          <p:cNvPr id="7187" name="Text Box 50">
            <a:extLst>
              <a:ext uri="{FF2B5EF4-FFF2-40B4-BE49-F238E27FC236}">
                <a16:creationId xmlns:a16="http://schemas.microsoft.com/office/drawing/2014/main" id="{9ED436AA-D0DF-484B-A75A-E89FB749F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48850" y="5749925"/>
            <a:ext cx="457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anose="020B0604030504040204" pitchFamily="34" charset="0"/>
              </a:rPr>
              <a:t>15</a:t>
            </a:r>
          </a:p>
        </p:txBody>
      </p:sp>
      <p:sp>
        <p:nvSpPr>
          <p:cNvPr id="7188" name="Line 73">
            <a:extLst>
              <a:ext uri="{FF2B5EF4-FFF2-40B4-BE49-F238E27FC236}">
                <a16:creationId xmlns:a16="http://schemas.microsoft.com/office/drawing/2014/main" id="{EBF1C68C-079C-4813-B50B-1E71D8404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8850" y="5568950"/>
            <a:ext cx="762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89" name="Line 74">
            <a:extLst>
              <a:ext uri="{FF2B5EF4-FFF2-40B4-BE49-F238E27FC236}">
                <a16:creationId xmlns:a16="http://schemas.microsoft.com/office/drawing/2014/main" id="{0DEEE63E-8350-4C92-BAD4-661A8148FE6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48800" y="5562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90" name="Line 75">
            <a:extLst>
              <a:ext uri="{FF2B5EF4-FFF2-40B4-BE49-F238E27FC236}">
                <a16:creationId xmlns:a16="http://schemas.microsoft.com/office/drawing/2014/main" id="{A6C9F72C-692C-4C87-AE7D-0926BDC6DB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42500" y="607695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91" name="Line 76">
            <a:extLst>
              <a:ext uri="{FF2B5EF4-FFF2-40B4-BE49-F238E27FC236}">
                <a16:creationId xmlns:a16="http://schemas.microsoft.com/office/drawing/2014/main" id="{4284576A-420A-48FC-84BA-7F68944419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823450" y="5130800"/>
            <a:ext cx="228600" cy="152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92" name="Line 77">
            <a:extLst>
              <a:ext uri="{FF2B5EF4-FFF2-40B4-BE49-F238E27FC236}">
                <a16:creationId xmlns:a16="http://schemas.microsoft.com/office/drawing/2014/main" id="{75E85717-1EF2-4FF6-8108-D5E80AF3F6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350500" y="511175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193" name="Freeform 79">
            <a:extLst>
              <a:ext uri="{FF2B5EF4-FFF2-40B4-BE49-F238E27FC236}">
                <a16:creationId xmlns:a16="http://schemas.microsoft.com/office/drawing/2014/main" id="{C99A440D-C6FC-40C9-A8AE-800A9F796815}"/>
              </a:ext>
            </a:extLst>
          </p:cNvPr>
          <p:cNvSpPr>
            <a:spLocks/>
          </p:cNvSpPr>
          <p:nvPr/>
        </p:nvSpPr>
        <p:spPr bwMode="auto">
          <a:xfrm>
            <a:off x="10128250" y="5207000"/>
            <a:ext cx="254000" cy="609600"/>
          </a:xfrm>
          <a:custGeom>
            <a:avLst/>
            <a:gdLst>
              <a:gd name="T0" fmla="*/ 0 w 160"/>
              <a:gd name="T1" fmla="*/ 2147483646 h 384"/>
              <a:gd name="T2" fmla="*/ 2147483646 w 160"/>
              <a:gd name="T3" fmla="*/ 2147483646 h 384"/>
              <a:gd name="T4" fmla="*/ 2147483646 w 160"/>
              <a:gd name="T5" fmla="*/ 0 h 384"/>
              <a:gd name="T6" fmla="*/ 0 60000 65536"/>
              <a:gd name="T7" fmla="*/ 0 60000 65536"/>
              <a:gd name="T8" fmla="*/ 0 60000 65536"/>
              <a:gd name="T9" fmla="*/ 0 w 160"/>
              <a:gd name="T10" fmla="*/ 0 h 384"/>
              <a:gd name="T11" fmla="*/ 160 w 160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0" h="384">
                <a:moveTo>
                  <a:pt x="0" y="384"/>
                </a:moveTo>
                <a:cubicBezTo>
                  <a:pt x="64" y="344"/>
                  <a:pt x="128" y="304"/>
                  <a:pt x="144" y="240"/>
                </a:cubicBezTo>
                <a:cubicBezTo>
                  <a:pt x="160" y="176"/>
                  <a:pt x="128" y="88"/>
                  <a:pt x="96" y="0"/>
                </a:cubicBezTo>
              </a:path>
            </a:pathLst>
          </a:custGeom>
          <a:noFill/>
          <a:ln w="19050">
            <a:solidFill>
              <a:schemeClr val="fol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2" grpId="0" animBg="1"/>
      <p:bldP spid="7177" grpId="0" animBg="1"/>
      <p:bldP spid="7178" grpId="0"/>
      <p:bldP spid="7179" grpId="0" animBg="1"/>
      <p:bldP spid="7180" grpId="0" animBg="1"/>
      <p:bldP spid="7181" grpId="0"/>
      <p:bldP spid="7182" grpId="0" animBg="1"/>
      <p:bldP spid="7183" grpId="0"/>
      <p:bldP spid="7184" grpId="0" animBg="1"/>
      <p:bldP spid="7185" grpId="0"/>
      <p:bldP spid="7186" grpId="0"/>
      <p:bldP spid="718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4CD6FDB-45A9-4020-A483-E28E6A79E3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228600"/>
            <a:ext cx="10287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/>
              <a:t>Anomalie de inserare în arbore binar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080016-18D7-42D9-9B38-597339A72104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1295400"/>
            <a:ext cx="7467600" cy="609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L, D, B, Q, N, F, S, R, T, M, E, G, P, A, C</a:t>
            </a:r>
          </a:p>
        </p:txBody>
      </p:sp>
      <p:grpSp>
        <p:nvGrpSpPr>
          <p:cNvPr id="5" name="Group 39">
            <a:extLst>
              <a:ext uri="{FF2B5EF4-FFF2-40B4-BE49-F238E27FC236}">
                <a16:creationId xmlns:a16="http://schemas.microsoft.com/office/drawing/2014/main" id="{8E7F3784-6848-4BF6-8A17-0D1075B45B85}"/>
              </a:ext>
            </a:extLst>
          </p:cNvPr>
          <p:cNvGrpSpPr>
            <a:grpSpLocks/>
          </p:cNvGrpSpPr>
          <p:nvPr/>
        </p:nvGrpSpPr>
        <p:grpSpPr bwMode="auto">
          <a:xfrm>
            <a:off x="7010400" y="2667000"/>
            <a:ext cx="533400" cy="533400"/>
            <a:chOff x="5040" y="2736"/>
            <a:chExt cx="336" cy="336"/>
          </a:xfrm>
        </p:grpSpPr>
        <p:sp>
          <p:nvSpPr>
            <p:cNvPr id="11340" name="Oval 27">
              <a:extLst>
                <a:ext uri="{FF2B5EF4-FFF2-40B4-BE49-F238E27FC236}">
                  <a16:creationId xmlns:a16="http://schemas.microsoft.com/office/drawing/2014/main" id="{151A3561-EA07-474E-8E9C-A161741A1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0" y="2736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1341" name="Text Box 16">
              <a:extLst>
                <a:ext uri="{FF2B5EF4-FFF2-40B4-BE49-F238E27FC236}">
                  <a16:creationId xmlns:a16="http://schemas.microsoft.com/office/drawing/2014/main" id="{11A81CF4-AC3B-42D4-AB0A-328E571C4C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8" y="278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L</a:t>
              </a:r>
            </a:p>
          </p:txBody>
        </p:sp>
      </p:grpSp>
      <p:grpSp>
        <p:nvGrpSpPr>
          <p:cNvPr id="8" name="Group 56">
            <a:extLst>
              <a:ext uri="{FF2B5EF4-FFF2-40B4-BE49-F238E27FC236}">
                <a16:creationId xmlns:a16="http://schemas.microsoft.com/office/drawing/2014/main" id="{7C2CB1F4-219E-4CF6-8B45-33EB8F947310}"/>
              </a:ext>
            </a:extLst>
          </p:cNvPr>
          <p:cNvGrpSpPr>
            <a:grpSpLocks/>
          </p:cNvGrpSpPr>
          <p:nvPr/>
        </p:nvGrpSpPr>
        <p:grpSpPr bwMode="auto">
          <a:xfrm>
            <a:off x="5486400" y="3124200"/>
            <a:ext cx="1600200" cy="762000"/>
            <a:chOff x="1344" y="1920"/>
            <a:chExt cx="1008" cy="480"/>
          </a:xfrm>
        </p:grpSpPr>
        <p:grpSp>
          <p:nvGrpSpPr>
            <p:cNvPr id="11336" name="Group 42">
              <a:extLst>
                <a:ext uri="{FF2B5EF4-FFF2-40B4-BE49-F238E27FC236}">
                  <a16:creationId xmlns:a16="http://schemas.microsoft.com/office/drawing/2014/main" id="{B8F4E5A8-CDB0-4D54-BAF6-EFFEBE1D4D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2064"/>
              <a:ext cx="336" cy="336"/>
              <a:chOff x="2880" y="1920"/>
              <a:chExt cx="336" cy="336"/>
            </a:xfrm>
          </p:grpSpPr>
          <p:sp>
            <p:nvSpPr>
              <p:cNvPr id="11338" name="Oval 26">
                <a:extLst>
                  <a:ext uri="{FF2B5EF4-FFF2-40B4-BE49-F238E27FC236}">
                    <a16:creationId xmlns:a16="http://schemas.microsoft.com/office/drawing/2014/main" id="{0615A86E-163F-4E88-973F-848CC69D42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92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39" name="Text Box 12">
                <a:extLst>
                  <a:ext uri="{FF2B5EF4-FFF2-40B4-BE49-F238E27FC236}">
                    <a16:creationId xmlns:a16="http://schemas.microsoft.com/office/drawing/2014/main" id="{A9984557-D5D0-45FA-BB2B-7B62B844DB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196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D</a:t>
                </a:r>
              </a:p>
            </p:txBody>
          </p:sp>
        </p:grpSp>
        <p:sp>
          <p:nvSpPr>
            <p:cNvPr id="11337" name="Line 54">
              <a:extLst>
                <a:ext uri="{FF2B5EF4-FFF2-40B4-BE49-F238E27FC236}">
                  <a16:creationId xmlns:a16="http://schemas.microsoft.com/office/drawing/2014/main" id="{D0B4039B-4F17-4396-88E6-7832E49C24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1920"/>
              <a:ext cx="672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3" name="Group 57">
            <a:extLst>
              <a:ext uri="{FF2B5EF4-FFF2-40B4-BE49-F238E27FC236}">
                <a16:creationId xmlns:a16="http://schemas.microsoft.com/office/drawing/2014/main" id="{5A429D4F-14EC-4E52-8742-BB7570B72906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3124200"/>
            <a:ext cx="1447800" cy="762000"/>
            <a:chOff x="2592" y="1920"/>
            <a:chExt cx="912" cy="480"/>
          </a:xfrm>
        </p:grpSpPr>
        <p:grpSp>
          <p:nvGrpSpPr>
            <p:cNvPr id="11332" name="Group 44">
              <a:extLst>
                <a:ext uri="{FF2B5EF4-FFF2-40B4-BE49-F238E27FC236}">
                  <a16:creationId xmlns:a16="http://schemas.microsoft.com/office/drawing/2014/main" id="{89AB6EEA-A3E4-4502-AB93-CAB8B02A5F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064"/>
              <a:ext cx="336" cy="336"/>
              <a:chOff x="2400" y="3552"/>
              <a:chExt cx="336" cy="336"/>
            </a:xfrm>
          </p:grpSpPr>
          <p:sp>
            <p:nvSpPr>
              <p:cNvPr id="11334" name="Oval 28">
                <a:extLst>
                  <a:ext uri="{FF2B5EF4-FFF2-40B4-BE49-F238E27FC236}">
                    <a16:creationId xmlns:a16="http://schemas.microsoft.com/office/drawing/2014/main" id="{9702D0B3-6C1D-4EF1-BB5B-A7E404A020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55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35" name="Text Box 20">
                <a:extLst>
                  <a:ext uri="{FF2B5EF4-FFF2-40B4-BE49-F238E27FC236}">
                    <a16:creationId xmlns:a16="http://schemas.microsoft.com/office/drawing/2014/main" id="{BF4CB4DB-2875-40A1-8254-C53CA34CEA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6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Q</a:t>
                </a:r>
              </a:p>
            </p:txBody>
          </p:sp>
        </p:grpSp>
        <p:sp>
          <p:nvSpPr>
            <p:cNvPr id="11333" name="Line 55">
              <a:extLst>
                <a:ext uri="{FF2B5EF4-FFF2-40B4-BE49-F238E27FC236}">
                  <a16:creationId xmlns:a16="http://schemas.microsoft.com/office/drawing/2014/main" id="{C798F5FB-8A54-4C5B-BE7D-4EB811AE9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920"/>
              <a:ext cx="57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8" name="Group 60">
            <a:extLst>
              <a:ext uri="{FF2B5EF4-FFF2-40B4-BE49-F238E27FC236}">
                <a16:creationId xmlns:a16="http://schemas.microsoft.com/office/drawing/2014/main" id="{8438FAC4-A4E6-4938-B002-53FB767B71AB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3810000"/>
            <a:ext cx="914400" cy="1066800"/>
            <a:chOff x="816" y="2352"/>
            <a:chExt cx="576" cy="672"/>
          </a:xfrm>
        </p:grpSpPr>
        <p:grpSp>
          <p:nvGrpSpPr>
            <p:cNvPr id="11327" name="Group 40">
              <a:extLst>
                <a:ext uri="{FF2B5EF4-FFF2-40B4-BE49-F238E27FC236}">
                  <a16:creationId xmlns:a16="http://schemas.microsoft.com/office/drawing/2014/main" id="{1FF45341-C048-4202-9414-207373522C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2688"/>
              <a:ext cx="336" cy="336"/>
              <a:chOff x="1920" y="2400"/>
              <a:chExt cx="336" cy="336"/>
            </a:xfrm>
          </p:grpSpPr>
          <p:sp>
            <p:nvSpPr>
              <p:cNvPr id="11329" name="Oval 25">
                <a:extLst>
                  <a:ext uri="{FF2B5EF4-FFF2-40B4-BE49-F238E27FC236}">
                    <a16:creationId xmlns:a16="http://schemas.microsoft.com/office/drawing/2014/main" id="{B9CF20CD-E492-4684-A1D6-C841DBC3D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30" name="Text Box 9">
                <a:extLst>
                  <a:ext uri="{FF2B5EF4-FFF2-40B4-BE49-F238E27FC236}">
                    <a16:creationId xmlns:a16="http://schemas.microsoft.com/office/drawing/2014/main" id="{EEBF5A5A-13DF-4F47-BE10-C7ACA496DA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1331" name="Text Box 10">
                <a:extLst>
                  <a:ext uri="{FF2B5EF4-FFF2-40B4-BE49-F238E27FC236}">
                    <a16:creationId xmlns:a16="http://schemas.microsoft.com/office/drawing/2014/main" id="{C0C60585-D822-46AE-B225-61635658F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sp>
          <p:nvSpPr>
            <p:cNvPr id="11328" name="Line 58">
              <a:extLst>
                <a:ext uri="{FF2B5EF4-FFF2-40B4-BE49-F238E27FC236}">
                  <a16:creationId xmlns:a16="http://schemas.microsoft.com/office/drawing/2014/main" id="{76A876CC-402A-480F-BFC2-2FEDF90F6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2352"/>
              <a:ext cx="288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4" name="Group 61">
            <a:extLst>
              <a:ext uri="{FF2B5EF4-FFF2-40B4-BE49-F238E27FC236}">
                <a16:creationId xmlns:a16="http://schemas.microsoft.com/office/drawing/2014/main" id="{8ABBBDB3-D840-4489-8C7E-8E515B2FDC99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810000"/>
            <a:ext cx="762000" cy="1066800"/>
            <a:chOff x="1632" y="2352"/>
            <a:chExt cx="480" cy="672"/>
          </a:xfrm>
        </p:grpSpPr>
        <p:grpSp>
          <p:nvGrpSpPr>
            <p:cNvPr id="11323" name="Group 49">
              <a:extLst>
                <a:ext uri="{FF2B5EF4-FFF2-40B4-BE49-F238E27FC236}">
                  <a16:creationId xmlns:a16="http://schemas.microsoft.com/office/drawing/2014/main" id="{9AC611A1-A811-4706-A07A-25C2516BC5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2688"/>
              <a:ext cx="336" cy="336"/>
              <a:chOff x="4080" y="2160"/>
              <a:chExt cx="336" cy="336"/>
            </a:xfrm>
          </p:grpSpPr>
          <p:sp>
            <p:nvSpPr>
              <p:cNvPr id="11325" name="Oval 33">
                <a:extLst>
                  <a:ext uri="{FF2B5EF4-FFF2-40B4-BE49-F238E27FC236}">
                    <a16:creationId xmlns:a16="http://schemas.microsoft.com/office/drawing/2014/main" id="{D1949923-76EE-4123-93FE-FA628BDEB9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16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26" name="Text Box 14">
                <a:extLst>
                  <a:ext uri="{FF2B5EF4-FFF2-40B4-BE49-F238E27FC236}">
                    <a16:creationId xmlns:a16="http://schemas.microsoft.com/office/drawing/2014/main" id="{945C9E6C-9034-4E62-9CA9-3B1C6C7A36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220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11324" name="Line 59">
              <a:extLst>
                <a:ext uri="{FF2B5EF4-FFF2-40B4-BE49-F238E27FC236}">
                  <a16:creationId xmlns:a16="http://schemas.microsoft.com/office/drawing/2014/main" id="{271A7B1B-5474-4D42-B407-5D7B7B81B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2352"/>
              <a:ext cx="192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9" name="Group 64">
            <a:extLst>
              <a:ext uri="{FF2B5EF4-FFF2-40B4-BE49-F238E27FC236}">
                <a16:creationId xmlns:a16="http://schemas.microsoft.com/office/drawing/2014/main" id="{EF0102D1-2B3F-4EEE-85C5-73FD0EF3BBB4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810000"/>
            <a:ext cx="762000" cy="1066800"/>
            <a:chOff x="2736" y="2352"/>
            <a:chExt cx="480" cy="672"/>
          </a:xfrm>
        </p:grpSpPr>
        <p:grpSp>
          <p:nvGrpSpPr>
            <p:cNvPr id="11319" name="Group 52">
              <a:extLst>
                <a:ext uri="{FF2B5EF4-FFF2-40B4-BE49-F238E27FC236}">
                  <a16:creationId xmlns:a16="http://schemas.microsoft.com/office/drawing/2014/main" id="{DDEBB1B6-A0B0-4A4D-9F0C-FDF185F560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2688"/>
              <a:ext cx="336" cy="336"/>
              <a:chOff x="3984" y="3840"/>
              <a:chExt cx="336" cy="336"/>
            </a:xfrm>
          </p:grpSpPr>
          <p:sp>
            <p:nvSpPr>
              <p:cNvPr id="11321" name="Oval 36">
                <a:extLst>
                  <a:ext uri="{FF2B5EF4-FFF2-40B4-BE49-F238E27FC236}">
                    <a16:creationId xmlns:a16="http://schemas.microsoft.com/office/drawing/2014/main" id="{C6F1CE68-8DEC-4A8C-A200-CBD59D493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84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22" name="Text Box 18">
                <a:extLst>
                  <a:ext uri="{FF2B5EF4-FFF2-40B4-BE49-F238E27FC236}">
                    <a16:creationId xmlns:a16="http://schemas.microsoft.com/office/drawing/2014/main" id="{C0356247-C72E-470D-8FE1-4A8FB12B44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88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N</a:t>
                </a:r>
              </a:p>
            </p:txBody>
          </p:sp>
        </p:grpSp>
        <p:sp>
          <p:nvSpPr>
            <p:cNvPr id="11320" name="Line 62">
              <a:extLst>
                <a:ext uri="{FF2B5EF4-FFF2-40B4-BE49-F238E27FC236}">
                  <a16:creationId xmlns:a16="http://schemas.microsoft.com/office/drawing/2014/main" id="{6B1B7CAA-75DA-421E-B4DC-9A7325FEA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352"/>
              <a:ext cx="192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4" name="Group 65">
            <a:extLst>
              <a:ext uri="{FF2B5EF4-FFF2-40B4-BE49-F238E27FC236}">
                <a16:creationId xmlns:a16="http://schemas.microsoft.com/office/drawing/2014/main" id="{02FD54B2-7EC0-42E8-A591-922E59691291}"/>
              </a:ext>
            </a:extLst>
          </p:cNvPr>
          <p:cNvGrpSpPr>
            <a:grpSpLocks/>
          </p:cNvGrpSpPr>
          <p:nvPr/>
        </p:nvGrpSpPr>
        <p:grpSpPr bwMode="auto">
          <a:xfrm>
            <a:off x="8839200" y="3810000"/>
            <a:ext cx="990600" cy="1066800"/>
            <a:chOff x="3456" y="2352"/>
            <a:chExt cx="624" cy="672"/>
          </a:xfrm>
        </p:grpSpPr>
        <p:grpSp>
          <p:nvGrpSpPr>
            <p:cNvPr id="11315" name="Group 46">
              <a:extLst>
                <a:ext uri="{FF2B5EF4-FFF2-40B4-BE49-F238E27FC236}">
                  <a16:creationId xmlns:a16="http://schemas.microsoft.com/office/drawing/2014/main" id="{15605FD0-2B1E-4347-974B-29A53F850D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44" y="2688"/>
              <a:ext cx="336" cy="336"/>
              <a:chOff x="2544" y="2976"/>
              <a:chExt cx="336" cy="336"/>
            </a:xfrm>
          </p:grpSpPr>
          <p:sp>
            <p:nvSpPr>
              <p:cNvPr id="11317" name="Oval 30">
                <a:extLst>
                  <a:ext uri="{FF2B5EF4-FFF2-40B4-BE49-F238E27FC236}">
                    <a16:creationId xmlns:a16="http://schemas.microsoft.com/office/drawing/2014/main" id="{EA2F3C91-9A41-4536-9C3C-C37A44CB4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97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18" name="Text Box 22">
                <a:extLst>
                  <a:ext uri="{FF2B5EF4-FFF2-40B4-BE49-F238E27FC236}">
                    <a16:creationId xmlns:a16="http://schemas.microsoft.com/office/drawing/2014/main" id="{E456E690-BA5F-43CA-A8F9-ACF65EB9B9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302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S</a:t>
                </a:r>
              </a:p>
            </p:txBody>
          </p:sp>
        </p:grpSp>
        <p:sp>
          <p:nvSpPr>
            <p:cNvPr id="11316" name="Line 63">
              <a:extLst>
                <a:ext uri="{FF2B5EF4-FFF2-40B4-BE49-F238E27FC236}">
                  <a16:creationId xmlns:a16="http://schemas.microsoft.com/office/drawing/2014/main" id="{426B7E92-0CBC-4147-B961-38FC860079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2352"/>
              <a:ext cx="288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9" name="Group 74">
            <a:extLst>
              <a:ext uri="{FF2B5EF4-FFF2-40B4-BE49-F238E27FC236}">
                <a16:creationId xmlns:a16="http://schemas.microsoft.com/office/drawing/2014/main" id="{D4CF5CF1-F3C7-4805-8E4A-4CC7663CE445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800600"/>
            <a:ext cx="609600" cy="1066800"/>
            <a:chOff x="528" y="2976"/>
            <a:chExt cx="384" cy="672"/>
          </a:xfrm>
        </p:grpSpPr>
        <p:grpSp>
          <p:nvGrpSpPr>
            <p:cNvPr id="11311" name="Group 53">
              <a:extLst>
                <a:ext uri="{FF2B5EF4-FFF2-40B4-BE49-F238E27FC236}">
                  <a16:creationId xmlns:a16="http://schemas.microsoft.com/office/drawing/2014/main" id="{0BAD520D-2872-4137-A5F0-7EDDDAAE5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3312"/>
              <a:ext cx="336" cy="336"/>
              <a:chOff x="1296" y="1824"/>
              <a:chExt cx="336" cy="336"/>
            </a:xfrm>
          </p:grpSpPr>
          <p:sp>
            <p:nvSpPr>
              <p:cNvPr id="11313" name="Oval 4">
                <a:extLst>
                  <a:ext uri="{FF2B5EF4-FFF2-40B4-BE49-F238E27FC236}">
                    <a16:creationId xmlns:a16="http://schemas.microsoft.com/office/drawing/2014/main" id="{9123A43F-C2C1-4789-A4CA-F29DF02C27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182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14" name="Text Box 8">
                <a:extLst>
                  <a:ext uri="{FF2B5EF4-FFF2-40B4-BE49-F238E27FC236}">
                    <a16:creationId xmlns:a16="http://schemas.microsoft.com/office/drawing/2014/main" id="{B6C49D33-8340-4F24-BD70-A234F88B15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4" y="1872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sp>
          <p:nvSpPr>
            <p:cNvPr id="11312" name="Line 66">
              <a:extLst>
                <a:ext uri="{FF2B5EF4-FFF2-40B4-BE49-F238E27FC236}">
                  <a16:creationId xmlns:a16="http://schemas.microsoft.com/office/drawing/2014/main" id="{A83BCBE5-2164-4F18-9D01-5CD4CF3301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8" y="2976"/>
              <a:ext cx="144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4" name="Group 75">
            <a:extLst>
              <a:ext uri="{FF2B5EF4-FFF2-40B4-BE49-F238E27FC236}">
                <a16:creationId xmlns:a16="http://schemas.microsoft.com/office/drawing/2014/main" id="{31775C26-7754-4414-8BEB-CDCE8D67F541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876800"/>
            <a:ext cx="554038" cy="990600"/>
            <a:chOff x="1008" y="3024"/>
            <a:chExt cx="349" cy="624"/>
          </a:xfrm>
        </p:grpSpPr>
        <p:grpSp>
          <p:nvGrpSpPr>
            <p:cNvPr id="11307" name="Group 41">
              <a:extLst>
                <a:ext uri="{FF2B5EF4-FFF2-40B4-BE49-F238E27FC236}">
                  <a16:creationId xmlns:a16="http://schemas.microsoft.com/office/drawing/2014/main" id="{368EE318-56EC-4357-AB48-64F311B85B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1" y="3312"/>
              <a:ext cx="336" cy="336"/>
              <a:chOff x="2304" y="2400"/>
              <a:chExt cx="336" cy="336"/>
            </a:xfrm>
          </p:grpSpPr>
          <p:sp>
            <p:nvSpPr>
              <p:cNvPr id="11309" name="Oval 31">
                <a:extLst>
                  <a:ext uri="{FF2B5EF4-FFF2-40B4-BE49-F238E27FC236}">
                    <a16:creationId xmlns:a16="http://schemas.microsoft.com/office/drawing/2014/main" id="{3ECA71A9-422C-4048-9C68-482DEB48C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10" name="Text Box 11">
                <a:extLst>
                  <a:ext uri="{FF2B5EF4-FFF2-40B4-BE49-F238E27FC236}">
                    <a16:creationId xmlns:a16="http://schemas.microsoft.com/office/drawing/2014/main" id="{BE309A53-B673-41CA-89CB-2C1FEF90F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1308" name="Line 67">
              <a:extLst>
                <a:ext uri="{FF2B5EF4-FFF2-40B4-BE49-F238E27FC236}">
                  <a16:creationId xmlns:a16="http://schemas.microsoft.com/office/drawing/2014/main" id="{8A165DD3-1E8B-4427-B0A4-592645261B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008" y="3024"/>
              <a:ext cx="9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9" name="Group 76">
            <a:extLst>
              <a:ext uri="{FF2B5EF4-FFF2-40B4-BE49-F238E27FC236}">
                <a16:creationId xmlns:a16="http://schemas.microsoft.com/office/drawing/2014/main" id="{D71AA42B-2D5F-41F9-9754-67F94F55DDCC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4800600"/>
            <a:ext cx="566738" cy="1066800"/>
            <a:chOff x="1515" y="2976"/>
            <a:chExt cx="357" cy="672"/>
          </a:xfrm>
        </p:grpSpPr>
        <p:grpSp>
          <p:nvGrpSpPr>
            <p:cNvPr id="11303" name="Group 48">
              <a:extLst>
                <a:ext uri="{FF2B5EF4-FFF2-40B4-BE49-F238E27FC236}">
                  <a16:creationId xmlns:a16="http://schemas.microsoft.com/office/drawing/2014/main" id="{D1D97877-E909-48AB-816A-B61E5F15E5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5" y="3312"/>
              <a:ext cx="336" cy="336"/>
              <a:chOff x="3504" y="2064"/>
              <a:chExt cx="336" cy="336"/>
            </a:xfrm>
          </p:grpSpPr>
          <p:sp>
            <p:nvSpPr>
              <p:cNvPr id="11305" name="Oval 32">
                <a:extLst>
                  <a:ext uri="{FF2B5EF4-FFF2-40B4-BE49-F238E27FC236}">
                    <a16:creationId xmlns:a16="http://schemas.microsoft.com/office/drawing/2014/main" id="{9224B42E-DAD0-4918-9FE9-FAC1C1E47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06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06" name="Text Box 13">
                <a:extLst>
                  <a:ext uri="{FF2B5EF4-FFF2-40B4-BE49-F238E27FC236}">
                    <a16:creationId xmlns:a16="http://schemas.microsoft.com/office/drawing/2014/main" id="{53FAFF70-C8E2-44C7-9283-38BEBE15ED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11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E</a:t>
                </a:r>
              </a:p>
            </p:txBody>
          </p:sp>
        </p:grpSp>
        <p:sp>
          <p:nvSpPr>
            <p:cNvPr id="11304" name="Line 68">
              <a:extLst>
                <a:ext uri="{FF2B5EF4-FFF2-40B4-BE49-F238E27FC236}">
                  <a16:creationId xmlns:a16="http://schemas.microsoft.com/office/drawing/2014/main" id="{B2848C26-093E-481A-868A-6B576141F5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8" y="2976"/>
              <a:ext cx="144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54" name="Group 77">
            <a:extLst>
              <a:ext uri="{FF2B5EF4-FFF2-40B4-BE49-F238E27FC236}">
                <a16:creationId xmlns:a16="http://schemas.microsoft.com/office/drawing/2014/main" id="{7A3A9FE5-A092-411E-82BD-6F20B7CC3CE0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4876800"/>
            <a:ext cx="533400" cy="990600"/>
            <a:chOff x="1968" y="3024"/>
            <a:chExt cx="336" cy="624"/>
          </a:xfrm>
        </p:grpSpPr>
        <p:grpSp>
          <p:nvGrpSpPr>
            <p:cNvPr id="11299" name="Group 50">
              <a:extLst>
                <a:ext uri="{FF2B5EF4-FFF2-40B4-BE49-F238E27FC236}">
                  <a16:creationId xmlns:a16="http://schemas.microsoft.com/office/drawing/2014/main" id="{E104D0FD-6805-452C-9CF2-52D7E50B9A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3312"/>
              <a:ext cx="336" cy="336"/>
              <a:chOff x="4560" y="2352"/>
              <a:chExt cx="336" cy="336"/>
            </a:xfrm>
          </p:grpSpPr>
          <p:sp>
            <p:nvSpPr>
              <p:cNvPr id="11301" name="Oval 38">
                <a:extLst>
                  <a:ext uri="{FF2B5EF4-FFF2-40B4-BE49-F238E27FC236}">
                    <a16:creationId xmlns:a16="http://schemas.microsoft.com/office/drawing/2014/main" id="{8C135FDB-07DD-4FB0-BE60-2E1F794E1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235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302" name="Text Box 15">
                <a:extLst>
                  <a:ext uri="{FF2B5EF4-FFF2-40B4-BE49-F238E27FC236}">
                    <a16:creationId xmlns:a16="http://schemas.microsoft.com/office/drawing/2014/main" id="{36769A5D-FF1A-4FA1-A8EA-87BF5F5BD1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4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G</a:t>
                </a:r>
              </a:p>
            </p:txBody>
          </p:sp>
        </p:grpSp>
        <p:sp>
          <p:nvSpPr>
            <p:cNvPr id="11300" name="Line 69">
              <a:extLst>
                <a:ext uri="{FF2B5EF4-FFF2-40B4-BE49-F238E27FC236}">
                  <a16:creationId xmlns:a16="http://schemas.microsoft.com/office/drawing/2014/main" id="{C9D4DF22-0CF5-4F26-809C-1ECB77E6D1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68" y="3024"/>
              <a:ext cx="9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59" name="Group 78">
            <a:extLst>
              <a:ext uri="{FF2B5EF4-FFF2-40B4-BE49-F238E27FC236}">
                <a16:creationId xmlns:a16="http://schemas.microsoft.com/office/drawing/2014/main" id="{3A8BE42F-55FB-45BB-80C3-1136635A9F28}"/>
              </a:ext>
            </a:extLst>
          </p:cNvPr>
          <p:cNvGrpSpPr>
            <a:grpSpLocks/>
          </p:cNvGrpSpPr>
          <p:nvPr/>
        </p:nvGrpSpPr>
        <p:grpSpPr bwMode="auto">
          <a:xfrm>
            <a:off x="7324725" y="4876800"/>
            <a:ext cx="533400" cy="990600"/>
            <a:chOff x="2502" y="3024"/>
            <a:chExt cx="336" cy="624"/>
          </a:xfrm>
        </p:grpSpPr>
        <p:grpSp>
          <p:nvGrpSpPr>
            <p:cNvPr id="11295" name="Group 51">
              <a:extLst>
                <a:ext uri="{FF2B5EF4-FFF2-40B4-BE49-F238E27FC236}">
                  <a16:creationId xmlns:a16="http://schemas.microsoft.com/office/drawing/2014/main" id="{4DCCC3A3-3DE2-47A7-BE88-59CE50D200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2" y="3312"/>
              <a:ext cx="336" cy="336"/>
              <a:chOff x="4752" y="3456"/>
              <a:chExt cx="336" cy="336"/>
            </a:xfrm>
          </p:grpSpPr>
          <p:sp>
            <p:nvSpPr>
              <p:cNvPr id="11297" name="Oval 37">
                <a:extLst>
                  <a:ext uri="{FF2B5EF4-FFF2-40B4-BE49-F238E27FC236}">
                    <a16:creationId xmlns:a16="http://schemas.microsoft.com/office/drawing/2014/main" id="{8A409060-2DCE-4B8F-9AAE-9D9964ED8F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45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298" name="Text Box 17">
                <a:extLst>
                  <a:ext uri="{FF2B5EF4-FFF2-40B4-BE49-F238E27FC236}">
                    <a16:creationId xmlns:a16="http://schemas.microsoft.com/office/drawing/2014/main" id="{389EFE94-FAE2-4A22-8F13-412E551FC0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50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M</a:t>
                </a:r>
              </a:p>
            </p:txBody>
          </p:sp>
        </p:grpSp>
        <p:sp>
          <p:nvSpPr>
            <p:cNvPr id="11296" name="Line 70">
              <a:extLst>
                <a:ext uri="{FF2B5EF4-FFF2-40B4-BE49-F238E27FC236}">
                  <a16:creationId xmlns:a16="http://schemas.microsoft.com/office/drawing/2014/main" id="{AD8A837B-7841-4DEE-AE7E-65E59B946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3024"/>
              <a:ext cx="9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64" name="Group 79">
            <a:extLst>
              <a:ext uri="{FF2B5EF4-FFF2-40B4-BE49-F238E27FC236}">
                <a16:creationId xmlns:a16="http://schemas.microsoft.com/office/drawing/2014/main" id="{C4CB0AED-7878-4762-B352-F6144CD83B78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4876800"/>
            <a:ext cx="533400" cy="990600"/>
            <a:chOff x="2976" y="3024"/>
            <a:chExt cx="336" cy="624"/>
          </a:xfrm>
        </p:grpSpPr>
        <p:grpSp>
          <p:nvGrpSpPr>
            <p:cNvPr id="11291" name="Group 45">
              <a:extLst>
                <a:ext uri="{FF2B5EF4-FFF2-40B4-BE49-F238E27FC236}">
                  <a16:creationId xmlns:a16="http://schemas.microsoft.com/office/drawing/2014/main" id="{1F7035BA-30C9-4F71-95A6-DE30F9EE18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3312"/>
              <a:ext cx="336" cy="336"/>
              <a:chOff x="2832" y="3840"/>
              <a:chExt cx="336" cy="336"/>
            </a:xfrm>
          </p:grpSpPr>
          <p:sp>
            <p:nvSpPr>
              <p:cNvPr id="11293" name="Oval 29">
                <a:extLst>
                  <a:ext uri="{FF2B5EF4-FFF2-40B4-BE49-F238E27FC236}">
                    <a16:creationId xmlns:a16="http://schemas.microsoft.com/office/drawing/2014/main" id="{521E3678-748B-46AC-9888-F3CA1F4D53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84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294" name="Text Box 19">
                <a:extLst>
                  <a:ext uri="{FF2B5EF4-FFF2-40B4-BE49-F238E27FC236}">
                    <a16:creationId xmlns:a16="http://schemas.microsoft.com/office/drawing/2014/main" id="{A4CBC328-B6BD-4835-A3CE-92158FA0E7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88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P</a:t>
                </a:r>
              </a:p>
            </p:txBody>
          </p:sp>
        </p:grpSp>
        <p:sp>
          <p:nvSpPr>
            <p:cNvPr id="11292" name="Line 71">
              <a:extLst>
                <a:ext uri="{FF2B5EF4-FFF2-40B4-BE49-F238E27FC236}">
                  <a16:creationId xmlns:a16="http://schemas.microsoft.com/office/drawing/2014/main" id="{10EE2A55-A14A-47B9-B957-7D45B1E3CA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76" y="3024"/>
              <a:ext cx="9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69" name="Group 80">
            <a:extLst>
              <a:ext uri="{FF2B5EF4-FFF2-40B4-BE49-F238E27FC236}">
                <a16:creationId xmlns:a16="http://schemas.microsoft.com/office/drawing/2014/main" id="{B587FD1E-CF10-4D56-B3FE-1D31594FBDE2}"/>
              </a:ext>
            </a:extLst>
          </p:cNvPr>
          <p:cNvGrpSpPr>
            <a:grpSpLocks/>
          </p:cNvGrpSpPr>
          <p:nvPr/>
        </p:nvGrpSpPr>
        <p:grpSpPr bwMode="auto">
          <a:xfrm>
            <a:off x="8893175" y="4876800"/>
            <a:ext cx="555625" cy="990600"/>
            <a:chOff x="3490" y="3024"/>
            <a:chExt cx="350" cy="624"/>
          </a:xfrm>
        </p:grpSpPr>
        <p:grpSp>
          <p:nvGrpSpPr>
            <p:cNvPr id="11287" name="Group 43">
              <a:extLst>
                <a:ext uri="{FF2B5EF4-FFF2-40B4-BE49-F238E27FC236}">
                  <a16:creationId xmlns:a16="http://schemas.microsoft.com/office/drawing/2014/main" id="{7043AB8C-F59D-4728-ABAA-02DFA71A92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0" y="3312"/>
              <a:ext cx="336" cy="336"/>
              <a:chOff x="1872" y="3216"/>
              <a:chExt cx="336" cy="336"/>
            </a:xfrm>
          </p:grpSpPr>
          <p:sp>
            <p:nvSpPr>
              <p:cNvPr id="11289" name="Oval 34">
                <a:extLst>
                  <a:ext uri="{FF2B5EF4-FFF2-40B4-BE49-F238E27FC236}">
                    <a16:creationId xmlns:a16="http://schemas.microsoft.com/office/drawing/2014/main" id="{DF9EE753-43BD-4D9A-A09C-DB560AC5B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290" name="Text Box 21">
                <a:extLst>
                  <a:ext uri="{FF2B5EF4-FFF2-40B4-BE49-F238E27FC236}">
                    <a16:creationId xmlns:a16="http://schemas.microsoft.com/office/drawing/2014/main" id="{8638A61A-DDAD-479A-8064-0A5C04C1E3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326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R</a:t>
                </a:r>
              </a:p>
            </p:txBody>
          </p:sp>
        </p:grpSp>
        <p:sp>
          <p:nvSpPr>
            <p:cNvPr id="11288" name="Line 72">
              <a:extLst>
                <a:ext uri="{FF2B5EF4-FFF2-40B4-BE49-F238E27FC236}">
                  <a16:creationId xmlns:a16="http://schemas.microsoft.com/office/drawing/2014/main" id="{F3204086-06A3-4D5B-B3CA-F40047E5D0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3024"/>
              <a:ext cx="144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74" name="Group 81">
            <a:extLst>
              <a:ext uri="{FF2B5EF4-FFF2-40B4-BE49-F238E27FC236}">
                <a16:creationId xmlns:a16="http://schemas.microsoft.com/office/drawing/2014/main" id="{3F64F153-79DD-457E-BD51-9CFFEB960D89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4876800"/>
            <a:ext cx="533400" cy="990600"/>
            <a:chOff x="3936" y="3024"/>
            <a:chExt cx="336" cy="624"/>
          </a:xfrm>
        </p:grpSpPr>
        <p:grpSp>
          <p:nvGrpSpPr>
            <p:cNvPr id="11283" name="Group 47">
              <a:extLst>
                <a:ext uri="{FF2B5EF4-FFF2-40B4-BE49-F238E27FC236}">
                  <a16:creationId xmlns:a16="http://schemas.microsoft.com/office/drawing/2014/main" id="{AB4125CB-0C2A-4BD4-A3F1-456A54DD41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3312"/>
              <a:ext cx="336" cy="336"/>
              <a:chOff x="3072" y="2880"/>
              <a:chExt cx="336" cy="336"/>
            </a:xfrm>
          </p:grpSpPr>
          <p:sp>
            <p:nvSpPr>
              <p:cNvPr id="11285" name="Oval 35">
                <a:extLst>
                  <a:ext uri="{FF2B5EF4-FFF2-40B4-BE49-F238E27FC236}">
                    <a16:creationId xmlns:a16="http://schemas.microsoft.com/office/drawing/2014/main" id="{0B175873-E38C-4753-8C24-4C9F1C7B99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88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1286" name="Text Box 23">
                <a:extLst>
                  <a:ext uri="{FF2B5EF4-FFF2-40B4-BE49-F238E27FC236}">
                    <a16:creationId xmlns:a16="http://schemas.microsoft.com/office/drawing/2014/main" id="{5B12F992-02AC-4967-9228-A8F488794F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92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T</a:t>
                </a:r>
              </a:p>
            </p:txBody>
          </p:sp>
        </p:grpSp>
        <p:sp>
          <p:nvSpPr>
            <p:cNvPr id="11284" name="Line 73">
              <a:extLst>
                <a:ext uri="{FF2B5EF4-FFF2-40B4-BE49-F238E27FC236}">
                  <a16:creationId xmlns:a16="http://schemas.microsoft.com/office/drawing/2014/main" id="{D739AD05-93F2-4103-A4F8-5C2D70A2DC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936" y="3024"/>
              <a:ext cx="9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FB0F14D6-09E9-4F99-9F25-740DB30BBE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"/>
            <a:ext cx="1036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/>
              <a:t>Anomalie de inserare în arbore binar</a:t>
            </a:r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F51E709F-69C4-4C41-98BA-FB59E4081800}"/>
              </a:ext>
            </a:extLst>
          </p:cNvPr>
          <p:cNvSpPr txBox="1">
            <a:spLocks noChangeArrowheads="1"/>
          </p:cNvSpPr>
          <p:nvPr/>
        </p:nvSpPr>
        <p:spPr>
          <a:xfrm>
            <a:off x="1905000" y="1295400"/>
            <a:ext cx="7734300" cy="45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A, T, B, S, C, D, E, F, G, R, Q, P, N, M, L</a:t>
            </a:r>
          </a:p>
        </p:txBody>
      </p:sp>
      <p:grpSp>
        <p:nvGrpSpPr>
          <p:cNvPr id="8" name="Group 80">
            <a:extLst>
              <a:ext uri="{FF2B5EF4-FFF2-40B4-BE49-F238E27FC236}">
                <a16:creationId xmlns:a16="http://schemas.microsoft.com/office/drawing/2014/main" id="{CECC053A-0582-42C7-ABFF-D1E91DD85A6F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1828800"/>
            <a:ext cx="533400" cy="533400"/>
            <a:chOff x="864" y="1392"/>
            <a:chExt cx="336" cy="336"/>
          </a:xfrm>
        </p:grpSpPr>
        <p:sp>
          <p:nvSpPr>
            <p:cNvPr id="12365" name="Oval 35">
              <a:extLst>
                <a:ext uri="{FF2B5EF4-FFF2-40B4-BE49-F238E27FC236}">
                  <a16:creationId xmlns:a16="http://schemas.microsoft.com/office/drawing/2014/main" id="{9B0FC3BE-2812-4ECC-9288-19E8998EEE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392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12366" name="Text Box 36">
              <a:extLst>
                <a:ext uri="{FF2B5EF4-FFF2-40B4-BE49-F238E27FC236}">
                  <a16:creationId xmlns:a16="http://schemas.microsoft.com/office/drawing/2014/main" id="{B3377CB5-89C1-4EC7-A05D-7A50C8D4A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440"/>
              <a:ext cx="1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</a:p>
          </p:txBody>
        </p:sp>
      </p:grpSp>
      <p:grpSp>
        <p:nvGrpSpPr>
          <p:cNvPr id="11" name="Group 96">
            <a:extLst>
              <a:ext uri="{FF2B5EF4-FFF2-40B4-BE49-F238E27FC236}">
                <a16:creationId xmlns:a16="http://schemas.microsoft.com/office/drawing/2014/main" id="{BA797251-5380-4564-AB85-3EDF959830EA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057400"/>
            <a:ext cx="685800" cy="533400"/>
            <a:chOff x="2496" y="1344"/>
            <a:chExt cx="432" cy="336"/>
          </a:xfrm>
        </p:grpSpPr>
        <p:grpSp>
          <p:nvGrpSpPr>
            <p:cNvPr id="12361" name="Group 77">
              <a:extLst>
                <a:ext uri="{FF2B5EF4-FFF2-40B4-BE49-F238E27FC236}">
                  <a16:creationId xmlns:a16="http://schemas.microsoft.com/office/drawing/2014/main" id="{7D5CA5DA-E984-4E8F-AEDF-47B52AFDFE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344"/>
              <a:ext cx="336" cy="336"/>
              <a:chOff x="3072" y="2880"/>
              <a:chExt cx="336" cy="336"/>
            </a:xfrm>
          </p:grpSpPr>
          <p:sp>
            <p:nvSpPr>
              <p:cNvPr id="12363" name="Oval 78">
                <a:extLst>
                  <a:ext uri="{FF2B5EF4-FFF2-40B4-BE49-F238E27FC236}">
                    <a16:creationId xmlns:a16="http://schemas.microsoft.com/office/drawing/2014/main" id="{DEAA4459-E19B-4819-A61E-D7AB9AD82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288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64" name="Text Box 79">
                <a:extLst>
                  <a:ext uri="{FF2B5EF4-FFF2-40B4-BE49-F238E27FC236}">
                    <a16:creationId xmlns:a16="http://schemas.microsoft.com/office/drawing/2014/main" id="{02C40B95-1532-4352-BD74-E84D040B5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92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T</a:t>
                </a:r>
              </a:p>
            </p:txBody>
          </p:sp>
        </p:grpSp>
        <p:sp>
          <p:nvSpPr>
            <p:cNvPr id="12362" name="Line 81">
              <a:extLst>
                <a:ext uri="{FF2B5EF4-FFF2-40B4-BE49-F238E27FC236}">
                  <a16:creationId xmlns:a16="http://schemas.microsoft.com/office/drawing/2014/main" id="{A31785B9-BD34-49CC-98DA-F9AD26D87F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344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6" name="Group 97">
            <a:extLst>
              <a:ext uri="{FF2B5EF4-FFF2-40B4-BE49-F238E27FC236}">
                <a16:creationId xmlns:a16="http://schemas.microsoft.com/office/drawing/2014/main" id="{18618DD4-9532-4699-A635-8855D2181FE0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2438400"/>
            <a:ext cx="685800" cy="609600"/>
            <a:chOff x="2160" y="1584"/>
            <a:chExt cx="432" cy="384"/>
          </a:xfrm>
        </p:grpSpPr>
        <p:grpSp>
          <p:nvGrpSpPr>
            <p:cNvPr id="12356" name="Group 37">
              <a:extLst>
                <a:ext uri="{FF2B5EF4-FFF2-40B4-BE49-F238E27FC236}">
                  <a16:creationId xmlns:a16="http://schemas.microsoft.com/office/drawing/2014/main" id="{99F32B19-0E2C-4154-B246-C85ACC6B04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1632"/>
              <a:ext cx="336" cy="336"/>
              <a:chOff x="1920" y="2400"/>
              <a:chExt cx="336" cy="336"/>
            </a:xfrm>
          </p:grpSpPr>
          <p:sp>
            <p:nvSpPr>
              <p:cNvPr id="12358" name="Oval 38">
                <a:extLst>
                  <a:ext uri="{FF2B5EF4-FFF2-40B4-BE49-F238E27FC236}">
                    <a16:creationId xmlns:a16="http://schemas.microsoft.com/office/drawing/2014/main" id="{FF41D15D-D677-4E0A-8525-20DE0269E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59" name="Text Box 39">
                <a:extLst>
                  <a:ext uri="{FF2B5EF4-FFF2-40B4-BE49-F238E27FC236}">
                    <a16:creationId xmlns:a16="http://schemas.microsoft.com/office/drawing/2014/main" id="{A75CDD6B-C7AF-4FA2-A52A-81780BEC91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2360" name="Text Box 40">
                <a:extLst>
                  <a:ext uri="{FF2B5EF4-FFF2-40B4-BE49-F238E27FC236}">
                    <a16:creationId xmlns:a16="http://schemas.microsoft.com/office/drawing/2014/main" id="{02BFE58B-79E4-40D0-99A1-82FF3D3D9E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sp>
          <p:nvSpPr>
            <p:cNvPr id="12357" name="Line 82">
              <a:extLst>
                <a:ext uri="{FF2B5EF4-FFF2-40B4-BE49-F238E27FC236}">
                  <a16:creationId xmlns:a16="http://schemas.microsoft.com/office/drawing/2014/main" id="{38F674BC-4E18-4649-B7D4-1B55B8087F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1584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2" name="Group 98">
            <a:extLst>
              <a:ext uri="{FF2B5EF4-FFF2-40B4-BE49-F238E27FC236}">
                <a16:creationId xmlns:a16="http://schemas.microsoft.com/office/drawing/2014/main" id="{F1E64BB9-34C2-4336-93D0-202545B2F8AC}"/>
              </a:ext>
            </a:extLst>
          </p:cNvPr>
          <p:cNvGrpSpPr>
            <a:grpSpLocks/>
          </p:cNvGrpSpPr>
          <p:nvPr/>
        </p:nvGrpSpPr>
        <p:grpSpPr bwMode="auto">
          <a:xfrm>
            <a:off x="6705600" y="2743200"/>
            <a:ext cx="685800" cy="533400"/>
            <a:chOff x="2496" y="1776"/>
            <a:chExt cx="432" cy="336"/>
          </a:xfrm>
        </p:grpSpPr>
        <p:grpSp>
          <p:nvGrpSpPr>
            <p:cNvPr id="12352" name="Group 74">
              <a:extLst>
                <a:ext uri="{FF2B5EF4-FFF2-40B4-BE49-F238E27FC236}">
                  <a16:creationId xmlns:a16="http://schemas.microsoft.com/office/drawing/2014/main" id="{6020F862-DE12-4CD6-8140-A88C65B0F8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1776"/>
              <a:ext cx="336" cy="336"/>
              <a:chOff x="2544" y="2976"/>
              <a:chExt cx="336" cy="336"/>
            </a:xfrm>
          </p:grpSpPr>
          <p:sp>
            <p:nvSpPr>
              <p:cNvPr id="12354" name="Oval 75">
                <a:extLst>
                  <a:ext uri="{FF2B5EF4-FFF2-40B4-BE49-F238E27FC236}">
                    <a16:creationId xmlns:a16="http://schemas.microsoft.com/office/drawing/2014/main" id="{6FCD98A4-6FEF-41EB-B241-4C90EBE24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4" y="297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55" name="Text Box 76">
                <a:extLst>
                  <a:ext uri="{FF2B5EF4-FFF2-40B4-BE49-F238E27FC236}">
                    <a16:creationId xmlns:a16="http://schemas.microsoft.com/office/drawing/2014/main" id="{16EA071F-4FEC-4253-A170-2975EA6C1F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2" y="302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S</a:t>
                </a:r>
              </a:p>
            </p:txBody>
          </p:sp>
        </p:grpSp>
        <p:sp>
          <p:nvSpPr>
            <p:cNvPr id="12353" name="Line 83">
              <a:extLst>
                <a:ext uri="{FF2B5EF4-FFF2-40B4-BE49-F238E27FC236}">
                  <a16:creationId xmlns:a16="http://schemas.microsoft.com/office/drawing/2014/main" id="{860CF16E-46DE-4517-BA5E-745C745FF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1824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7" name="Group 99">
            <a:extLst>
              <a:ext uri="{FF2B5EF4-FFF2-40B4-BE49-F238E27FC236}">
                <a16:creationId xmlns:a16="http://schemas.microsoft.com/office/drawing/2014/main" id="{2E768E18-7C97-4B65-AED4-A0D145828650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200400"/>
            <a:ext cx="685800" cy="533400"/>
            <a:chOff x="2208" y="2064"/>
            <a:chExt cx="432" cy="336"/>
          </a:xfrm>
        </p:grpSpPr>
        <p:grpSp>
          <p:nvGrpSpPr>
            <p:cNvPr id="12348" name="Group 41">
              <a:extLst>
                <a:ext uri="{FF2B5EF4-FFF2-40B4-BE49-F238E27FC236}">
                  <a16:creationId xmlns:a16="http://schemas.microsoft.com/office/drawing/2014/main" id="{92C38D8C-A953-4CD9-8BD7-E56B4E41532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8" y="2064"/>
              <a:ext cx="336" cy="336"/>
              <a:chOff x="2304" y="2400"/>
              <a:chExt cx="336" cy="336"/>
            </a:xfrm>
          </p:grpSpPr>
          <p:sp>
            <p:nvSpPr>
              <p:cNvPr id="12350" name="Oval 42">
                <a:extLst>
                  <a:ext uri="{FF2B5EF4-FFF2-40B4-BE49-F238E27FC236}">
                    <a16:creationId xmlns:a16="http://schemas.microsoft.com/office/drawing/2014/main" id="{F382D056-87FE-48A1-84CE-7D5D3CE02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51" name="Text Box 43">
                <a:extLst>
                  <a:ext uri="{FF2B5EF4-FFF2-40B4-BE49-F238E27FC236}">
                    <a16:creationId xmlns:a16="http://schemas.microsoft.com/office/drawing/2014/main" id="{0A8F8ACB-65D0-4AB9-9EFE-C5B16B92A7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2349" name="Line 84">
              <a:extLst>
                <a:ext uri="{FF2B5EF4-FFF2-40B4-BE49-F238E27FC236}">
                  <a16:creationId xmlns:a16="http://schemas.microsoft.com/office/drawing/2014/main" id="{0061C2BF-326C-476B-82D9-9C1DD9017A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44" y="2064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2" name="Group 100">
            <a:extLst>
              <a:ext uri="{FF2B5EF4-FFF2-40B4-BE49-F238E27FC236}">
                <a16:creationId xmlns:a16="http://schemas.microsoft.com/office/drawing/2014/main" id="{20C5498F-EBF4-414E-8E43-F045D1C4F13D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3429000"/>
            <a:ext cx="609600" cy="533400"/>
            <a:chOff x="2544" y="2208"/>
            <a:chExt cx="384" cy="336"/>
          </a:xfrm>
        </p:grpSpPr>
        <p:grpSp>
          <p:nvGrpSpPr>
            <p:cNvPr id="12344" name="Group 44">
              <a:extLst>
                <a:ext uri="{FF2B5EF4-FFF2-40B4-BE49-F238E27FC236}">
                  <a16:creationId xmlns:a16="http://schemas.microsoft.com/office/drawing/2014/main" id="{CE2F35CD-1978-4B30-AE51-222BF8BF7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" y="2208"/>
              <a:ext cx="336" cy="336"/>
              <a:chOff x="2880" y="1920"/>
              <a:chExt cx="336" cy="336"/>
            </a:xfrm>
          </p:grpSpPr>
          <p:sp>
            <p:nvSpPr>
              <p:cNvPr id="12346" name="Oval 45">
                <a:extLst>
                  <a:ext uri="{FF2B5EF4-FFF2-40B4-BE49-F238E27FC236}">
                    <a16:creationId xmlns:a16="http://schemas.microsoft.com/office/drawing/2014/main" id="{2E4D478C-C070-4339-AE40-11133DCF0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0" y="192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47" name="Text Box 46">
                <a:extLst>
                  <a:ext uri="{FF2B5EF4-FFF2-40B4-BE49-F238E27FC236}">
                    <a16:creationId xmlns:a16="http://schemas.microsoft.com/office/drawing/2014/main" id="{50A1D068-3BBA-47A5-92ED-21BD6330BF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8" y="1968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D</a:t>
                </a:r>
              </a:p>
            </p:txBody>
          </p:sp>
        </p:grpSp>
        <p:sp>
          <p:nvSpPr>
            <p:cNvPr id="12345" name="Line 85">
              <a:extLst>
                <a:ext uri="{FF2B5EF4-FFF2-40B4-BE49-F238E27FC236}">
                  <a16:creationId xmlns:a16="http://schemas.microsoft.com/office/drawing/2014/main" id="{B147EDF5-9384-4AC9-8FEB-9DAD043A88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2304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7" name="Group 101">
            <a:extLst>
              <a:ext uri="{FF2B5EF4-FFF2-40B4-BE49-F238E27FC236}">
                <a16:creationId xmlns:a16="http://schemas.microsoft.com/office/drawing/2014/main" id="{4DABF2AF-4659-45FB-AB23-8D463D527D80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3657600"/>
            <a:ext cx="685800" cy="533400"/>
            <a:chOff x="2928" y="2352"/>
            <a:chExt cx="432" cy="336"/>
          </a:xfrm>
        </p:grpSpPr>
        <p:grpSp>
          <p:nvGrpSpPr>
            <p:cNvPr id="12340" name="Group 47">
              <a:extLst>
                <a:ext uri="{FF2B5EF4-FFF2-40B4-BE49-F238E27FC236}">
                  <a16:creationId xmlns:a16="http://schemas.microsoft.com/office/drawing/2014/main" id="{EDDAB98B-622F-4C12-AE71-5D8076CDCC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2352"/>
              <a:ext cx="336" cy="336"/>
              <a:chOff x="3504" y="2064"/>
              <a:chExt cx="336" cy="336"/>
            </a:xfrm>
          </p:grpSpPr>
          <p:sp>
            <p:nvSpPr>
              <p:cNvPr id="12342" name="Oval 48">
                <a:extLst>
                  <a:ext uri="{FF2B5EF4-FFF2-40B4-BE49-F238E27FC236}">
                    <a16:creationId xmlns:a16="http://schemas.microsoft.com/office/drawing/2014/main" id="{64EBFBEB-EF57-428A-A247-F23DB4E730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064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43" name="Text Box 49">
                <a:extLst>
                  <a:ext uri="{FF2B5EF4-FFF2-40B4-BE49-F238E27FC236}">
                    <a16:creationId xmlns:a16="http://schemas.microsoft.com/office/drawing/2014/main" id="{1B3C10BA-BA7B-49AE-9BA9-DB3537D5FF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112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E</a:t>
                </a:r>
              </a:p>
            </p:txBody>
          </p:sp>
        </p:grpSp>
        <p:sp>
          <p:nvSpPr>
            <p:cNvPr id="12341" name="Line 86">
              <a:extLst>
                <a:ext uri="{FF2B5EF4-FFF2-40B4-BE49-F238E27FC236}">
                  <a16:creationId xmlns:a16="http://schemas.microsoft.com/office/drawing/2014/main" id="{BEFE77BE-DDCB-4754-BBE3-F7977C406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2400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2" name="Group 102">
            <a:extLst>
              <a:ext uri="{FF2B5EF4-FFF2-40B4-BE49-F238E27FC236}">
                <a16:creationId xmlns:a16="http://schemas.microsoft.com/office/drawing/2014/main" id="{A60A35DA-5B87-44EF-A4A1-BF6462943CC3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3810000"/>
            <a:ext cx="609600" cy="533400"/>
            <a:chOff x="3360" y="2448"/>
            <a:chExt cx="384" cy="336"/>
          </a:xfrm>
        </p:grpSpPr>
        <p:grpSp>
          <p:nvGrpSpPr>
            <p:cNvPr id="12336" name="Group 50">
              <a:extLst>
                <a:ext uri="{FF2B5EF4-FFF2-40B4-BE49-F238E27FC236}">
                  <a16:creationId xmlns:a16="http://schemas.microsoft.com/office/drawing/2014/main" id="{9AC45F26-6BFD-4BDD-8BF9-4715861C84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2448"/>
              <a:ext cx="336" cy="336"/>
              <a:chOff x="4080" y="2160"/>
              <a:chExt cx="336" cy="336"/>
            </a:xfrm>
          </p:grpSpPr>
          <p:sp>
            <p:nvSpPr>
              <p:cNvPr id="12338" name="Oval 51">
                <a:extLst>
                  <a:ext uri="{FF2B5EF4-FFF2-40B4-BE49-F238E27FC236}">
                    <a16:creationId xmlns:a16="http://schemas.microsoft.com/office/drawing/2014/main" id="{EAE23482-88E2-44A5-876A-59539E5DB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16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39" name="Text Box 52">
                <a:extLst>
                  <a:ext uri="{FF2B5EF4-FFF2-40B4-BE49-F238E27FC236}">
                    <a16:creationId xmlns:a16="http://schemas.microsoft.com/office/drawing/2014/main" id="{B6557743-9638-4DAB-9D95-EF29A27E72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220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F</a:t>
                </a:r>
              </a:p>
            </p:txBody>
          </p:sp>
        </p:grpSp>
        <p:sp>
          <p:nvSpPr>
            <p:cNvPr id="12337" name="Line 87">
              <a:extLst>
                <a:ext uri="{FF2B5EF4-FFF2-40B4-BE49-F238E27FC236}">
                  <a16:creationId xmlns:a16="http://schemas.microsoft.com/office/drawing/2014/main" id="{98475AFF-3E8F-47C2-8200-BFA3FFCCF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0" y="2544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7" name="Group 103">
            <a:extLst>
              <a:ext uri="{FF2B5EF4-FFF2-40B4-BE49-F238E27FC236}">
                <a16:creationId xmlns:a16="http://schemas.microsoft.com/office/drawing/2014/main" id="{B1E511C5-0A0D-4B53-85F8-6838E055D32E}"/>
              </a:ext>
            </a:extLst>
          </p:cNvPr>
          <p:cNvGrpSpPr>
            <a:grpSpLocks/>
          </p:cNvGrpSpPr>
          <p:nvPr/>
        </p:nvGrpSpPr>
        <p:grpSpPr bwMode="auto">
          <a:xfrm>
            <a:off x="8686800" y="4038600"/>
            <a:ext cx="609600" cy="533400"/>
            <a:chOff x="3744" y="2592"/>
            <a:chExt cx="384" cy="336"/>
          </a:xfrm>
        </p:grpSpPr>
        <p:grpSp>
          <p:nvGrpSpPr>
            <p:cNvPr id="12332" name="Group 53">
              <a:extLst>
                <a:ext uri="{FF2B5EF4-FFF2-40B4-BE49-F238E27FC236}">
                  <a16:creationId xmlns:a16="http://schemas.microsoft.com/office/drawing/2014/main" id="{2AF8ED2B-90AF-41E8-BD86-A7F5C81581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2" y="2592"/>
              <a:ext cx="336" cy="336"/>
              <a:chOff x="4560" y="2352"/>
              <a:chExt cx="336" cy="336"/>
            </a:xfrm>
          </p:grpSpPr>
          <p:sp>
            <p:nvSpPr>
              <p:cNvPr id="12334" name="Oval 54">
                <a:extLst>
                  <a:ext uri="{FF2B5EF4-FFF2-40B4-BE49-F238E27FC236}">
                    <a16:creationId xmlns:a16="http://schemas.microsoft.com/office/drawing/2014/main" id="{DAA3EF0B-F0B4-44A3-B60C-F125C40AA4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235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35" name="Text Box 55">
                <a:extLst>
                  <a:ext uri="{FF2B5EF4-FFF2-40B4-BE49-F238E27FC236}">
                    <a16:creationId xmlns:a16="http://schemas.microsoft.com/office/drawing/2014/main" id="{2159502B-12C7-4AFB-82A1-7CAFE59170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4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G</a:t>
                </a:r>
              </a:p>
            </p:txBody>
          </p:sp>
        </p:grpSp>
        <p:sp>
          <p:nvSpPr>
            <p:cNvPr id="12333" name="Line 88">
              <a:extLst>
                <a:ext uri="{FF2B5EF4-FFF2-40B4-BE49-F238E27FC236}">
                  <a16:creationId xmlns:a16="http://schemas.microsoft.com/office/drawing/2014/main" id="{4F8F530C-B429-4F1A-8C52-E9EBB6810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688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52" name="Group 104">
            <a:extLst>
              <a:ext uri="{FF2B5EF4-FFF2-40B4-BE49-F238E27FC236}">
                <a16:creationId xmlns:a16="http://schemas.microsoft.com/office/drawing/2014/main" id="{9DEE2883-00B2-472B-A311-4CD65265DEB9}"/>
              </a:ext>
            </a:extLst>
          </p:cNvPr>
          <p:cNvGrpSpPr>
            <a:grpSpLocks/>
          </p:cNvGrpSpPr>
          <p:nvPr/>
        </p:nvGrpSpPr>
        <p:grpSpPr bwMode="auto">
          <a:xfrm>
            <a:off x="9296400" y="4267200"/>
            <a:ext cx="609600" cy="533400"/>
            <a:chOff x="4128" y="2736"/>
            <a:chExt cx="384" cy="336"/>
          </a:xfrm>
        </p:grpSpPr>
        <p:grpSp>
          <p:nvGrpSpPr>
            <p:cNvPr id="12328" name="Group 71">
              <a:extLst>
                <a:ext uri="{FF2B5EF4-FFF2-40B4-BE49-F238E27FC236}">
                  <a16:creationId xmlns:a16="http://schemas.microsoft.com/office/drawing/2014/main" id="{DD407727-00C3-4853-BCE2-5DC3A23C91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736"/>
              <a:ext cx="336" cy="336"/>
              <a:chOff x="1872" y="3216"/>
              <a:chExt cx="336" cy="336"/>
            </a:xfrm>
          </p:grpSpPr>
          <p:sp>
            <p:nvSpPr>
              <p:cNvPr id="12330" name="Oval 72">
                <a:extLst>
                  <a:ext uri="{FF2B5EF4-FFF2-40B4-BE49-F238E27FC236}">
                    <a16:creationId xmlns:a16="http://schemas.microsoft.com/office/drawing/2014/main" id="{4D627997-CCF8-4282-BEAB-AF9EF15488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21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31" name="Text Box 73">
                <a:extLst>
                  <a:ext uri="{FF2B5EF4-FFF2-40B4-BE49-F238E27FC236}">
                    <a16:creationId xmlns:a16="http://schemas.microsoft.com/office/drawing/2014/main" id="{AA39E037-4DC8-4401-A7A0-921DF1112A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0" y="326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R</a:t>
                </a:r>
              </a:p>
            </p:txBody>
          </p:sp>
        </p:grpSp>
        <p:sp>
          <p:nvSpPr>
            <p:cNvPr id="12329" name="Line 89">
              <a:extLst>
                <a:ext uri="{FF2B5EF4-FFF2-40B4-BE49-F238E27FC236}">
                  <a16:creationId xmlns:a16="http://schemas.microsoft.com/office/drawing/2014/main" id="{6E82FD84-FCDB-45FF-9A88-A34029169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832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57" name="Group 105">
            <a:extLst>
              <a:ext uri="{FF2B5EF4-FFF2-40B4-BE49-F238E27FC236}">
                <a16:creationId xmlns:a16="http://schemas.microsoft.com/office/drawing/2014/main" id="{A725B057-D0D1-45F4-8E08-77619DDCF91F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4724400"/>
            <a:ext cx="533400" cy="533400"/>
            <a:chOff x="3888" y="3024"/>
            <a:chExt cx="336" cy="336"/>
          </a:xfrm>
        </p:grpSpPr>
        <p:grpSp>
          <p:nvGrpSpPr>
            <p:cNvPr id="12324" name="Group 68">
              <a:extLst>
                <a:ext uri="{FF2B5EF4-FFF2-40B4-BE49-F238E27FC236}">
                  <a16:creationId xmlns:a16="http://schemas.microsoft.com/office/drawing/2014/main" id="{B3D9F21E-0BB3-4874-A72D-805AE840C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024"/>
              <a:ext cx="336" cy="336"/>
              <a:chOff x="2400" y="3552"/>
              <a:chExt cx="336" cy="336"/>
            </a:xfrm>
          </p:grpSpPr>
          <p:sp>
            <p:nvSpPr>
              <p:cNvPr id="12326" name="Oval 69">
                <a:extLst>
                  <a:ext uri="{FF2B5EF4-FFF2-40B4-BE49-F238E27FC236}">
                    <a16:creationId xmlns:a16="http://schemas.microsoft.com/office/drawing/2014/main" id="{F42B676A-C8E5-44F0-A533-D365374617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355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27" name="Text Box 70">
                <a:extLst>
                  <a:ext uri="{FF2B5EF4-FFF2-40B4-BE49-F238E27FC236}">
                    <a16:creationId xmlns:a16="http://schemas.microsoft.com/office/drawing/2014/main" id="{A49FCE86-5930-4EC3-B627-63437A8583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3600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Q</a:t>
                </a:r>
              </a:p>
            </p:txBody>
          </p:sp>
        </p:grpSp>
        <p:sp>
          <p:nvSpPr>
            <p:cNvPr id="12325" name="Line 90">
              <a:extLst>
                <a:ext uri="{FF2B5EF4-FFF2-40B4-BE49-F238E27FC236}">
                  <a16:creationId xmlns:a16="http://schemas.microsoft.com/office/drawing/2014/main" id="{9AB2733F-F289-4F78-A35E-15CCDE319E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76" y="3024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62" name="Group 106">
            <a:extLst>
              <a:ext uri="{FF2B5EF4-FFF2-40B4-BE49-F238E27FC236}">
                <a16:creationId xmlns:a16="http://schemas.microsoft.com/office/drawing/2014/main" id="{C0F238B1-0BD1-4F42-A7F1-3713606CF478}"/>
              </a:ext>
            </a:extLst>
          </p:cNvPr>
          <p:cNvGrpSpPr>
            <a:grpSpLocks/>
          </p:cNvGrpSpPr>
          <p:nvPr/>
        </p:nvGrpSpPr>
        <p:grpSpPr bwMode="auto">
          <a:xfrm>
            <a:off x="8305800" y="5029200"/>
            <a:ext cx="609600" cy="533400"/>
            <a:chOff x="3504" y="3216"/>
            <a:chExt cx="384" cy="336"/>
          </a:xfrm>
        </p:grpSpPr>
        <p:grpSp>
          <p:nvGrpSpPr>
            <p:cNvPr id="12320" name="Group 65">
              <a:extLst>
                <a:ext uri="{FF2B5EF4-FFF2-40B4-BE49-F238E27FC236}">
                  <a16:creationId xmlns:a16="http://schemas.microsoft.com/office/drawing/2014/main" id="{858B74CC-600E-424C-864E-813BA818D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216"/>
              <a:ext cx="336" cy="336"/>
              <a:chOff x="2832" y="3840"/>
              <a:chExt cx="336" cy="336"/>
            </a:xfrm>
          </p:grpSpPr>
          <p:sp>
            <p:nvSpPr>
              <p:cNvPr id="12322" name="Oval 66">
                <a:extLst>
                  <a:ext uri="{FF2B5EF4-FFF2-40B4-BE49-F238E27FC236}">
                    <a16:creationId xmlns:a16="http://schemas.microsoft.com/office/drawing/2014/main" id="{86303C04-06DB-41F6-B389-F7D595B70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384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23" name="Text Box 67">
                <a:extLst>
                  <a:ext uri="{FF2B5EF4-FFF2-40B4-BE49-F238E27FC236}">
                    <a16:creationId xmlns:a16="http://schemas.microsoft.com/office/drawing/2014/main" id="{F7396EB9-BE23-4379-B85E-7217F7FAE8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88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P</a:t>
                </a:r>
              </a:p>
            </p:txBody>
          </p:sp>
        </p:grpSp>
        <p:sp>
          <p:nvSpPr>
            <p:cNvPr id="12321" name="Line 91">
              <a:extLst>
                <a:ext uri="{FF2B5EF4-FFF2-40B4-BE49-F238E27FC236}">
                  <a16:creationId xmlns:a16="http://schemas.microsoft.com/office/drawing/2014/main" id="{A7D3E07B-9FF2-45E2-9AE6-DDC6222034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40" y="3264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67" name="Group 107">
            <a:extLst>
              <a:ext uri="{FF2B5EF4-FFF2-40B4-BE49-F238E27FC236}">
                <a16:creationId xmlns:a16="http://schemas.microsoft.com/office/drawing/2014/main" id="{81DA339C-C79B-40FE-AB00-67A82F36ECD2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5334000"/>
            <a:ext cx="609600" cy="609600"/>
            <a:chOff x="3120" y="3408"/>
            <a:chExt cx="384" cy="384"/>
          </a:xfrm>
        </p:grpSpPr>
        <p:grpSp>
          <p:nvGrpSpPr>
            <p:cNvPr id="12316" name="Group 59">
              <a:extLst>
                <a:ext uri="{FF2B5EF4-FFF2-40B4-BE49-F238E27FC236}">
                  <a16:creationId xmlns:a16="http://schemas.microsoft.com/office/drawing/2014/main" id="{BE23EF81-054E-4FDB-B6FD-CCEEA344BE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3456"/>
              <a:ext cx="336" cy="336"/>
              <a:chOff x="4752" y="3456"/>
              <a:chExt cx="336" cy="336"/>
            </a:xfrm>
          </p:grpSpPr>
          <p:sp>
            <p:nvSpPr>
              <p:cNvPr id="12318" name="Oval 60">
                <a:extLst>
                  <a:ext uri="{FF2B5EF4-FFF2-40B4-BE49-F238E27FC236}">
                    <a16:creationId xmlns:a16="http://schemas.microsoft.com/office/drawing/2014/main" id="{455166CD-5BFE-4C2D-8A44-2AD438656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2" y="345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19" name="Text Box 61">
                <a:extLst>
                  <a:ext uri="{FF2B5EF4-FFF2-40B4-BE49-F238E27FC236}">
                    <a16:creationId xmlns:a16="http://schemas.microsoft.com/office/drawing/2014/main" id="{F559FD0F-446C-498E-BF8B-1C9602215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" y="3504"/>
                <a:ext cx="2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N</a:t>
                </a:r>
              </a:p>
            </p:txBody>
          </p:sp>
        </p:grpSp>
        <p:sp>
          <p:nvSpPr>
            <p:cNvPr id="12317" name="Line 93">
              <a:extLst>
                <a:ext uri="{FF2B5EF4-FFF2-40B4-BE49-F238E27FC236}">
                  <a16:creationId xmlns:a16="http://schemas.microsoft.com/office/drawing/2014/main" id="{A74F3514-2ECA-4338-BD04-6664D366A4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08" y="3408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72" name="Group 108">
            <a:extLst>
              <a:ext uri="{FF2B5EF4-FFF2-40B4-BE49-F238E27FC236}">
                <a16:creationId xmlns:a16="http://schemas.microsoft.com/office/drawing/2014/main" id="{2B9B3130-04F3-48A2-B2DD-9EC73810D938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5715000"/>
            <a:ext cx="609600" cy="533400"/>
            <a:chOff x="2736" y="3648"/>
            <a:chExt cx="384" cy="336"/>
          </a:xfrm>
        </p:grpSpPr>
        <p:grpSp>
          <p:nvGrpSpPr>
            <p:cNvPr id="12312" name="Group 62">
              <a:extLst>
                <a:ext uri="{FF2B5EF4-FFF2-40B4-BE49-F238E27FC236}">
                  <a16:creationId xmlns:a16="http://schemas.microsoft.com/office/drawing/2014/main" id="{EF155763-8A46-44E7-8CD3-0071286032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3648"/>
              <a:ext cx="336" cy="336"/>
              <a:chOff x="3984" y="3840"/>
              <a:chExt cx="336" cy="336"/>
            </a:xfrm>
          </p:grpSpPr>
          <p:sp>
            <p:nvSpPr>
              <p:cNvPr id="12314" name="Oval 63">
                <a:extLst>
                  <a:ext uri="{FF2B5EF4-FFF2-40B4-BE49-F238E27FC236}">
                    <a16:creationId xmlns:a16="http://schemas.microsoft.com/office/drawing/2014/main" id="{093E81DE-04BF-469F-B78F-6A33982CE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84" y="384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15" name="Text Box 64">
                <a:extLst>
                  <a:ext uri="{FF2B5EF4-FFF2-40B4-BE49-F238E27FC236}">
                    <a16:creationId xmlns:a16="http://schemas.microsoft.com/office/drawing/2014/main" id="{6631C83A-16D5-4DA9-A10C-12B26DF772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88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M</a:t>
                </a:r>
              </a:p>
            </p:txBody>
          </p:sp>
        </p:grpSp>
        <p:sp>
          <p:nvSpPr>
            <p:cNvPr id="12313" name="Line 94">
              <a:extLst>
                <a:ext uri="{FF2B5EF4-FFF2-40B4-BE49-F238E27FC236}">
                  <a16:creationId xmlns:a16="http://schemas.microsoft.com/office/drawing/2014/main" id="{DB896DAE-F314-41FC-B886-3B36B428E4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2" y="3696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77" name="Group 109">
            <a:extLst>
              <a:ext uri="{FF2B5EF4-FFF2-40B4-BE49-F238E27FC236}">
                <a16:creationId xmlns:a16="http://schemas.microsoft.com/office/drawing/2014/main" id="{663F123A-214C-469E-9AAE-CDB1C67CA128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6019800"/>
            <a:ext cx="609600" cy="533400"/>
            <a:chOff x="2352" y="3840"/>
            <a:chExt cx="384" cy="336"/>
          </a:xfrm>
        </p:grpSpPr>
        <p:grpSp>
          <p:nvGrpSpPr>
            <p:cNvPr id="12308" name="Group 56">
              <a:extLst>
                <a:ext uri="{FF2B5EF4-FFF2-40B4-BE49-F238E27FC236}">
                  <a16:creationId xmlns:a16="http://schemas.microsoft.com/office/drawing/2014/main" id="{53C138EB-A3BB-4334-8E1F-327F55A578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840"/>
              <a:ext cx="336" cy="336"/>
              <a:chOff x="5040" y="2736"/>
              <a:chExt cx="336" cy="336"/>
            </a:xfrm>
          </p:grpSpPr>
          <p:sp>
            <p:nvSpPr>
              <p:cNvPr id="12310" name="Oval 57">
                <a:extLst>
                  <a:ext uri="{FF2B5EF4-FFF2-40B4-BE49-F238E27FC236}">
                    <a16:creationId xmlns:a16="http://schemas.microsoft.com/office/drawing/2014/main" id="{30116199-DB47-4E63-9F78-F66872D02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40" y="2736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2311" name="Text Box 58">
                <a:extLst>
                  <a:ext uri="{FF2B5EF4-FFF2-40B4-BE49-F238E27FC236}">
                    <a16:creationId xmlns:a16="http://schemas.microsoft.com/office/drawing/2014/main" id="{5A35E31E-9EE2-4DD7-80E3-2DADAF32AB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88" y="2784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L</a:t>
                </a:r>
              </a:p>
            </p:txBody>
          </p:sp>
        </p:grpSp>
        <p:sp>
          <p:nvSpPr>
            <p:cNvPr id="12309" name="Line 95">
              <a:extLst>
                <a:ext uri="{FF2B5EF4-FFF2-40B4-BE49-F238E27FC236}">
                  <a16:creationId xmlns:a16="http://schemas.microsoft.com/office/drawing/2014/main" id="{D849E5BA-156D-4A74-89FE-55452EB05A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88" y="3888"/>
              <a:ext cx="48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385CEC-8B13-4B6A-8C23-4A66AD7B8617}"/>
              </a:ext>
            </a:extLst>
          </p:cNvPr>
          <p:cNvSpPr/>
          <p:nvPr/>
        </p:nvSpPr>
        <p:spPr>
          <a:xfrm>
            <a:off x="2971800" y="4181475"/>
            <a:ext cx="4572000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Dezavantaj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: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timpul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de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căutare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depinde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de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ordinea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de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inserare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a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înregistrărilor</a:t>
            </a:r>
            <a:endParaRPr 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B1961EE-86AD-4CFF-B143-E2ECD1CF91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96863"/>
            <a:ext cx="103632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Arbori binari </a:t>
            </a:r>
            <a:r>
              <a:rPr lang="ro-RO" altLang="en-US" sz="4400"/>
              <a:t>o</a:t>
            </a:r>
            <a:r>
              <a:rPr lang="en-US" altLang="en-US" sz="4400"/>
              <a:t>ptimali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B189152-61F5-4225-A838-B7BA57B28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524000"/>
            <a:ext cx="8458200" cy="41687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dirty="0"/>
          </a:p>
          <a:p>
            <a:pPr eaLnBrk="1" hangingPunct="1">
              <a:defRPr/>
            </a:pPr>
            <a:r>
              <a:rPr lang="en-US" altLang="en-US" sz="4000" dirty="0"/>
              <a:t> </a:t>
            </a:r>
            <a:r>
              <a:rPr lang="en-US" altLang="en-US" sz="4000" dirty="0" err="1"/>
              <a:t>frunzele</a:t>
            </a:r>
            <a:r>
              <a:rPr lang="en-US" altLang="en-US" sz="4000" dirty="0"/>
              <a:t> sunt </a:t>
            </a:r>
            <a:r>
              <a:rPr lang="en-US" altLang="en-US" sz="4000" dirty="0" err="1"/>
              <a:t>poziţionate</a:t>
            </a:r>
            <a:r>
              <a:rPr lang="en-US" altLang="en-US" sz="4000" dirty="0"/>
              <a:t> </a:t>
            </a:r>
            <a:br>
              <a:rPr lang="ro-RO" altLang="en-US" sz="4000" dirty="0"/>
            </a:br>
            <a:r>
              <a:rPr lang="en-US" altLang="en-US" sz="4000" dirty="0"/>
              <a:t>pe </a:t>
            </a:r>
            <a:r>
              <a:rPr lang="en-US" altLang="en-US" sz="4000" dirty="0" err="1"/>
              <a:t>cel</a:t>
            </a:r>
            <a:r>
              <a:rPr lang="en-US" altLang="en-US" sz="4000" dirty="0"/>
              <a:t> </a:t>
            </a:r>
            <a:r>
              <a:rPr lang="en-US" altLang="en-US" sz="4000" dirty="0" err="1"/>
              <a:t>mult</a:t>
            </a:r>
            <a:r>
              <a:rPr lang="en-US" altLang="en-US" sz="4000" dirty="0"/>
              <a:t> 2 </a:t>
            </a:r>
            <a:r>
              <a:rPr lang="en-US" altLang="en-US" sz="4000" dirty="0" err="1"/>
              <a:t>nivele</a:t>
            </a:r>
            <a:endParaRPr lang="ro-RO" altLang="en-US" sz="4000" dirty="0"/>
          </a:p>
          <a:p>
            <a:pPr eaLnBrk="1" hangingPunct="1">
              <a:defRPr/>
            </a:pPr>
            <a:endParaRPr lang="en-US" altLang="en-US" sz="4000" dirty="0"/>
          </a:p>
          <a:p>
            <a:pPr eaLnBrk="1" hangingPunct="1">
              <a:defRPr/>
            </a:pPr>
            <a:r>
              <a:rPr lang="en-US" altLang="en-US" sz="4000" dirty="0"/>
              <a:t> </a:t>
            </a:r>
            <a:r>
              <a:rPr lang="en-US" altLang="en-US" sz="4000" dirty="0" err="1"/>
              <a:t>întreţinerea</a:t>
            </a:r>
            <a:r>
              <a:rPr lang="en-US" altLang="en-US" sz="4000" dirty="0"/>
              <a:t> e </a:t>
            </a:r>
            <a:r>
              <a:rPr lang="en-US" altLang="en-US" sz="4000" dirty="0" err="1"/>
              <a:t>dificilă</a:t>
            </a:r>
            <a:r>
              <a:rPr lang="en-US" altLang="en-US" sz="4000" dirty="0"/>
              <a:t> → </a:t>
            </a:r>
            <a:br>
              <a:rPr lang="ro-RO" altLang="en-US" sz="4000" dirty="0"/>
            </a:br>
            <a:r>
              <a:rPr lang="en-US" altLang="en-US" sz="4000" dirty="0" err="1"/>
              <a:t>consumă</a:t>
            </a:r>
            <a:r>
              <a:rPr lang="en-US" altLang="en-US" sz="4000" dirty="0"/>
              <a:t> </a:t>
            </a:r>
            <a:r>
              <a:rPr lang="en-US" altLang="en-US" sz="4000" dirty="0" err="1"/>
              <a:t>timp</a:t>
            </a:r>
            <a:r>
              <a:rPr lang="ro-RO" altLang="en-US" sz="4000" dirty="0"/>
              <a:t> pentru adăugare, ștergere sau actualizare</a:t>
            </a:r>
            <a:endParaRPr lang="en-US" alt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4380767-5837-44AF-94C2-E857DB20F7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96863"/>
            <a:ext cx="102108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Arbori binari </a:t>
            </a:r>
            <a:r>
              <a:rPr lang="ro-RO" altLang="en-US" sz="4400"/>
              <a:t>echi</a:t>
            </a:r>
            <a:r>
              <a:rPr lang="en-US" altLang="en-US" sz="4400"/>
              <a:t>libraţi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359F50B-1DC5-45DF-8208-ED354F0FC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219200"/>
            <a:ext cx="9220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endParaRPr lang="ro-RO" altLang="en-US"/>
          </a:p>
          <a:p>
            <a:pPr eaLnBrk="1" hangingPunct="1"/>
            <a:r>
              <a:rPr lang="en-US" altLang="en-US"/>
              <a:t>pentru fiecare nod diferenţa dintre </a:t>
            </a:r>
            <a:r>
              <a:rPr lang="en-US" altLang="en-US">
                <a:solidFill>
                  <a:srgbClr val="C00000"/>
                </a:solidFill>
              </a:rPr>
              <a:t>înălţimile </a:t>
            </a:r>
            <a:r>
              <a:rPr lang="en-US" altLang="en-US"/>
              <a:t>sub-arborilor săi este 0, 1 sau –1 (</a:t>
            </a:r>
            <a:r>
              <a:rPr lang="en-US" altLang="en-US" i="1">
                <a:solidFill>
                  <a:srgbClr val="C00000"/>
                </a:solidFill>
              </a:rPr>
              <a:t>înălţime arbore</a:t>
            </a:r>
            <a:r>
              <a:rPr lang="en-US" altLang="en-US"/>
              <a:t>: dimensiunea celui mai lung drum de</a:t>
            </a:r>
            <a:r>
              <a:rPr lang="ro-RO" altLang="en-US"/>
              <a:t> </a:t>
            </a:r>
            <a:r>
              <a:rPr lang="en-US" altLang="en-US"/>
              <a:t>la rădăcină la frunze)</a:t>
            </a:r>
          </a:p>
          <a:p>
            <a:endParaRPr lang="ro-RO" altLang="en-US" sz="900"/>
          </a:p>
          <a:p>
            <a:r>
              <a:rPr lang="en-US" altLang="en-US"/>
              <a:t> număr redus de operaţii de întreţinere </a:t>
            </a:r>
          </a:p>
          <a:p>
            <a:endParaRPr lang="ro-RO" altLang="en-US" sz="900"/>
          </a:p>
          <a:p>
            <a:r>
              <a:rPr lang="en-US" altLang="en-US"/>
              <a:t> 6 cazuri distincte de “dezechilibrare” a unui arbore după o inserare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98871DF-7ABB-41A7-9E01-4A1BB82B0F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6688"/>
            <a:ext cx="105156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ro-RO" altLang="en-US" sz="4400"/>
              <a:t>Î</a:t>
            </a:r>
            <a:r>
              <a:rPr lang="en-US" altLang="en-US" sz="4400"/>
              <a:t>ntreţinere arbori echilibraţi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F888E35-D7E6-4F7B-878B-A3BCA21E2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0100" y="1384300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9B298BA7-1F29-4F05-A7D8-F3627C3589A5}"/>
              </a:ext>
            </a:extLst>
          </p:cNvPr>
          <p:cNvSpPr txBox="1">
            <a:spLocks noChangeArrowheads="1"/>
          </p:cNvSpPr>
          <p:nvPr/>
        </p:nvSpPr>
        <p:spPr>
          <a:xfrm>
            <a:off x="3124200" y="1371600"/>
            <a:ext cx="84582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en-US" sz="2800" kern="0" dirty="0"/>
              <a:t> </a:t>
            </a:r>
          </a:p>
        </p:txBody>
      </p:sp>
      <p:grpSp>
        <p:nvGrpSpPr>
          <p:cNvPr id="15365" name="Group 82">
            <a:extLst>
              <a:ext uri="{FF2B5EF4-FFF2-40B4-BE49-F238E27FC236}">
                <a16:creationId xmlns:a16="http://schemas.microsoft.com/office/drawing/2014/main" id="{269E9001-0E29-44F2-9747-BBA213D350CA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295400"/>
            <a:ext cx="2438400" cy="2362200"/>
            <a:chOff x="624" y="1200"/>
            <a:chExt cx="1536" cy="1488"/>
          </a:xfrm>
        </p:grpSpPr>
        <p:grpSp>
          <p:nvGrpSpPr>
            <p:cNvPr id="15461" name="Group 36">
              <a:extLst>
                <a:ext uri="{FF2B5EF4-FFF2-40B4-BE49-F238E27FC236}">
                  <a16:creationId xmlns:a16="http://schemas.microsoft.com/office/drawing/2014/main" id="{DDF61688-A80E-4B7D-8389-4A4DB37E06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1344"/>
              <a:ext cx="336" cy="336"/>
              <a:chOff x="864" y="1392"/>
              <a:chExt cx="336" cy="336"/>
            </a:xfrm>
          </p:grpSpPr>
          <p:sp>
            <p:nvSpPr>
              <p:cNvPr id="15476" name="Oval 37">
                <a:extLst>
                  <a:ext uri="{FF2B5EF4-FFF2-40B4-BE49-F238E27FC236}">
                    <a16:creationId xmlns:a16="http://schemas.microsoft.com/office/drawing/2014/main" id="{6D5C2630-4FEC-4258-9C5F-9848682700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77" name="Text Box 38">
                <a:extLst>
                  <a:ext uri="{FF2B5EF4-FFF2-40B4-BE49-F238E27FC236}">
                    <a16:creationId xmlns:a16="http://schemas.microsoft.com/office/drawing/2014/main" id="{852746E5-E8B4-458E-8422-15DEAD5B79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4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5462" name="Group 40">
              <a:extLst>
                <a:ext uri="{FF2B5EF4-FFF2-40B4-BE49-F238E27FC236}">
                  <a16:creationId xmlns:a16="http://schemas.microsoft.com/office/drawing/2014/main" id="{AF888BC9-CB48-4D68-804E-559A77466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680"/>
              <a:ext cx="336" cy="336"/>
              <a:chOff x="1920" y="2400"/>
              <a:chExt cx="336" cy="336"/>
            </a:xfrm>
          </p:grpSpPr>
          <p:sp>
            <p:nvSpPr>
              <p:cNvPr id="15473" name="Oval 41">
                <a:extLst>
                  <a:ext uri="{FF2B5EF4-FFF2-40B4-BE49-F238E27FC236}">
                    <a16:creationId xmlns:a16="http://schemas.microsoft.com/office/drawing/2014/main" id="{750DA81E-5AA6-4341-90C5-861EDDB2E6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74" name="Text Box 42">
                <a:extLst>
                  <a:ext uri="{FF2B5EF4-FFF2-40B4-BE49-F238E27FC236}">
                    <a16:creationId xmlns:a16="http://schemas.microsoft.com/office/drawing/2014/main" id="{CD77D914-72E8-44B3-BCA2-CCF3188671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5475" name="Text Box 43">
                <a:extLst>
                  <a:ext uri="{FF2B5EF4-FFF2-40B4-BE49-F238E27FC236}">
                    <a16:creationId xmlns:a16="http://schemas.microsoft.com/office/drawing/2014/main" id="{3045A0FE-42F6-4CC0-A926-7E070DD7B9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sp>
          <p:nvSpPr>
            <p:cNvPr id="15463" name="Oval 50">
              <a:extLst>
                <a:ext uri="{FF2B5EF4-FFF2-40B4-BE49-F238E27FC236}">
                  <a16:creationId xmlns:a16="http://schemas.microsoft.com/office/drawing/2014/main" id="{2E69EE45-164B-4441-AFCA-F553F14A8B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680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464" name="Oval 51">
              <a:extLst>
                <a:ext uri="{FF2B5EF4-FFF2-40B4-BE49-F238E27FC236}">
                  <a16:creationId xmlns:a16="http://schemas.microsoft.com/office/drawing/2014/main" id="{8632834D-E7C1-479B-8EA1-B071A66D9D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06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465" name="Oval 52">
              <a:extLst>
                <a:ext uri="{FF2B5EF4-FFF2-40B4-BE49-F238E27FC236}">
                  <a16:creationId xmlns:a16="http://schemas.microsoft.com/office/drawing/2014/main" id="{850D130C-37CA-4A8B-BFDC-99A6D760E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06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466" name="Text Box 56">
              <a:extLst>
                <a:ext uri="{FF2B5EF4-FFF2-40B4-BE49-F238E27FC236}">
                  <a16:creationId xmlns:a16="http://schemas.microsoft.com/office/drawing/2014/main" id="{548E673B-3D24-4CAA-BF47-C59AF92605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3" y="1401"/>
              <a:ext cx="2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-1</a:t>
              </a:r>
            </a:p>
          </p:txBody>
        </p:sp>
        <p:sp>
          <p:nvSpPr>
            <p:cNvPr id="15467" name="Line 57">
              <a:extLst>
                <a:ext uri="{FF2B5EF4-FFF2-40B4-BE49-F238E27FC236}">
                  <a16:creationId xmlns:a16="http://schemas.microsoft.com/office/drawing/2014/main" id="{9FDD01EB-7F69-4E1D-9C8D-E65CAF888F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200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68" name="Line 58">
              <a:extLst>
                <a:ext uri="{FF2B5EF4-FFF2-40B4-BE49-F238E27FC236}">
                  <a16:creationId xmlns:a16="http://schemas.microsoft.com/office/drawing/2014/main" id="{316A9374-D3D0-4B20-92FF-3BDE382A05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1632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69" name="Line 59">
              <a:extLst>
                <a:ext uri="{FF2B5EF4-FFF2-40B4-BE49-F238E27FC236}">
                  <a16:creationId xmlns:a16="http://schemas.microsoft.com/office/drawing/2014/main" id="{8E1BAAB9-94E8-4A17-B7A9-9960C6908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63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70" name="Line 60">
              <a:extLst>
                <a:ext uri="{FF2B5EF4-FFF2-40B4-BE49-F238E27FC236}">
                  <a16:creationId xmlns:a16="http://schemas.microsoft.com/office/drawing/2014/main" id="{DB91F8BC-7647-4258-B3FE-D23D6AFA6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96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71" name="Line 61">
              <a:extLst>
                <a:ext uri="{FF2B5EF4-FFF2-40B4-BE49-F238E27FC236}">
                  <a16:creationId xmlns:a16="http://schemas.microsoft.com/office/drawing/2014/main" id="{6C66DBB8-2794-4A69-8CED-F679DFD563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92" y="1968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72" name="Text Box 62">
              <a:extLst>
                <a:ext uri="{FF2B5EF4-FFF2-40B4-BE49-F238E27FC236}">
                  <a16:creationId xmlns:a16="http://schemas.microsoft.com/office/drawing/2014/main" id="{E5804BB1-1221-4EDD-B43B-74E6E9E6D0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0" y="1728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</p:grpSp>
      <p:sp>
        <p:nvSpPr>
          <p:cNvPr id="23" name="Line 63">
            <a:extLst>
              <a:ext uri="{FF2B5EF4-FFF2-40B4-BE49-F238E27FC236}">
                <a16:creationId xmlns:a16="http://schemas.microsoft.com/office/drawing/2014/main" id="{34A75FDF-F96C-470D-BDC5-70CEF9CD66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34000" y="3657600"/>
            <a:ext cx="0" cy="3810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2" name="Line 85">
            <a:extLst>
              <a:ext uri="{FF2B5EF4-FFF2-40B4-BE49-F238E27FC236}">
                <a16:creationId xmlns:a16="http://schemas.microsoft.com/office/drawing/2014/main" id="{A26C6CDB-C2EA-4F34-A389-2E9F4B335A2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667000"/>
            <a:ext cx="1219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43" name="Group 129">
            <a:extLst>
              <a:ext uri="{FF2B5EF4-FFF2-40B4-BE49-F238E27FC236}">
                <a16:creationId xmlns:a16="http://schemas.microsoft.com/office/drawing/2014/main" id="{FDE6809F-BC86-4936-AA90-3DCBDA796701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1295400"/>
            <a:ext cx="2514600" cy="2362200"/>
            <a:chOff x="3072" y="2688"/>
            <a:chExt cx="1584" cy="1488"/>
          </a:xfrm>
        </p:grpSpPr>
        <p:grpSp>
          <p:nvGrpSpPr>
            <p:cNvPr id="15427" name="Group 87">
              <a:extLst>
                <a:ext uri="{FF2B5EF4-FFF2-40B4-BE49-F238E27FC236}">
                  <a16:creationId xmlns:a16="http://schemas.microsoft.com/office/drawing/2014/main" id="{9F039B4C-6965-47A8-82A2-D73393B3B4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168"/>
              <a:ext cx="336" cy="336"/>
              <a:chOff x="864" y="1392"/>
              <a:chExt cx="336" cy="336"/>
            </a:xfrm>
          </p:grpSpPr>
          <p:sp>
            <p:nvSpPr>
              <p:cNvPr id="15442" name="Oval 88">
                <a:extLst>
                  <a:ext uri="{FF2B5EF4-FFF2-40B4-BE49-F238E27FC236}">
                    <a16:creationId xmlns:a16="http://schemas.microsoft.com/office/drawing/2014/main" id="{6852FB80-8A58-4628-B36E-F0E94C20F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43" name="Text Box 89">
                <a:extLst>
                  <a:ext uri="{FF2B5EF4-FFF2-40B4-BE49-F238E27FC236}">
                    <a16:creationId xmlns:a16="http://schemas.microsoft.com/office/drawing/2014/main" id="{69089DC6-99D7-49E7-89AE-68E59DDCD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4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5428" name="Group 90">
              <a:extLst>
                <a:ext uri="{FF2B5EF4-FFF2-40B4-BE49-F238E27FC236}">
                  <a16:creationId xmlns:a16="http://schemas.microsoft.com/office/drawing/2014/main" id="{D718CDC6-AE33-4FD8-BE10-E148CB85C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832"/>
              <a:ext cx="336" cy="336"/>
              <a:chOff x="1920" y="2400"/>
              <a:chExt cx="336" cy="336"/>
            </a:xfrm>
          </p:grpSpPr>
          <p:sp>
            <p:nvSpPr>
              <p:cNvPr id="15439" name="Oval 91">
                <a:extLst>
                  <a:ext uri="{FF2B5EF4-FFF2-40B4-BE49-F238E27FC236}">
                    <a16:creationId xmlns:a16="http://schemas.microsoft.com/office/drawing/2014/main" id="{648FCCCF-19ED-4D58-9D71-26EEDDFAFF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40" name="Text Box 92">
                <a:extLst>
                  <a:ext uri="{FF2B5EF4-FFF2-40B4-BE49-F238E27FC236}">
                    <a16:creationId xmlns:a16="http://schemas.microsoft.com/office/drawing/2014/main" id="{F3B640B6-3575-4B60-8861-F1E89ADC69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5441" name="Text Box 93">
                <a:extLst>
                  <a:ext uri="{FF2B5EF4-FFF2-40B4-BE49-F238E27FC236}">
                    <a16:creationId xmlns:a16="http://schemas.microsoft.com/office/drawing/2014/main" id="{50141A28-8123-494D-864B-98BE3C7626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sp>
          <p:nvSpPr>
            <p:cNvPr id="15429" name="Oval 94">
              <a:extLst>
                <a:ext uri="{FF2B5EF4-FFF2-40B4-BE49-F238E27FC236}">
                  <a16:creationId xmlns:a16="http://schemas.microsoft.com/office/drawing/2014/main" id="{87793C02-56E0-442C-A637-DE33C4DB0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0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430" name="Oval 95">
              <a:extLst>
                <a:ext uri="{FF2B5EF4-FFF2-40B4-BE49-F238E27FC236}">
                  <a16:creationId xmlns:a16="http://schemas.microsoft.com/office/drawing/2014/main" id="{EFB21682-21A4-452D-8534-0825EDFE3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552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431" name="Oval 96">
              <a:extLst>
                <a:ext uri="{FF2B5EF4-FFF2-40B4-BE49-F238E27FC236}">
                  <a16:creationId xmlns:a16="http://schemas.microsoft.com/office/drawing/2014/main" id="{380160EF-7FFE-4977-8395-F9BCD65BC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3168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3</a:t>
              </a:r>
              <a:r>
                <a:rPr lang="en-US" altLang="en-US" sz="2400" baseline="30000">
                  <a:solidFill>
                    <a:schemeClr val="folHlink"/>
                  </a:solidFill>
                  <a:latin typeface="Verdana" panose="020B0604030504040204" pitchFamily="34" charset="0"/>
                </a:rPr>
                <a:t>*</a:t>
              </a:r>
              <a:endParaRPr lang="en-US" altLang="en-US" sz="2400" baseline="-25000">
                <a:latin typeface="Verdan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(h+1)</a:t>
              </a:r>
            </a:p>
          </p:txBody>
        </p:sp>
        <p:sp>
          <p:nvSpPr>
            <p:cNvPr id="15432" name="Text Box 97">
              <a:extLst>
                <a:ext uri="{FF2B5EF4-FFF2-40B4-BE49-F238E27FC236}">
                  <a16:creationId xmlns:a16="http://schemas.microsoft.com/office/drawing/2014/main" id="{D7C2A432-0C1C-451E-87B4-55D349C2C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4" y="3216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5433" name="Line 98">
              <a:extLst>
                <a:ext uri="{FF2B5EF4-FFF2-40B4-BE49-F238E27FC236}">
                  <a16:creationId xmlns:a16="http://schemas.microsoft.com/office/drawing/2014/main" id="{530098E3-91F5-471C-BFE3-B77C9EE1CB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2688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34" name="Line 99">
              <a:extLst>
                <a:ext uri="{FF2B5EF4-FFF2-40B4-BE49-F238E27FC236}">
                  <a16:creationId xmlns:a16="http://schemas.microsoft.com/office/drawing/2014/main" id="{ADAF484E-F119-4D31-996E-6B8156AAE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345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35" name="Line 100">
              <a:extLst>
                <a:ext uri="{FF2B5EF4-FFF2-40B4-BE49-F238E27FC236}">
                  <a16:creationId xmlns:a16="http://schemas.microsoft.com/office/drawing/2014/main" id="{4F849B05-C30C-4069-9D13-B973256F72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6" y="3456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36" name="Line 101">
              <a:extLst>
                <a:ext uri="{FF2B5EF4-FFF2-40B4-BE49-F238E27FC236}">
                  <a16:creationId xmlns:a16="http://schemas.microsoft.com/office/drawing/2014/main" id="{10F2C227-168D-4393-94A9-3478D1539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3120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37" name="Line 102">
              <a:extLst>
                <a:ext uri="{FF2B5EF4-FFF2-40B4-BE49-F238E27FC236}">
                  <a16:creationId xmlns:a16="http://schemas.microsoft.com/office/drawing/2014/main" id="{BA1F054D-B63C-428D-8029-100217E6AA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3120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438" name="Text Box 103">
              <a:extLst>
                <a:ext uri="{FF2B5EF4-FFF2-40B4-BE49-F238E27FC236}">
                  <a16:creationId xmlns:a16="http://schemas.microsoft.com/office/drawing/2014/main" id="{7C1B864A-9C17-45A2-A0F0-36F0FC3E3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2880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</p:grpSp>
      <p:grpSp>
        <p:nvGrpSpPr>
          <p:cNvPr id="79" name="Group 168">
            <a:extLst>
              <a:ext uri="{FF2B5EF4-FFF2-40B4-BE49-F238E27FC236}">
                <a16:creationId xmlns:a16="http://schemas.microsoft.com/office/drawing/2014/main" id="{8E8FF576-68CF-4484-A038-2BD7897E576D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962400"/>
            <a:ext cx="7467600" cy="2438400"/>
            <a:chOff x="480" y="2496"/>
            <a:chExt cx="4704" cy="1536"/>
          </a:xfrm>
        </p:grpSpPr>
        <p:grpSp>
          <p:nvGrpSpPr>
            <p:cNvPr id="15374" name="Group 131">
              <a:extLst>
                <a:ext uri="{FF2B5EF4-FFF2-40B4-BE49-F238E27FC236}">
                  <a16:creationId xmlns:a16="http://schemas.microsoft.com/office/drawing/2014/main" id="{723CA879-AFA5-4E8E-AC8C-9F2A4E2596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2640"/>
              <a:ext cx="336" cy="336"/>
              <a:chOff x="864" y="1392"/>
              <a:chExt cx="336" cy="336"/>
            </a:xfrm>
          </p:grpSpPr>
          <p:sp>
            <p:nvSpPr>
              <p:cNvPr id="15408" name="Oval 132">
                <a:extLst>
                  <a:ext uri="{FF2B5EF4-FFF2-40B4-BE49-F238E27FC236}">
                    <a16:creationId xmlns:a16="http://schemas.microsoft.com/office/drawing/2014/main" id="{547F9922-221C-4316-8720-F0AEF512B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09" name="Text Box 133">
                <a:extLst>
                  <a:ext uri="{FF2B5EF4-FFF2-40B4-BE49-F238E27FC236}">
                    <a16:creationId xmlns:a16="http://schemas.microsoft.com/office/drawing/2014/main" id="{5CABC8E5-0A39-44F9-AFCB-7A846717C8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4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5375" name="Group 134">
              <a:extLst>
                <a:ext uri="{FF2B5EF4-FFF2-40B4-BE49-F238E27FC236}">
                  <a16:creationId xmlns:a16="http://schemas.microsoft.com/office/drawing/2014/main" id="{92050284-906E-42A6-9E0F-BEEB4BBF4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2928"/>
              <a:ext cx="336" cy="336"/>
              <a:chOff x="1920" y="2400"/>
              <a:chExt cx="336" cy="336"/>
            </a:xfrm>
          </p:grpSpPr>
          <p:sp>
            <p:nvSpPr>
              <p:cNvPr id="15405" name="Oval 135">
                <a:extLst>
                  <a:ext uri="{FF2B5EF4-FFF2-40B4-BE49-F238E27FC236}">
                    <a16:creationId xmlns:a16="http://schemas.microsoft.com/office/drawing/2014/main" id="{F4B3F9F2-01B6-4465-ADA0-F978D5A8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06" name="Text Box 136">
                <a:extLst>
                  <a:ext uri="{FF2B5EF4-FFF2-40B4-BE49-F238E27FC236}">
                    <a16:creationId xmlns:a16="http://schemas.microsoft.com/office/drawing/2014/main" id="{14EF5A55-1B8C-41C4-A1AB-BD437A7EDF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  <p:sp>
            <p:nvSpPr>
              <p:cNvPr id="15407" name="Text Box 137">
                <a:extLst>
                  <a:ext uri="{FF2B5EF4-FFF2-40B4-BE49-F238E27FC236}">
                    <a16:creationId xmlns:a16="http://schemas.microsoft.com/office/drawing/2014/main" id="{997C29DD-28B3-4E92-BF56-9C878C0881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5376" name="Oval 138">
              <a:extLst>
                <a:ext uri="{FF2B5EF4-FFF2-40B4-BE49-F238E27FC236}">
                  <a16:creationId xmlns:a16="http://schemas.microsoft.com/office/drawing/2014/main" id="{23F9F381-3EF2-4687-B722-F6C0B0ADBA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377" name="Oval 139">
              <a:extLst>
                <a:ext uri="{FF2B5EF4-FFF2-40B4-BE49-F238E27FC236}">
                  <a16:creationId xmlns:a16="http://schemas.microsoft.com/office/drawing/2014/main" id="{CB5C50D7-6B02-4603-96CE-23D21BA6AF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312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378" name="Oval 140">
              <a:extLst>
                <a:ext uri="{FF2B5EF4-FFF2-40B4-BE49-F238E27FC236}">
                  <a16:creationId xmlns:a16="http://schemas.microsoft.com/office/drawing/2014/main" id="{D6A18429-479D-45C1-8A7D-8D72D3955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" y="3312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379" name="Text Box 141">
              <a:extLst>
                <a:ext uri="{FF2B5EF4-FFF2-40B4-BE49-F238E27FC236}">
                  <a16:creationId xmlns:a16="http://schemas.microsoft.com/office/drawing/2014/main" id="{EC394ABD-937D-4B58-9F83-4ED5CE1107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697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15380" name="Line 142">
              <a:extLst>
                <a:ext uri="{FF2B5EF4-FFF2-40B4-BE49-F238E27FC236}">
                  <a16:creationId xmlns:a16="http://schemas.microsoft.com/office/drawing/2014/main" id="{C43F9067-FB0B-488C-AF2E-D222454C4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496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81" name="Line 143">
              <a:extLst>
                <a:ext uri="{FF2B5EF4-FFF2-40B4-BE49-F238E27FC236}">
                  <a16:creationId xmlns:a16="http://schemas.microsoft.com/office/drawing/2014/main" id="{BABCC999-B953-4BC9-BD2A-48DCFC0803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928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82" name="Line 144">
              <a:extLst>
                <a:ext uri="{FF2B5EF4-FFF2-40B4-BE49-F238E27FC236}">
                  <a16:creationId xmlns:a16="http://schemas.microsoft.com/office/drawing/2014/main" id="{FEB851E6-942A-4BB6-885F-EBB3EF06C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56" y="2880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83" name="Line 145">
              <a:extLst>
                <a:ext uri="{FF2B5EF4-FFF2-40B4-BE49-F238E27FC236}">
                  <a16:creationId xmlns:a16="http://schemas.microsoft.com/office/drawing/2014/main" id="{C875C083-70BB-44CE-89DD-95E127FA2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1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84" name="Line 146">
              <a:extLst>
                <a:ext uri="{FF2B5EF4-FFF2-40B4-BE49-F238E27FC236}">
                  <a16:creationId xmlns:a16="http://schemas.microsoft.com/office/drawing/2014/main" id="{9CE3E4B3-A793-4D0B-ACB1-08518533B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3216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85" name="Text Box 147">
              <a:extLst>
                <a:ext uri="{FF2B5EF4-FFF2-40B4-BE49-F238E27FC236}">
                  <a16:creationId xmlns:a16="http://schemas.microsoft.com/office/drawing/2014/main" id="{B25A58C7-5729-417D-B6A2-B4919D8C63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8" y="2976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5386" name="Line 148">
              <a:extLst>
                <a:ext uri="{FF2B5EF4-FFF2-40B4-BE49-F238E27FC236}">
                  <a16:creationId xmlns:a16="http://schemas.microsoft.com/office/drawing/2014/main" id="{C4250A60-BC5F-4D35-8101-0929823E9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3936"/>
              <a:ext cx="0" cy="9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87" name="Line 149">
              <a:extLst>
                <a:ext uri="{FF2B5EF4-FFF2-40B4-BE49-F238E27FC236}">
                  <a16:creationId xmlns:a16="http://schemas.microsoft.com/office/drawing/2014/main" id="{3F198C3C-0B85-48F4-900C-807CBEBFBA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216"/>
              <a:ext cx="76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5388" name="Group 150">
              <a:extLst>
                <a:ext uri="{FF2B5EF4-FFF2-40B4-BE49-F238E27FC236}">
                  <a16:creationId xmlns:a16="http://schemas.microsoft.com/office/drawing/2014/main" id="{D7B8744E-028D-4F57-BF1E-50DA11DE33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2928"/>
              <a:ext cx="336" cy="336"/>
              <a:chOff x="864" y="1392"/>
              <a:chExt cx="336" cy="336"/>
            </a:xfrm>
          </p:grpSpPr>
          <p:sp>
            <p:nvSpPr>
              <p:cNvPr id="15403" name="Oval 151">
                <a:extLst>
                  <a:ext uri="{FF2B5EF4-FFF2-40B4-BE49-F238E27FC236}">
                    <a16:creationId xmlns:a16="http://schemas.microsoft.com/office/drawing/2014/main" id="{BB3851CC-9682-4F67-9EE3-DA34DB517E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04" name="Text Box 152">
                <a:extLst>
                  <a:ext uri="{FF2B5EF4-FFF2-40B4-BE49-F238E27FC236}">
                    <a16:creationId xmlns:a16="http://schemas.microsoft.com/office/drawing/2014/main" id="{3E7AAE9C-E0E9-4230-A87F-71AB65F013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4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5389" name="Group 153">
              <a:extLst>
                <a:ext uri="{FF2B5EF4-FFF2-40B4-BE49-F238E27FC236}">
                  <a16:creationId xmlns:a16="http://schemas.microsoft.com/office/drawing/2014/main" id="{D600B260-D677-4435-A248-A1770B5CCF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6" y="2688"/>
              <a:ext cx="336" cy="336"/>
              <a:chOff x="1920" y="2400"/>
              <a:chExt cx="336" cy="336"/>
            </a:xfrm>
          </p:grpSpPr>
          <p:sp>
            <p:nvSpPr>
              <p:cNvPr id="15400" name="Oval 154">
                <a:extLst>
                  <a:ext uri="{FF2B5EF4-FFF2-40B4-BE49-F238E27FC236}">
                    <a16:creationId xmlns:a16="http://schemas.microsoft.com/office/drawing/2014/main" id="{3D0AEB0D-397A-466C-B63E-8FEDA465E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5401" name="Text Box 155">
                <a:extLst>
                  <a:ext uri="{FF2B5EF4-FFF2-40B4-BE49-F238E27FC236}">
                    <a16:creationId xmlns:a16="http://schemas.microsoft.com/office/drawing/2014/main" id="{5F377998-A2E9-4FD4-A1CE-2E5A48CD7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  <p:sp>
            <p:nvSpPr>
              <p:cNvPr id="15402" name="Text Box 156">
                <a:extLst>
                  <a:ext uri="{FF2B5EF4-FFF2-40B4-BE49-F238E27FC236}">
                    <a16:creationId xmlns:a16="http://schemas.microsoft.com/office/drawing/2014/main" id="{B8AAA801-1AE0-4FCE-B4BD-B48F9C80F6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15390" name="Oval 157">
              <a:extLst>
                <a:ext uri="{FF2B5EF4-FFF2-40B4-BE49-F238E27FC236}">
                  <a16:creationId xmlns:a16="http://schemas.microsoft.com/office/drawing/2014/main" id="{CA7622D3-AD9B-4B13-8B55-C8E5BF541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26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391" name="Oval 158">
              <a:extLst>
                <a:ext uri="{FF2B5EF4-FFF2-40B4-BE49-F238E27FC236}">
                  <a16:creationId xmlns:a16="http://schemas.microsoft.com/office/drawing/2014/main" id="{48D29FD3-0928-4F7E-AF88-87411FB3F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02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  <a:r>
                <a:rPr lang="en-US" altLang="en-US" sz="2400" baseline="30000">
                  <a:solidFill>
                    <a:schemeClr val="folHlink"/>
                  </a:solidFill>
                  <a:latin typeface="Verdana" panose="020B0604030504040204" pitchFamily="34" charset="0"/>
                </a:rPr>
                <a:t>*</a:t>
              </a:r>
              <a:endParaRPr lang="en-US" altLang="en-US" sz="2400" baseline="-25000">
                <a:solidFill>
                  <a:schemeClr val="folHlink"/>
                </a:solidFill>
                <a:latin typeface="Verdan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(h+1)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392" name="Oval 159">
              <a:extLst>
                <a:ext uri="{FF2B5EF4-FFF2-40B4-BE49-F238E27FC236}">
                  <a16:creationId xmlns:a16="http://schemas.microsoft.com/office/drawing/2014/main" id="{DE37FD52-8CE9-451A-8EFD-D84C3FC3D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312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5393" name="Text Box 160">
              <a:extLst>
                <a:ext uri="{FF2B5EF4-FFF2-40B4-BE49-F238E27FC236}">
                  <a16:creationId xmlns:a16="http://schemas.microsoft.com/office/drawing/2014/main" id="{DFEA6A3D-4981-4C75-8CDE-BC9C8C6520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2985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5394" name="Line 161">
              <a:extLst>
                <a:ext uri="{FF2B5EF4-FFF2-40B4-BE49-F238E27FC236}">
                  <a16:creationId xmlns:a16="http://schemas.microsoft.com/office/drawing/2014/main" id="{BC3BBE03-EFBE-40A0-B93E-317ED7CC07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2544"/>
              <a:ext cx="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95" name="Line 162">
              <a:extLst>
                <a:ext uri="{FF2B5EF4-FFF2-40B4-BE49-F238E27FC236}">
                  <a16:creationId xmlns:a16="http://schemas.microsoft.com/office/drawing/2014/main" id="{0BB4B01C-99B3-4056-8E84-952AFEAC4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321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96" name="Line 163">
              <a:extLst>
                <a:ext uri="{FF2B5EF4-FFF2-40B4-BE49-F238E27FC236}">
                  <a16:creationId xmlns:a16="http://schemas.microsoft.com/office/drawing/2014/main" id="{6E2C71C9-AB9E-41E0-ABBD-07545B60EF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0" y="3216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97" name="Line 164">
              <a:extLst>
                <a:ext uri="{FF2B5EF4-FFF2-40B4-BE49-F238E27FC236}">
                  <a16:creationId xmlns:a16="http://schemas.microsoft.com/office/drawing/2014/main" id="{592C1DEB-F6C8-4A31-AC5C-CE6314B28D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2976"/>
              <a:ext cx="14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98" name="Line 165">
              <a:extLst>
                <a:ext uri="{FF2B5EF4-FFF2-40B4-BE49-F238E27FC236}">
                  <a16:creationId xmlns:a16="http://schemas.microsoft.com/office/drawing/2014/main" id="{1C883A88-FDA3-4293-A7CB-317E50F66C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88" y="2976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5399" name="Text Box 166">
              <a:extLst>
                <a:ext uri="{FF2B5EF4-FFF2-40B4-BE49-F238E27FC236}">
                  <a16:creationId xmlns:a16="http://schemas.microsoft.com/office/drawing/2014/main" id="{54B8B039-9642-4EFE-831A-6F9E81ADD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6" y="2736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</p:grpSp>
      <p:sp>
        <p:nvSpPr>
          <p:cNvPr id="15372" name="Text Box 169">
            <a:extLst>
              <a:ext uri="{FF2B5EF4-FFF2-40B4-BE49-F238E27FC236}">
                <a16:creationId xmlns:a16="http://schemas.microsoft.com/office/drawing/2014/main" id="{FA1F2A67-D353-48C9-9A5D-69B06C533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1447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(1)</a:t>
            </a:r>
          </a:p>
        </p:txBody>
      </p:sp>
      <p:sp>
        <p:nvSpPr>
          <p:cNvPr id="15373" name="Text Box 170">
            <a:extLst>
              <a:ext uri="{FF2B5EF4-FFF2-40B4-BE49-F238E27FC236}">
                <a16:creationId xmlns:a16="http://schemas.microsoft.com/office/drawing/2014/main" id="{66DC9DEB-8495-48DF-8DC3-F3AC60803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4114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50737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994B76D7-547A-4CA8-B481-B720AB1D8204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0" y="1371600"/>
            <a:ext cx="84582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endParaRPr lang="en-US" altLang="en-US" sz="2800" kern="0" dirty="0"/>
          </a:p>
        </p:txBody>
      </p:sp>
      <p:sp>
        <p:nvSpPr>
          <p:cNvPr id="8" name="Line 48">
            <a:extLst>
              <a:ext uri="{FF2B5EF4-FFF2-40B4-BE49-F238E27FC236}">
                <a16:creationId xmlns:a16="http://schemas.microsoft.com/office/drawing/2014/main" id="{42FD1B3E-3FE4-4C22-913B-82BE3D7832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4267200"/>
            <a:ext cx="0" cy="381000"/>
          </a:xfrm>
          <a:prstGeom prst="line">
            <a:avLst/>
          </a:prstGeom>
          <a:noFill/>
          <a:ln w="9525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9" name="Line 49">
            <a:extLst>
              <a:ext uri="{FF2B5EF4-FFF2-40B4-BE49-F238E27FC236}">
                <a16:creationId xmlns:a16="http://schemas.microsoft.com/office/drawing/2014/main" id="{4B2F7342-CF59-484B-9E85-0BCB41A2FB2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24600" y="2286000"/>
            <a:ext cx="1219200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16389" name="Group 75">
            <a:extLst>
              <a:ext uri="{FF2B5EF4-FFF2-40B4-BE49-F238E27FC236}">
                <a16:creationId xmlns:a16="http://schemas.microsoft.com/office/drawing/2014/main" id="{2E57D7BC-B12B-41B6-8F6F-596B80C7E357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1219200"/>
            <a:ext cx="3276600" cy="3048000"/>
            <a:chOff x="480" y="768"/>
            <a:chExt cx="2064" cy="1920"/>
          </a:xfrm>
        </p:grpSpPr>
        <p:grpSp>
          <p:nvGrpSpPr>
            <p:cNvPr id="16521" name="Group 4">
              <a:extLst>
                <a:ext uri="{FF2B5EF4-FFF2-40B4-BE49-F238E27FC236}">
                  <a16:creationId xmlns:a16="http://schemas.microsoft.com/office/drawing/2014/main" id="{4DE30AFE-80C1-4B0D-ADE6-0D49CABF5B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864"/>
              <a:ext cx="336" cy="336"/>
              <a:chOff x="864" y="1392"/>
              <a:chExt cx="336" cy="336"/>
            </a:xfrm>
          </p:grpSpPr>
          <p:sp>
            <p:nvSpPr>
              <p:cNvPr id="16543" name="Oval 5">
                <a:extLst>
                  <a:ext uri="{FF2B5EF4-FFF2-40B4-BE49-F238E27FC236}">
                    <a16:creationId xmlns:a16="http://schemas.microsoft.com/office/drawing/2014/main" id="{9093E8E7-2D22-4471-B44D-26030F2AE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544" name="Text Box 6">
                <a:extLst>
                  <a:ext uri="{FF2B5EF4-FFF2-40B4-BE49-F238E27FC236}">
                    <a16:creationId xmlns:a16="http://schemas.microsoft.com/office/drawing/2014/main" id="{8B6589C2-8443-47EA-B67B-08CD6D86F2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4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6522" name="Group 7">
              <a:extLst>
                <a:ext uri="{FF2B5EF4-FFF2-40B4-BE49-F238E27FC236}">
                  <a16:creationId xmlns:a16="http://schemas.microsoft.com/office/drawing/2014/main" id="{F86970E4-71FF-437C-B1A4-2FCE0D37B6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48" y="1584"/>
              <a:ext cx="336" cy="336"/>
              <a:chOff x="1920" y="2400"/>
              <a:chExt cx="336" cy="336"/>
            </a:xfrm>
          </p:grpSpPr>
          <p:sp>
            <p:nvSpPr>
              <p:cNvPr id="16540" name="Oval 8">
                <a:extLst>
                  <a:ext uri="{FF2B5EF4-FFF2-40B4-BE49-F238E27FC236}">
                    <a16:creationId xmlns:a16="http://schemas.microsoft.com/office/drawing/2014/main" id="{74DB0B99-EDA2-4772-8F4B-C2818DA16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541" name="Text Box 9">
                <a:extLst>
                  <a:ext uri="{FF2B5EF4-FFF2-40B4-BE49-F238E27FC236}">
                    <a16:creationId xmlns:a16="http://schemas.microsoft.com/office/drawing/2014/main" id="{D70FBED0-5D63-4DC0-ADCA-5E88E2C498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6542" name="Text Box 10">
                <a:extLst>
                  <a:ext uri="{FF2B5EF4-FFF2-40B4-BE49-F238E27FC236}">
                    <a16:creationId xmlns:a16="http://schemas.microsoft.com/office/drawing/2014/main" id="{4FD252E3-9D31-4EEC-9EED-0A5FED5EBE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6523" name="Group 11">
              <a:extLst>
                <a:ext uri="{FF2B5EF4-FFF2-40B4-BE49-F238E27FC236}">
                  <a16:creationId xmlns:a16="http://schemas.microsoft.com/office/drawing/2014/main" id="{4B5BFAA8-F457-46E8-95A4-39054D196A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152"/>
              <a:ext cx="336" cy="336"/>
              <a:chOff x="2304" y="2400"/>
              <a:chExt cx="336" cy="336"/>
            </a:xfrm>
          </p:grpSpPr>
          <p:sp>
            <p:nvSpPr>
              <p:cNvPr id="16538" name="Oval 12">
                <a:extLst>
                  <a:ext uri="{FF2B5EF4-FFF2-40B4-BE49-F238E27FC236}">
                    <a16:creationId xmlns:a16="http://schemas.microsoft.com/office/drawing/2014/main" id="{7276AB01-B34C-4CE0-B6DE-92DB97CEE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539" name="Text Box 13">
                <a:extLst>
                  <a:ext uri="{FF2B5EF4-FFF2-40B4-BE49-F238E27FC236}">
                    <a16:creationId xmlns:a16="http://schemas.microsoft.com/office/drawing/2014/main" id="{EC8670E3-1683-488C-8DED-292EA9866F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6524" name="Oval 14">
              <a:extLst>
                <a:ext uri="{FF2B5EF4-FFF2-40B4-BE49-F238E27FC236}">
                  <a16:creationId xmlns:a16="http://schemas.microsoft.com/office/drawing/2014/main" id="{9745EA92-CFEB-42B3-A0B2-0E48C0508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1200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525" name="Oval 15">
              <a:extLst>
                <a:ext uri="{FF2B5EF4-FFF2-40B4-BE49-F238E27FC236}">
                  <a16:creationId xmlns:a16="http://schemas.microsoft.com/office/drawing/2014/main" id="{C52ADEA5-4A71-44A2-AAF0-6F7533544E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01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(h-1)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526" name="Oval 16">
              <a:extLst>
                <a:ext uri="{FF2B5EF4-FFF2-40B4-BE49-F238E27FC236}">
                  <a16:creationId xmlns:a16="http://schemas.microsoft.com/office/drawing/2014/main" id="{0F9030A0-0A16-451A-85E0-7B179B02A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06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(h-1)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527" name="Oval 17">
              <a:extLst>
                <a:ext uri="{FF2B5EF4-FFF2-40B4-BE49-F238E27FC236}">
                  <a16:creationId xmlns:a16="http://schemas.microsoft.com/office/drawing/2014/main" id="{6BABAB87-153F-4790-99D2-72B4104B9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1584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4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528" name="Line 18">
              <a:extLst>
                <a:ext uri="{FF2B5EF4-FFF2-40B4-BE49-F238E27FC236}">
                  <a16:creationId xmlns:a16="http://schemas.microsoft.com/office/drawing/2014/main" id="{0878C6B7-02AF-4512-AC24-7B325EA294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76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29" name="Line 19">
              <a:extLst>
                <a:ext uri="{FF2B5EF4-FFF2-40B4-BE49-F238E27FC236}">
                  <a16:creationId xmlns:a16="http://schemas.microsoft.com/office/drawing/2014/main" id="{DE9CC8D6-6F34-4CEA-AC01-C3A6EFD032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056"/>
              <a:ext cx="24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30" name="Line 20">
              <a:extLst>
                <a:ext uri="{FF2B5EF4-FFF2-40B4-BE49-F238E27FC236}">
                  <a16:creationId xmlns:a16="http://schemas.microsoft.com/office/drawing/2014/main" id="{2C255382-97D7-4060-8ABC-CB56C6CEE0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4" y="1104"/>
              <a:ext cx="24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31" name="Line 21">
              <a:extLst>
                <a:ext uri="{FF2B5EF4-FFF2-40B4-BE49-F238E27FC236}">
                  <a16:creationId xmlns:a16="http://schemas.microsoft.com/office/drawing/2014/main" id="{0F1A7C14-821C-47E2-ACDA-5F26D057A5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32" name="Line 22">
              <a:extLst>
                <a:ext uri="{FF2B5EF4-FFF2-40B4-BE49-F238E27FC236}">
                  <a16:creationId xmlns:a16="http://schemas.microsoft.com/office/drawing/2014/main" id="{7EAAE11C-26F4-4060-B723-C635D8668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144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33" name="Line 23">
              <a:extLst>
                <a:ext uri="{FF2B5EF4-FFF2-40B4-BE49-F238E27FC236}">
                  <a16:creationId xmlns:a16="http://schemas.microsoft.com/office/drawing/2014/main" id="{5776D2E3-DAB2-4EE2-A288-497D331B63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1872"/>
              <a:ext cx="96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34" name="Line 24">
              <a:extLst>
                <a:ext uri="{FF2B5EF4-FFF2-40B4-BE49-F238E27FC236}">
                  <a16:creationId xmlns:a16="http://schemas.microsoft.com/office/drawing/2014/main" id="{141E6BD4-E5DB-4612-8BC9-2B13278328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872"/>
              <a:ext cx="9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535" name="Text Box 50">
              <a:extLst>
                <a:ext uri="{FF2B5EF4-FFF2-40B4-BE49-F238E27FC236}">
                  <a16:creationId xmlns:a16="http://schemas.microsoft.com/office/drawing/2014/main" id="{DD371B24-4F50-4BAD-9273-162B8161E9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80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6536" name="Text Box 51">
              <a:extLst>
                <a:ext uri="{FF2B5EF4-FFF2-40B4-BE49-F238E27FC236}">
                  <a16:creationId xmlns:a16="http://schemas.microsoft.com/office/drawing/2014/main" id="{78B5871D-F93A-4EF1-ABBB-1B08FB6894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200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6537" name="Text Box 52">
              <a:extLst>
                <a:ext uri="{FF2B5EF4-FFF2-40B4-BE49-F238E27FC236}">
                  <a16:creationId xmlns:a16="http://schemas.microsoft.com/office/drawing/2014/main" id="{BC253D8B-3040-4AF2-9B47-60A09E6586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864"/>
              <a:ext cx="28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-1</a:t>
              </a:r>
            </a:p>
          </p:txBody>
        </p:sp>
      </p:grpSp>
      <p:grpSp>
        <p:nvGrpSpPr>
          <p:cNvPr id="85" name="Group 159">
            <a:extLst>
              <a:ext uri="{FF2B5EF4-FFF2-40B4-BE49-F238E27FC236}">
                <a16:creationId xmlns:a16="http://schemas.microsoft.com/office/drawing/2014/main" id="{0E56FE0B-D801-4E56-9E65-05F3BA21CDA7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1295400"/>
            <a:ext cx="3505200" cy="2209800"/>
            <a:chOff x="1968" y="2208"/>
            <a:chExt cx="2208" cy="1392"/>
          </a:xfrm>
        </p:grpSpPr>
        <p:sp>
          <p:nvSpPr>
            <p:cNvPr id="16449" name="Text Box 155">
              <a:extLst>
                <a:ext uri="{FF2B5EF4-FFF2-40B4-BE49-F238E27FC236}">
                  <a16:creationId xmlns:a16="http://schemas.microsoft.com/office/drawing/2014/main" id="{67373398-1496-42B3-9B07-BD29223060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688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grpSp>
          <p:nvGrpSpPr>
            <p:cNvPr id="16450" name="Group 134">
              <a:extLst>
                <a:ext uri="{FF2B5EF4-FFF2-40B4-BE49-F238E27FC236}">
                  <a16:creationId xmlns:a16="http://schemas.microsoft.com/office/drawing/2014/main" id="{6692EF66-72CF-4811-AA95-13F138BAAD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640"/>
              <a:ext cx="336" cy="336"/>
              <a:chOff x="864" y="1392"/>
              <a:chExt cx="336" cy="336"/>
            </a:xfrm>
          </p:grpSpPr>
          <p:sp>
            <p:nvSpPr>
              <p:cNvPr id="16471" name="Oval 135">
                <a:extLst>
                  <a:ext uri="{FF2B5EF4-FFF2-40B4-BE49-F238E27FC236}">
                    <a16:creationId xmlns:a16="http://schemas.microsoft.com/office/drawing/2014/main" id="{0C500EFA-34E5-4445-A22F-35A2480B4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472" name="Text Box 136">
                <a:extLst>
                  <a:ext uri="{FF2B5EF4-FFF2-40B4-BE49-F238E27FC236}">
                    <a16:creationId xmlns:a16="http://schemas.microsoft.com/office/drawing/2014/main" id="{954A678B-3D75-4EF5-9601-F5F32DCAA0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2" y="1440"/>
                <a:ext cx="19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6451" name="Group 137">
              <a:extLst>
                <a:ext uri="{FF2B5EF4-FFF2-40B4-BE49-F238E27FC236}">
                  <a16:creationId xmlns:a16="http://schemas.microsoft.com/office/drawing/2014/main" id="{6C6BEAB7-DEF2-4812-9304-26FC2502C5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04"/>
              <a:ext cx="336" cy="336"/>
              <a:chOff x="1920" y="2400"/>
              <a:chExt cx="336" cy="336"/>
            </a:xfrm>
          </p:grpSpPr>
          <p:sp>
            <p:nvSpPr>
              <p:cNvPr id="16468" name="Oval 138">
                <a:extLst>
                  <a:ext uri="{FF2B5EF4-FFF2-40B4-BE49-F238E27FC236}">
                    <a16:creationId xmlns:a16="http://schemas.microsoft.com/office/drawing/2014/main" id="{04DACBDD-0954-4558-AD7E-4EABCF380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469" name="Text Box 139">
                <a:extLst>
                  <a:ext uri="{FF2B5EF4-FFF2-40B4-BE49-F238E27FC236}">
                    <a16:creationId xmlns:a16="http://schemas.microsoft.com/office/drawing/2014/main" id="{E754FC5E-3455-4CCA-AE84-35A2E83284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6470" name="Text Box 140">
                <a:extLst>
                  <a:ext uri="{FF2B5EF4-FFF2-40B4-BE49-F238E27FC236}">
                    <a16:creationId xmlns:a16="http://schemas.microsoft.com/office/drawing/2014/main" id="{6151EFA9-5F17-45E6-A134-EC14048194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6452" name="Group 141">
              <a:extLst>
                <a:ext uri="{FF2B5EF4-FFF2-40B4-BE49-F238E27FC236}">
                  <a16:creationId xmlns:a16="http://schemas.microsoft.com/office/drawing/2014/main" id="{D8B4A846-BD99-4D93-845D-C1CDF103BF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8" y="2640"/>
              <a:ext cx="336" cy="336"/>
              <a:chOff x="2304" y="2400"/>
              <a:chExt cx="336" cy="336"/>
            </a:xfrm>
          </p:grpSpPr>
          <p:sp>
            <p:nvSpPr>
              <p:cNvPr id="16466" name="Oval 142">
                <a:extLst>
                  <a:ext uri="{FF2B5EF4-FFF2-40B4-BE49-F238E27FC236}">
                    <a16:creationId xmlns:a16="http://schemas.microsoft.com/office/drawing/2014/main" id="{A829ACBB-0652-4CC2-A790-E1ACA2B41B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6467" name="Text Box 143">
                <a:extLst>
                  <a:ext uri="{FF2B5EF4-FFF2-40B4-BE49-F238E27FC236}">
                    <a16:creationId xmlns:a16="http://schemas.microsoft.com/office/drawing/2014/main" id="{891C2FB2-0A78-4C9F-A2AC-CBBB2FF195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6453" name="Oval 144">
              <a:extLst>
                <a:ext uri="{FF2B5EF4-FFF2-40B4-BE49-F238E27FC236}">
                  <a16:creationId xmlns:a16="http://schemas.microsoft.com/office/drawing/2014/main" id="{58DC0B5C-F123-466E-9D58-D261D13D5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454" name="Oval 145">
              <a:extLst>
                <a:ext uri="{FF2B5EF4-FFF2-40B4-BE49-F238E27FC236}">
                  <a16:creationId xmlns:a16="http://schemas.microsoft.com/office/drawing/2014/main" id="{0AC6B38D-4ED7-4A6E-A8DA-0FB344896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(h-1)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455" name="Oval 146">
              <a:extLst>
                <a:ext uri="{FF2B5EF4-FFF2-40B4-BE49-F238E27FC236}">
                  <a16:creationId xmlns:a16="http://schemas.microsoft.com/office/drawing/2014/main" id="{E9CDDDC8-79BF-46D2-9D44-9C77B3350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dirty="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 dirty="0">
                  <a:latin typeface="Verdana" panose="020B0604030504040204" pitchFamily="34" charset="0"/>
                </a:rPr>
                <a:t>3</a:t>
              </a:r>
              <a:r>
                <a:rPr lang="en-US" altLang="en-US" sz="2400" baseline="30000" dirty="0">
                  <a:solidFill>
                    <a:schemeClr val="folHlink"/>
                  </a:solidFill>
                  <a:latin typeface="Verdana" panose="020B0604030504040204" pitchFamily="34" charset="0"/>
                </a:rPr>
                <a:t>*</a:t>
              </a:r>
              <a:endParaRPr lang="en-US" altLang="en-US" sz="2400" baseline="-25000" dirty="0">
                <a:solidFill>
                  <a:schemeClr val="folHlink"/>
                </a:solidFill>
                <a:latin typeface="Verdan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 dirty="0">
                  <a:latin typeface="Verdana" panose="020B0604030504040204" pitchFamily="34" charset="0"/>
                </a:rPr>
                <a:t>(h)</a:t>
              </a:r>
              <a:endParaRPr lang="en-US" altLang="en-US" sz="1800" dirty="0">
                <a:latin typeface="Verdana" panose="020B0604030504040204" pitchFamily="34" charset="0"/>
              </a:endParaRPr>
            </a:p>
          </p:txBody>
        </p:sp>
        <p:sp>
          <p:nvSpPr>
            <p:cNvPr id="16456" name="Oval 147">
              <a:extLst>
                <a:ext uri="{FF2B5EF4-FFF2-40B4-BE49-F238E27FC236}">
                  <a16:creationId xmlns:a16="http://schemas.microsoft.com/office/drawing/2014/main" id="{8016190D-59DB-470C-9634-E0957D37FB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A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4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aseline="-25000">
                  <a:latin typeface="Verdana" panose="020B0604030504040204" pitchFamily="34" charset="0"/>
                </a:rPr>
                <a:t>(h)</a:t>
              </a:r>
              <a:endParaRPr lang="en-US" altLang="en-US" sz="1800">
                <a:latin typeface="Verdana" panose="020B0604030504040204" pitchFamily="34" charset="0"/>
              </a:endParaRPr>
            </a:p>
          </p:txBody>
        </p:sp>
        <p:sp>
          <p:nvSpPr>
            <p:cNvPr id="16457" name="Line 148">
              <a:extLst>
                <a:ext uri="{FF2B5EF4-FFF2-40B4-BE49-F238E27FC236}">
                  <a16:creationId xmlns:a16="http://schemas.microsoft.com/office/drawing/2014/main" id="{05D7B81F-66B8-47A6-AA8C-2D7A3C0939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20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58" name="Line 149">
              <a:extLst>
                <a:ext uri="{FF2B5EF4-FFF2-40B4-BE49-F238E27FC236}">
                  <a16:creationId xmlns:a16="http://schemas.microsoft.com/office/drawing/2014/main" id="{A97FC64C-966D-4EE9-BE0D-8B2FC365F9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540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59" name="Line 150">
              <a:extLst>
                <a:ext uri="{FF2B5EF4-FFF2-40B4-BE49-F238E27FC236}">
                  <a16:creationId xmlns:a16="http://schemas.microsoft.com/office/drawing/2014/main" id="{345D8AF3-AAE4-4B59-BD21-AE0459FEA3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295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60" name="Line 151">
              <a:extLst>
                <a:ext uri="{FF2B5EF4-FFF2-40B4-BE49-F238E27FC236}">
                  <a16:creationId xmlns:a16="http://schemas.microsoft.com/office/drawing/2014/main" id="{4082CE58-3D06-410F-BB0A-B749C1F17C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940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61" name="Line 152">
              <a:extLst>
                <a:ext uri="{FF2B5EF4-FFF2-40B4-BE49-F238E27FC236}">
                  <a16:creationId xmlns:a16="http://schemas.microsoft.com/office/drawing/2014/main" id="{1647C1E9-8F50-4759-ACB3-989840145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" y="2924"/>
              <a:ext cx="7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62" name="Line 153">
              <a:extLst>
                <a:ext uri="{FF2B5EF4-FFF2-40B4-BE49-F238E27FC236}">
                  <a16:creationId xmlns:a16="http://schemas.microsoft.com/office/drawing/2014/main" id="{D3A832D0-A418-40E3-B94D-8329FDB83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2948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63" name="Line 154">
              <a:extLst>
                <a:ext uri="{FF2B5EF4-FFF2-40B4-BE49-F238E27FC236}">
                  <a16:creationId xmlns:a16="http://schemas.microsoft.com/office/drawing/2014/main" id="{0DFDEFF2-D080-4FD9-AAE9-CB54A48486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544"/>
              <a:ext cx="24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6464" name="Text Box 156">
              <a:extLst>
                <a:ext uri="{FF2B5EF4-FFF2-40B4-BE49-F238E27FC236}">
                  <a16:creationId xmlns:a16="http://schemas.microsoft.com/office/drawing/2014/main" id="{76A0EB54-031D-467A-B4AC-33F166416B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6" y="2688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6465" name="Text Box 157">
              <a:extLst>
                <a:ext uri="{FF2B5EF4-FFF2-40B4-BE49-F238E27FC236}">
                  <a16:creationId xmlns:a16="http://schemas.microsoft.com/office/drawing/2014/main" id="{8E940791-62E8-4FDC-B089-8DEA5B5552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2304"/>
              <a:ext cx="2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</p:grpSp>
      <p:grpSp>
        <p:nvGrpSpPr>
          <p:cNvPr id="110" name="Group 185">
            <a:extLst>
              <a:ext uri="{FF2B5EF4-FFF2-40B4-BE49-F238E27FC236}">
                <a16:creationId xmlns:a16="http://schemas.microsoft.com/office/drawing/2014/main" id="{2EC36201-05F1-419A-83AE-97A580038D88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419600"/>
            <a:ext cx="4800600" cy="1828800"/>
            <a:chOff x="624" y="1008"/>
            <a:chExt cx="4704" cy="2016"/>
          </a:xfrm>
        </p:grpSpPr>
        <p:sp>
          <p:nvSpPr>
            <p:cNvPr id="16397" name="Line 186">
              <a:extLst>
                <a:ext uri="{FF2B5EF4-FFF2-40B4-BE49-F238E27FC236}">
                  <a16:creationId xmlns:a16="http://schemas.microsoft.com/office/drawing/2014/main" id="{4F4E00BB-610A-4CAA-A7DF-6371A8D3D2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2880"/>
              <a:ext cx="0" cy="144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6398" name="Group 187">
              <a:extLst>
                <a:ext uri="{FF2B5EF4-FFF2-40B4-BE49-F238E27FC236}">
                  <a16:creationId xmlns:a16="http://schemas.microsoft.com/office/drawing/2014/main" id="{004A4130-DC26-4A8A-9936-2BBC336CEB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008"/>
              <a:ext cx="2064" cy="1920"/>
              <a:chOff x="480" y="768"/>
              <a:chExt cx="2064" cy="1920"/>
            </a:xfrm>
          </p:grpSpPr>
          <p:grpSp>
            <p:nvGrpSpPr>
              <p:cNvPr id="16425" name="Group 188">
                <a:extLst>
                  <a:ext uri="{FF2B5EF4-FFF2-40B4-BE49-F238E27FC236}">
                    <a16:creationId xmlns:a16="http://schemas.microsoft.com/office/drawing/2014/main" id="{B4DDC665-AB74-4C14-A588-19CAD9F2FC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864"/>
                <a:ext cx="336" cy="352"/>
                <a:chOff x="864" y="1392"/>
                <a:chExt cx="336" cy="352"/>
              </a:xfrm>
            </p:grpSpPr>
            <p:sp>
              <p:nvSpPr>
                <p:cNvPr id="16447" name="Oval 189">
                  <a:extLst>
                    <a:ext uri="{FF2B5EF4-FFF2-40B4-BE49-F238E27FC236}">
                      <a16:creationId xmlns:a16="http://schemas.microsoft.com/office/drawing/2014/main" id="{A9CCC8A0-C592-402A-BA3B-B60AD73E86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1392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6448" name="Text Box 190">
                  <a:extLst>
                    <a:ext uri="{FF2B5EF4-FFF2-40B4-BE49-F238E27FC236}">
                      <a16:creationId xmlns:a16="http://schemas.microsoft.com/office/drawing/2014/main" id="{AD67D788-0B39-4837-9F18-0EC0AB641D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3" y="1441"/>
                  <a:ext cx="190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A</a:t>
                  </a:r>
                </a:p>
              </p:txBody>
            </p:sp>
          </p:grpSp>
          <p:grpSp>
            <p:nvGrpSpPr>
              <p:cNvPr id="16426" name="Group 191">
                <a:extLst>
                  <a:ext uri="{FF2B5EF4-FFF2-40B4-BE49-F238E27FC236}">
                    <a16:creationId xmlns:a16="http://schemas.microsoft.com/office/drawing/2014/main" id="{A22F1B60-6770-4A05-A6F9-8858444F5B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584"/>
                <a:ext cx="336" cy="350"/>
                <a:chOff x="1920" y="2400"/>
                <a:chExt cx="336" cy="350"/>
              </a:xfrm>
            </p:grpSpPr>
            <p:sp>
              <p:nvSpPr>
                <p:cNvPr id="16444" name="Oval 192">
                  <a:extLst>
                    <a:ext uri="{FF2B5EF4-FFF2-40B4-BE49-F238E27FC236}">
                      <a16:creationId xmlns:a16="http://schemas.microsoft.com/office/drawing/2014/main" id="{8C08BF85-8CB8-40F6-ABFB-86967A264C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6445" name="Text Box 193">
                  <a:extLst>
                    <a:ext uri="{FF2B5EF4-FFF2-40B4-BE49-F238E27FC236}">
                      <a16:creationId xmlns:a16="http://schemas.microsoft.com/office/drawing/2014/main" id="{E4B393FE-D952-420B-BE20-0C784B158E1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7"/>
                  <a:ext cx="240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  <p:sp>
              <p:nvSpPr>
                <p:cNvPr id="16446" name="Text Box 194">
                  <a:extLst>
                    <a:ext uri="{FF2B5EF4-FFF2-40B4-BE49-F238E27FC236}">
                      <a16:creationId xmlns:a16="http://schemas.microsoft.com/office/drawing/2014/main" id="{547D6D03-1D9A-45C0-8138-3DECC96D65F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7"/>
                  <a:ext cx="240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</p:grpSp>
          <p:grpSp>
            <p:nvGrpSpPr>
              <p:cNvPr id="16427" name="Group 195">
                <a:extLst>
                  <a:ext uri="{FF2B5EF4-FFF2-40B4-BE49-F238E27FC236}">
                    <a16:creationId xmlns:a16="http://schemas.microsoft.com/office/drawing/2014/main" id="{5416E139-D9D5-4F8F-9535-E470956FAC2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80" y="1152"/>
                <a:ext cx="336" cy="352"/>
                <a:chOff x="2304" y="2400"/>
                <a:chExt cx="336" cy="352"/>
              </a:xfrm>
            </p:grpSpPr>
            <p:sp>
              <p:nvSpPr>
                <p:cNvPr id="16442" name="Oval 196">
                  <a:extLst>
                    <a:ext uri="{FF2B5EF4-FFF2-40B4-BE49-F238E27FC236}">
                      <a16:creationId xmlns:a16="http://schemas.microsoft.com/office/drawing/2014/main" id="{77531D21-37C2-434C-AE62-80337AE4B7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40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6443" name="Text Box 197">
                  <a:extLst>
                    <a:ext uri="{FF2B5EF4-FFF2-40B4-BE49-F238E27FC236}">
                      <a16:creationId xmlns:a16="http://schemas.microsoft.com/office/drawing/2014/main" id="{9AE5CB07-C624-4D3D-B86C-912263EE93A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2" y="2447"/>
                  <a:ext cx="241" cy="3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C</a:t>
                  </a:r>
                </a:p>
              </p:txBody>
            </p:sp>
          </p:grpSp>
          <p:sp>
            <p:nvSpPr>
              <p:cNvPr id="16428" name="Oval 198">
                <a:extLst>
                  <a:ext uri="{FF2B5EF4-FFF2-40B4-BE49-F238E27FC236}">
                    <a16:creationId xmlns:a16="http://schemas.microsoft.com/office/drawing/2014/main" id="{CE9E8754-DCAD-4EE1-AB2A-AAAA418FC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" y="1200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29" name="Oval 199">
                <a:extLst>
                  <a:ext uri="{FF2B5EF4-FFF2-40B4-BE49-F238E27FC236}">
                    <a16:creationId xmlns:a16="http://schemas.microsoft.com/office/drawing/2014/main" id="{8112797D-15A2-41AD-B851-5924ECA3E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016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2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(h-1)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30" name="Oval 200">
                <a:extLst>
                  <a:ext uri="{FF2B5EF4-FFF2-40B4-BE49-F238E27FC236}">
                    <a16:creationId xmlns:a16="http://schemas.microsoft.com/office/drawing/2014/main" id="{065F0F09-1A0B-4DAA-AAD7-1BA7DEE1C3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2064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3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(h-1)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31" name="Oval 201">
                <a:extLst>
                  <a:ext uri="{FF2B5EF4-FFF2-40B4-BE49-F238E27FC236}">
                    <a16:creationId xmlns:a16="http://schemas.microsoft.com/office/drawing/2014/main" id="{ED74FF0F-B2DB-409A-95AA-B28CFA7FC6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1584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32" name="Line 202">
                <a:extLst>
                  <a:ext uri="{FF2B5EF4-FFF2-40B4-BE49-F238E27FC236}">
                    <a16:creationId xmlns:a16="http://schemas.microsoft.com/office/drawing/2014/main" id="{DBCEB0D9-02C1-4018-983A-8612BA4E28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48" y="768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3" name="Line 203">
                <a:extLst>
                  <a:ext uri="{FF2B5EF4-FFF2-40B4-BE49-F238E27FC236}">
                    <a16:creationId xmlns:a16="http://schemas.microsoft.com/office/drawing/2014/main" id="{BCA2401C-7E3D-4F00-A46F-B282EBD018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056"/>
                <a:ext cx="24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4" name="Line 204">
                <a:extLst>
                  <a:ext uri="{FF2B5EF4-FFF2-40B4-BE49-F238E27FC236}">
                    <a16:creationId xmlns:a16="http://schemas.microsoft.com/office/drawing/2014/main" id="{4EFB034C-1A53-495B-B856-231D75DA03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4" y="1104"/>
                <a:ext cx="24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5" name="Line 205">
                <a:extLst>
                  <a:ext uri="{FF2B5EF4-FFF2-40B4-BE49-F238E27FC236}">
                    <a16:creationId xmlns:a16="http://schemas.microsoft.com/office/drawing/2014/main" id="{966FAF51-EA63-425D-95B9-297FB9CFB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440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6" name="Line 206">
                <a:extLst>
                  <a:ext uri="{FF2B5EF4-FFF2-40B4-BE49-F238E27FC236}">
                    <a16:creationId xmlns:a16="http://schemas.microsoft.com/office/drawing/2014/main" id="{95871802-73D9-4F6D-8E98-2B5F08BD5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440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7" name="Line 207">
                <a:extLst>
                  <a:ext uri="{FF2B5EF4-FFF2-40B4-BE49-F238E27FC236}">
                    <a16:creationId xmlns:a16="http://schemas.microsoft.com/office/drawing/2014/main" id="{0600045A-5460-41C9-B3BF-1038BA1CA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200" y="1872"/>
                <a:ext cx="96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8" name="Line 208">
                <a:extLst>
                  <a:ext uri="{FF2B5EF4-FFF2-40B4-BE49-F238E27FC236}">
                    <a16:creationId xmlns:a16="http://schemas.microsoft.com/office/drawing/2014/main" id="{AEAC134B-9FE2-48BC-88D6-AAE3E2C439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872"/>
                <a:ext cx="96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39" name="Text Box 209">
                <a:extLst>
                  <a:ext uri="{FF2B5EF4-FFF2-40B4-BE49-F238E27FC236}">
                    <a16:creationId xmlns:a16="http://schemas.microsoft.com/office/drawing/2014/main" id="{AEA59203-7E7D-401E-BC74-3B15ABB331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6" y="1748"/>
                <a:ext cx="286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0</a:t>
                </a:r>
              </a:p>
            </p:txBody>
          </p:sp>
          <p:sp>
            <p:nvSpPr>
              <p:cNvPr id="16440" name="Text Box 210">
                <a:extLst>
                  <a:ext uri="{FF2B5EF4-FFF2-40B4-BE49-F238E27FC236}">
                    <a16:creationId xmlns:a16="http://schemas.microsoft.com/office/drawing/2014/main" id="{9B4BA904-D60B-4B3D-A690-506B9FA9E6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9" y="1267"/>
                <a:ext cx="286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0</a:t>
                </a:r>
              </a:p>
            </p:txBody>
          </p:sp>
          <p:sp>
            <p:nvSpPr>
              <p:cNvPr id="16441" name="Text Box 211">
                <a:extLst>
                  <a:ext uri="{FF2B5EF4-FFF2-40B4-BE49-F238E27FC236}">
                    <a16:creationId xmlns:a16="http://schemas.microsoft.com/office/drawing/2014/main" id="{368DCD56-B9B1-4DB8-A2C5-A4AFD7AB5E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931"/>
                <a:ext cx="357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-1</a:t>
                </a:r>
              </a:p>
            </p:txBody>
          </p:sp>
        </p:grpSp>
        <p:grpSp>
          <p:nvGrpSpPr>
            <p:cNvPr id="16399" name="Group 212">
              <a:extLst>
                <a:ext uri="{FF2B5EF4-FFF2-40B4-BE49-F238E27FC236}">
                  <a16:creationId xmlns:a16="http://schemas.microsoft.com/office/drawing/2014/main" id="{CD368A65-C7C0-4B44-86C0-902CE1CA27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152"/>
              <a:ext cx="2208" cy="1392"/>
              <a:chOff x="1968" y="2208"/>
              <a:chExt cx="2208" cy="1392"/>
            </a:xfrm>
          </p:grpSpPr>
          <p:sp>
            <p:nvSpPr>
              <p:cNvPr id="16401" name="Text Box 213">
                <a:extLst>
                  <a:ext uri="{FF2B5EF4-FFF2-40B4-BE49-F238E27FC236}">
                    <a16:creationId xmlns:a16="http://schemas.microsoft.com/office/drawing/2014/main" id="{54A96F69-36EE-44A5-9CB7-5754D31553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7" y="2755"/>
                <a:ext cx="287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0</a:t>
                </a:r>
              </a:p>
            </p:txBody>
          </p:sp>
          <p:grpSp>
            <p:nvGrpSpPr>
              <p:cNvPr id="16402" name="Group 214">
                <a:extLst>
                  <a:ext uri="{FF2B5EF4-FFF2-40B4-BE49-F238E27FC236}">
                    <a16:creationId xmlns:a16="http://schemas.microsoft.com/office/drawing/2014/main" id="{F6E6A2E3-5D10-4110-A428-AE72A62613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52" y="2640"/>
                <a:ext cx="336" cy="348"/>
                <a:chOff x="864" y="1392"/>
                <a:chExt cx="336" cy="348"/>
              </a:xfrm>
            </p:grpSpPr>
            <p:sp>
              <p:nvSpPr>
                <p:cNvPr id="16423" name="Oval 215">
                  <a:extLst>
                    <a:ext uri="{FF2B5EF4-FFF2-40B4-BE49-F238E27FC236}">
                      <a16:creationId xmlns:a16="http://schemas.microsoft.com/office/drawing/2014/main" id="{337BA621-7C4D-4B80-B0D8-58F37E13DD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64" y="1392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6424" name="Text Box 216">
                  <a:extLst>
                    <a:ext uri="{FF2B5EF4-FFF2-40B4-BE49-F238E27FC236}">
                      <a16:creationId xmlns:a16="http://schemas.microsoft.com/office/drawing/2014/main" id="{D5969E08-C21E-42C8-A32A-C8FB627231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11" y="1437"/>
                  <a:ext cx="193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A</a:t>
                  </a:r>
                </a:p>
              </p:txBody>
            </p:sp>
          </p:grpSp>
          <p:grpSp>
            <p:nvGrpSpPr>
              <p:cNvPr id="16403" name="Group 217">
                <a:extLst>
                  <a:ext uri="{FF2B5EF4-FFF2-40B4-BE49-F238E27FC236}">
                    <a16:creationId xmlns:a16="http://schemas.microsoft.com/office/drawing/2014/main" id="{3736C906-77F7-4166-8A99-FE58AECAE7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80" y="2304"/>
                <a:ext cx="336" cy="352"/>
                <a:chOff x="1920" y="2400"/>
                <a:chExt cx="336" cy="352"/>
              </a:xfrm>
            </p:grpSpPr>
            <p:sp>
              <p:nvSpPr>
                <p:cNvPr id="16420" name="Oval 218">
                  <a:extLst>
                    <a:ext uri="{FF2B5EF4-FFF2-40B4-BE49-F238E27FC236}">
                      <a16:creationId xmlns:a16="http://schemas.microsoft.com/office/drawing/2014/main" id="{378C9FB2-CB37-47AA-9EDF-80C72957D9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920" y="240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6421" name="Text Box 219">
                  <a:extLst>
                    <a:ext uri="{FF2B5EF4-FFF2-40B4-BE49-F238E27FC236}">
                      <a16:creationId xmlns:a16="http://schemas.microsoft.com/office/drawing/2014/main" id="{1429F0FE-46CE-4497-8EE5-E2CFA020CC7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9"/>
                  <a:ext cx="239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  <p:sp>
              <p:nvSpPr>
                <p:cNvPr id="16422" name="Text Box 220">
                  <a:extLst>
                    <a:ext uri="{FF2B5EF4-FFF2-40B4-BE49-F238E27FC236}">
                      <a16:creationId xmlns:a16="http://schemas.microsoft.com/office/drawing/2014/main" id="{7A63478A-9A7E-4EC0-80C7-D9A89C7D1F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68" y="2449"/>
                  <a:ext cx="239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B</a:t>
                  </a:r>
                </a:p>
              </p:txBody>
            </p:sp>
          </p:grpSp>
          <p:grpSp>
            <p:nvGrpSpPr>
              <p:cNvPr id="16404" name="Group 221">
                <a:extLst>
                  <a:ext uri="{FF2B5EF4-FFF2-40B4-BE49-F238E27FC236}">
                    <a16:creationId xmlns:a16="http://schemas.microsoft.com/office/drawing/2014/main" id="{FDDC974C-EFC8-4CD5-B3B4-3789C03DDB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8" y="2640"/>
                <a:ext cx="336" cy="348"/>
                <a:chOff x="2304" y="2400"/>
                <a:chExt cx="336" cy="348"/>
              </a:xfrm>
            </p:grpSpPr>
            <p:sp>
              <p:nvSpPr>
                <p:cNvPr id="16418" name="Oval 222">
                  <a:extLst>
                    <a:ext uri="{FF2B5EF4-FFF2-40B4-BE49-F238E27FC236}">
                      <a16:creationId xmlns:a16="http://schemas.microsoft.com/office/drawing/2014/main" id="{CAF2F5F5-FE69-4EF9-866D-398540397C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04" y="2400"/>
                  <a:ext cx="336" cy="336"/>
                </a:xfrm>
                <a:prstGeom prst="ellipse">
                  <a:avLst/>
                </a:prstGeom>
                <a:solidFill>
                  <a:schemeClr val="accent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>
                    <a:solidFill>
                      <a:schemeClr val="tx1"/>
                    </a:solidFill>
                    <a:latin typeface="Verdana" panose="020B0604030504040204" pitchFamily="34" charset="0"/>
                  </a:endParaRPr>
                </a:p>
              </p:txBody>
            </p:sp>
            <p:sp>
              <p:nvSpPr>
                <p:cNvPr id="16419" name="Text Box 223">
                  <a:extLst>
                    <a:ext uri="{FF2B5EF4-FFF2-40B4-BE49-F238E27FC236}">
                      <a16:creationId xmlns:a16="http://schemas.microsoft.com/office/drawing/2014/main" id="{634BA56B-FC21-4D1A-8F0E-A023DDB01E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53" y="2445"/>
                  <a:ext cx="238" cy="3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75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70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2"/>
                    </a:buClr>
                    <a:buChar char="•"/>
                    <a:defRPr sz="24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hlink"/>
                    </a:buClr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SzPct val="85000"/>
                    <a:buChar char="•"/>
                    <a:defRPr sz="2000">
                      <a:solidFill>
                        <a:schemeClr val="tx2"/>
                      </a:solidFill>
                      <a:latin typeface="Book Antiqua" panose="02040602050305030304" pitchFamily="18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lang="en-US" altLang="en-US" sz="1200" b="1">
                      <a:latin typeface="Verdana" panose="020B0604030504040204" pitchFamily="34" charset="0"/>
                    </a:rPr>
                    <a:t>C</a:t>
                  </a:r>
                </a:p>
              </p:txBody>
            </p:sp>
          </p:grpSp>
          <p:sp>
            <p:nvSpPr>
              <p:cNvPr id="16405" name="Oval 224">
                <a:extLst>
                  <a:ext uri="{FF2B5EF4-FFF2-40B4-BE49-F238E27FC236}">
                    <a16:creationId xmlns:a16="http://schemas.microsoft.com/office/drawing/2014/main" id="{5330ED5F-59FC-4397-8621-41D6E5846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976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1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06" name="Oval 225">
                <a:extLst>
                  <a:ext uri="{FF2B5EF4-FFF2-40B4-BE49-F238E27FC236}">
                    <a16:creationId xmlns:a16="http://schemas.microsoft.com/office/drawing/2014/main" id="{5CD7C19B-B098-44E3-B6C9-288CDC2B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2976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2 </a:t>
                </a:r>
                <a:r>
                  <a:rPr lang="en-US" altLang="en-US" sz="1200" b="1" baseline="30000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*</a:t>
                </a:r>
                <a:endParaRPr lang="en-US" altLang="en-US" sz="1200" b="1" baseline="-25000">
                  <a:latin typeface="Verdana" panose="020B0604030504040204" pitchFamily="34" charset="0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(h)</a:t>
                </a:r>
              </a:p>
            </p:txBody>
          </p:sp>
          <p:sp>
            <p:nvSpPr>
              <p:cNvPr id="16407" name="Oval 226">
                <a:extLst>
                  <a:ext uri="{FF2B5EF4-FFF2-40B4-BE49-F238E27FC236}">
                    <a16:creationId xmlns:a16="http://schemas.microsoft.com/office/drawing/2014/main" id="{CF4E65B6-C47B-41A1-B360-66FD82F674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2976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3</a:t>
                </a:r>
                <a:endParaRPr lang="en-US" altLang="en-US" sz="1200" b="1" baseline="-25000">
                  <a:solidFill>
                    <a:schemeClr val="folHlink"/>
                  </a:solidFill>
                  <a:latin typeface="Verdana" panose="020B0604030504040204" pitchFamily="34" charset="0"/>
                </a:endParaRP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(h-1)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08" name="Oval 227">
                <a:extLst>
                  <a:ext uri="{FF2B5EF4-FFF2-40B4-BE49-F238E27FC236}">
                    <a16:creationId xmlns:a16="http://schemas.microsoft.com/office/drawing/2014/main" id="{E14F8686-5081-4098-9DD9-43C674DFC3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976"/>
                <a:ext cx="480" cy="62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  <a:r>
                  <a:rPr lang="en-US" altLang="en-US" sz="1200" b="1" baseline="-25000">
                    <a:latin typeface="Verdana" panose="020B0604030504040204" pitchFamily="34" charset="0"/>
                  </a:rPr>
                  <a:t>4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 baseline="-25000">
                    <a:latin typeface="Verdana" panose="020B0604030504040204" pitchFamily="34" charset="0"/>
                  </a:rPr>
                  <a:t>(h)</a:t>
                </a:r>
                <a:endParaRPr lang="en-US" altLang="en-US" sz="1200" b="1">
                  <a:latin typeface="Verdana" panose="020B0604030504040204" pitchFamily="34" charset="0"/>
                </a:endParaRPr>
              </a:p>
            </p:txBody>
          </p:sp>
          <p:sp>
            <p:nvSpPr>
              <p:cNvPr id="16409" name="Line 228">
                <a:extLst>
                  <a:ext uri="{FF2B5EF4-FFF2-40B4-BE49-F238E27FC236}">
                    <a16:creationId xmlns:a16="http://schemas.microsoft.com/office/drawing/2014/main" id="{1971FF8B-CB97-432F-8926-530D16791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24" y="2208"/>
                <a:ext cx="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0" name="Line 229">
                <a:extLst>
                  <a:ext uri="{FF2B5EF4-FFF2-40B4-BE49-F238E27FC236}">
                    <a16:creationId xmlns:a16="http://schemas.microsoft.com/office/drawing/2014/main" id="{77A3F791-6F66-4BDB-B0A3-1726489077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8" y="2540"/>
                <a:ext cx="288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1" name="Line 230">
                <a:extLst>
                  <a:ext uri="{FF2B5EF4-FFF2-40B4-BE49-F238E27FC236}">
                    <a16:creationId xmlns:a16="http://schemas.microsoft.com/office/drawing/2014/main" id="{D0F1EAA1-5117-4A80-A31C-B66FB633F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44" y="2952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2" name="Line 231">
                <a:extLst>
                  <a:ext uri="{FF2B5EF4-FFF2-40B4-BE49-F238E27FC236}">
                    <a16:creationId xmlns:a16="http://schemas.microsoft.com/office/drawing/2014/main" id="{B0C5770B-AEB7-4AB5-86D3-9A9F1EEC64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4" y="2940"/>
                <a:ext cx="48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3" name="Line 232">
                <a:extLst>
                  <a:ext uri="{FF2B5EF4-FFF2-40B4-BE49-F238E27FC236}">
                    <a16:creationId xmlns:a16="http://schemas.microsoft.com/office/drawing/2014/main" id="{FF34292A-13DE-4002-891A-162242FE77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2" y="2924"/>
                <a:ext cx="74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4" name="Line 233">
                <a:extLst>
                  <a:ext uri="{FF2B5EF4-FFF2-40B4-BE49-F238E27FC236}">
                    <a16:creationId xmlns:a16="http://schemas.microsoft.com/office/drawing/2014/main" id="{CC29383A-5CBA-474B-9753-48B44C1653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4" y="2948"/>
                <a:ext cx="96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5" name="Line 234">
                <a:extLst>
                  <a:ext uri="{FF2B5EF4-FFF2-40B4-BE49-F238E27FC236}">
                    <a16:creationId xmlns:a16="http://schemas.microsoft.com/office/drawing/2014/main" id="{430F6755-54F3-4757-B4C6-AB928124C2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40" y="2544"/>
                <a:ext cx="24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16416" name="Text Box 235">
                <a:extLst>
                  <a:ext uri="{FF2B5EF4-FFF2-40B4-BE49-F238E27FC236}">
                    <a16:creationId xmlns:a16="http://schemas.microsoft.com/office/drawing/2014/main" id="{C7CD65E7-3B06-4F70-A17B-7223E012CC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7" y="2755"/>
                <a:ext cx="358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-1</a:t>
                </a:r>
              </a:p>
            </p:txBody>
          </p:sp>
          <p:sp>
            <p:nvSpPr>
              <p:cNvPr id="16417" name="Text Box 236">
                <a:extLst>
                  <a:ext uri="{FF2B5EF4-FFF2-40B4-BE49-F238E27FC236}">
                    <a16:creationId xmlns:a16="http://schemas.microsoft.com/office/drawing/2014/main" id="{D56736B7-02D1-4594-965B-4B47953368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68" y="2372"/>
                <a:ext cx="286" cy="3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0</a:t>
                </a:r>
              </a:p>
            </p:txBody>
          </p:sp>
        </p:grpSp>
        <p:sp>
          <p:nvSpPr>
            <p:cNvPr id="16400" name="Line 237">
              <a:extLst>
                <a:ext uri="{FF2B5EF4-FFF2-40B4-BE49-F238E27FC236}">
                  <a16:creationId xmlns:a16="http://schemas.microsoft.com/office/drawing/2014/main" id="{B46FFA4D-0A2E-473F-802B-C20192E93E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728"/>
              <a:ext cx="768" cy="0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6394" name="Text Box 238">
            <a:extLst>
              <a:ext uri="{FF2B5EF4-FFF2-40B4-BE49-F238E27FC236}">
                <a16:creationId xmlns:a16="http://schemas.microsoft.com/office/drawing/2014/main" id="{50228E39-9CA0-46EB-BD61-A98E516D2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4478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(3)</a:t>
            </a:r>
          </a:p>
        </p:txBody>
      </p:sp>
      <p:sp>
        <p:nvSpPr>
          <p:cNvPr id="16395" name="Text Box 239">
            <a:extLst>
              <a:ext uri="{FF2B5EF4-FFF2-40B4-BE49-F238E27FC236}">
                <a16:creationId xmlns:a16="http://schemas.microsoft.com/office/drawing/2014/main" id="{19821CAC-6054-4A2A-83DA-24A40A698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724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(4)</a:t>
            </a:r>
          </a:p>
        </p:txBody>
      </p:sp>
      <p:sp>
        <p:nvSpPr>
          <p:cNvPr id="16396" name="Rectangle 2">
            <a:extLst>
              <a:ext uri="{FF2B5EF4-FFF2-40B4-BE49-F238E27FC236}">
                <a16:creationId xmlns:a16="http://schemas.microsoft.com/office/drawing/2014/main" id="{83E448F7-0518-4E15-A975-59D5E9E48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6688"/>
            <a:ext cx="105156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ro-RO" altLang="en-US" sz="4400"/>
              <a:t>Î</a:t>
            </a:r>
            <a:r>
              <a:rPr lang="en-US" altLang="en-US" sz="4400"/>
              <a:t>ntreţinere arbori echilibraţi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541A3FB8-DF12-49EC-847B-C67BB74E2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1524000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17411" name="Group 120">
            <a:extLst>
              <a:ext uri="{FF2B5EF4-FFF2-40B4-BE49-F238E27FC236}">
                <a16:creationId xmlns:a16="http://schemas.microsoft.com/office/drawing/2014/main" id="{CA000DE2-4D17-455B-8757-A018D580163E}"/>
              </a:ext>
            </a:extLst>
          </p:cNvPr>
          <p:cNvGrpSpPr>
            <a:grpSpLocks/>
          </p:cNvGrpSpPr>
          <p:nvPr/>
        </p:nvGrpSpPr>
        <p:grpSpPr bwMode="auto">
          <a:xfrm>
            <a:off x="4279900" y="1282700"/>
            <a:ext cx="2190750" cy="2384425"/>
            <a:chOff x="1684" y="2194"/>
            <a:chExt cx="1380" cy="1502"/>
          </a:xfrm>
        </p:grpSpPr>
        <p:sp>
          <p:nvSpPr>
            <p:cNvPr id="17493" name="Line 14">
              <a:extLst>
                <a:ext uri="{FF2B5EF4-FFF2-40B4-BE49-F238E27FC236}">
                  <a16:creationId xmlns:a16="http://schemas.microsoft.com/office/drawing/2014/main" id="{50F128B7-E1C8-4E9D-BC70-11D6D231FC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603"/>
              <a:ext cx="0" cy="93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7494" name="Group 16">
              <a:extLst>
                <a:ext uri="{FF2B5EF4-FFF2-40B4-BE49-F238E27FC236}">
                  <a16:creationId xmlns:a16="http://schemas.microsoft.com/office/drawing/2014/main" id="{7EBE0F76-064D-4993-BB18-D6B5B99332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16" y="2640"/>
              <a:ext cx="229" cy="216"/>
              <a:chOff x="864" y="1392"/>
              <a:chExt cx="336" cy="336"/>
            </a:xfrm>
          </p:grpSpPr>
          <p:sp>
            <p:nvSpPr>
              <p:cNvPr id="17516" name="Oval 17">
                <a:extLst>
                  <a:ext uri="{FF2B5EF4-FFF2-40B4-BE49-F238E27FC236}">
                    <a16:creationId xmlns:a16="http://schemas.microsoft.com/office/drawing/2014/main" id="{6AE8246D-A757-4DDA-915C-08C9B6D65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517" name="Text Box 18">
                <a:extLst>
                  <a:ext uri="{FF2B5EF4-FFF2-40B4-BE49-F238E27FC236}">
                    <a16:creationId xmlns:a16="http://schemas.microsoft.com/office/drawing/2014/main" id="{AF13E96B-BEB0-4442-A095-5438C7EACD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3" y="1441"/>
                <a:ext cx="19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7495" name="Group 19">
              <a:extLst>
                <a:ext uri="{FF2B5EF4-FFF2-40B4-BE49-F238E27FC236}">
                  <a16:creationId xmlns:a16="http://schemas.microsoft.com/office/drawing/2014/main" id="{DFC7CC14-7CA2-413B-B301-76A1BD754E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9" y="2938"/>
              <a:ext cx="230" cy="216"/>
              <a:chOff x="1920" y="2400"/>
              <a:chExt cx="336" cy="336"/>
            </a:xfrm>
          </p:grpSpPr>
          <p:sp>
            <p:nvSpPr>
              <p:cNvPr id="17513" name="Oval 20">
                <a:extLst>
                  <a:ext uri="{FF2B5EF4-FFF2-40B4-BE49-F238E27FC236}">
                    <a16:creationId xmlns:a16="http://schemas.microsoft.com/office/drawing/2014/main" id="{2131A3A4-850A-48FF-AB18-06F7C7C79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514" name="Text Box 21">
                <a:extLst>
                  <a:ext uri="{FF2B5EF4-FFF2-40B4-BE49-F238E27FC236}">
                    <a16:creationId xmlns:a16="http://schemas.microsoft.com/office/drawing/2014/main" id="{4921017C-2808-471A-A9A6-08390311C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7515" name="Text Box 22">
                <a:extLst>
                  <a:ext uri="{FF2B5EF4-FFF2-40B4-BE49-F238E27FC236}">
                    <a16:creationId xmlns:a16="http://schemas.microsoft.com/office/drawing/2014/main" id="{85BCF2BC-73B8-45FD-8BDA-483309ECF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7496" name="Group 23">
              <a:extLst>
                <a:ext uri="{FF2B5EF4-FFF2-40B4-BE49-F238E27FC236}">
                  <a16:creationId xmlns:a16="http://schemas.microsoft.com/office/drawing/2014/main" id="{0F45D681-74A6-4740-BCA0-12D51E0E2E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6" y="2256"/>
              <a:ext cx="230" cy="216"/>
              <a:chOff x="2304" y="2400"/>
              <a:chExt cx="336" cy="336"/>
            </a:xfrm>
          </p:grpSpPr>
          <p:sp>
            <p:nvSpPr>
              <p:cNvPr id="17511" name="Oval 24">
                <a:extLst>
                  <a:ext uri="{FF2B5EF4-FFF2-40B4-BE49-F238E27FC236}">
                    <a16:creationId xmlns:a16="http://schemas.microsoft.com/office/drawing/2014/main" id="{AB3D0FA6-2CE9-43DA-9617-3567DD60C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512" name="Text Box 25">
                <a:extLst>
                  <a:ext uri="{FF2B5EF4-FFF2-40B4-BE49-F238E27FC236}">
                    <a16:creationId xmlns:a16="http://schemas.microsoft.com/office/drawing/2014/main" id="{3F45008D-74DE-4F3B-9144-A87A27A9EB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7"/>
                <a:ext cx="24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7497" name="Oval 26">
              <a:extLst>
                <a:ext uri="{FF2B5EF4-FFF2-40B4-BE49-F238E27FC236}">
                  <a16:creationId xmlns:a16="http://schemas.microsoft.com/office/drawing/2014/main" id="{23960565-1526-4FB2-9209-E36166E1F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4" y="2932"/>
              <a:ext cx="328" cy="4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98" name="Oval 27">
              <a:extLst>
                <a:ext uri="{FF2B5EF4-FFF2-40B4-BE49-F238E27FC236}">
                  <a16:creationId xmlns:a16="http://schemas.microsoft.com/office/drawing/2014/main" id="{DC0FB725-1CBB-4EE0-89D2-904FD5FC01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1" y="3208"/>
              <a:ext cx="328" cy="4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(h-1)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99" name="Oval 28">
              <a:extLst>
                <a:ext uri="{FF2B5EF4-FFF2-40B4-BE49-F238E27FC236}">
                  <a16:creationId xmlns:a16="http://schemas.microsoft.com/office/drawing/2014/main" id="{870B9965-4DCC-4117-B8FE-30A259911A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0" y="3247"/>
              <a:ext cx="328" cy="4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(h-1)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500" name="Oval 29">
              <a:extLst>
                <a:ext uri="{FF2B5EF4-FFF2-40B4-BE49-F238E27FC236}">
                  <a16:creationId xmlns:a16="http://schemas.microsoft.com/office/drawing/2014/main" id="{3691517E-6A69-40BB-8BD8-119E202CC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36" y="2622"/>
              <a:ext cx="328" cy="4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4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501" name="Line 30">
              <a:extLst>
                <a:ext uri="{FF2B5EF4-FFF2-40B4-BE49-F238E27FC236}">
                  <a16:creationId xmlns:a16="http://schemas.microsoft.com/office/drawing/2014/main" id="{D6D4BF84-8F98-45F7-84BE-30523C4CB9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76" y="2194"/>
              <a:ext cx="0" cy="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2" name="Line 31">
              <a:extLst>
                <a:ext uri="{FF2B5EF4-FFF2-40B4-BE49-F238E27FC236}">
                  <a16:creationId xmlns:a16="http://schemas.microsoft.com/office/drawing/2014/main" id="{03618AD4-AE94-4440-90F0-163B685A2B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448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3" name="Line 32">
              <a:extLst>
                <a:ext uri="{FF2B5EF4-FFF2-40B4-BE49-F238E27FC236}">
                  <a16:creationId xmlns:a16="http://schemas.microsoft.com/office/drawing/2014/main" id="{5ED669AF-0004-4EFB-9B4E-692A148FC8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92" y="2420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4" name="Line 33">
              <a:extLst>
                <a:ext uri="{FF2B5EF4-FFF2-40B4-BE49-F238E27FC236}">
                  <a16:creationId xmlns:a16="http://schemas.microsoft.com/office/drawing/2014/main" id="{5FD426E7-5199-4947-B36C-998273B7B0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2" y="2832"/>
              <a:ext cx="131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5" name="Line 34">
              <a:extLst>
                <a:ext uri="{FF2B5EF4-FFF2-40B4-BE49-F238E27FC236}">
                  <a16:creationId xmlns:a16="http://schemas.microsoft.com/office/drawing/2014/main" id="{7062351F-EFFF-4F19-BA55-2A671E097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17" y="2832"/>
              <a:ext cx="131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6" name="Line 35">
              <a:extLst>
                <a:ext uri="{FF2B5EF4-FFF2-40B4-BE49-F238E27FC236}">
                  <a16:creationId xmlns:a16="http://schemas.microsoft.com/office/drawing/2014/main" id="{9AD3696A-1916-4F36-95B8-8E23DE3812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66" y="3124"/>
              <a:ext cx="66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7" name="Line 36">
              <a:extLst>
                <a:ext uri="{FF2B5EF4-FFF2-40B4-BE49-F238E27FC236}">
                  <a16:creationId xmlns:a16="http://schemas.microsoft.com/office/drawing/2014/main" id="{23A19F62-2613-47C7-939E-0CA06BAEB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3124"/>
              <a:ext cx="66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508" name="Text Box 37">
              <a:extLst>
                <a:ext uri="{FF2B5EF4-FFF2-40B4-BE49-F238E27FC236}">
                  <a16:creationId xmlns:a16="http://schemas.microsoft.com/office/drawing/2014/main" id="{B8242152-387C-460B-BF58-FBBDCC1D6D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947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7509" name="Text Box 38">
              <a:extLst>
                <a:ext uri="{FF2B5EF4-FFF2-40B4-BE49-F238E27FC236}">
                  <a16:creationId xmlns:a16="http://schemas.microsoft.com/office/drawing/2014/main" id="{3A32AD77-F04D-4F66-B05B-3FED23709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659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7510" name="Text Box 39">
              <a:extLst>
                <a:ext uri="{FF2B5EF4-FFF2-40B4-BE49-F238E27FC236}">
                  <a16:creationId xmlns:a16="http://schemas.microsoft.com/office/drawing/2014/main" id="{16CDE129-ADC1-4F7A-B150-0C44203CF3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8" y="2275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7412" name="Group 40">
            <a:extLst>
              <a:ext uri="{FF2B5EF4-FFF2-40B4-BE49-F238E27FC236}">
                <a16:creationId xmlns:a16="http://schemas.microsoft.com/office/drawing/2014/main" id="{8AB176D5-3A00-403C-B3F2-CEC374795F5F}"/>
              </a:ext>
            </a:extLst>
          </p:cNvPr>
          <p:cNvGrpSpPr>
            <a:grpSpLocks/>
          </p:cNvGrpSpPr>
          <p:nvPr/>
        </p:nvGrpSpPr>
        <p:grpSpPr bwMode="auto">
          <a:xfrm>
            <a:off x="7597775" y="1582738"/>
            <a:ext cx="2397125" cy="1419225"/>
            <a:chOff x="1968" y="2208"/>
            <a:chExt cx="2208" cy="1392"/>
          </a:xfrm>
        </p:grpSpPr>
        <p:sp>
          <p:nvSpPr>
            <p:cNvPr id="17469" name="Text Box 41">
              <a:extLst>
                <a:ext uri="{FF2B5EF4-FFF2-40B4-BE49-F238E27FC236}">
                  <a16:creationId xmlns:a16="http://schemas.microsoft.com/office/drawing/2014/main" id="{19733B70-3299-40C1-A826-80803D72AA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2756"/>
              <a:ext cx="27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grpSp>
          <p:nvGrpSpPr>
            <p:cNvPr id="17470" name="Group 42">
              <a:extLst>
                <a:ext uri="{FF2B5EF4-FFF2-40B4-BE49-F238E27FC236}">
                  <a16:creationId xmlns:a16="http://schemas.microsoft.com/office/drawing/2014/main" id="{55D0F94D-B309-4EBB-B7DA-93AA76FFF1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640"/>
              <a:ext cx="336" cy="336"/>
              <a:chOff x="864" y="1392"/>
              <a:chExt cx="336" cy="336"/>
            </a:xfrm>
          </p:grpSpPr>
          <p:sp>
            <p:nvSpPr>
              <p:cNvPr id="17491" name="Oval 43">
                <a:extLst>
                  <a:ext uri="{FF2B5EF4-FFF2-40B4-BE49-F238E27FC236}">
                    <a16:creationId xmlns:a16="http://schemas.microsoft.com/office/drawing/2014/main" id="{82E1EC8C-CC48-4266-B023-2A12FDEB6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92" name="Text Box 44">
                <a:extLst>
                  <a:ext uri="{FF2B5EF4-FFF2-40B4-BE49-F238E27FC236}">
                    <a16:creationId xmlns:a16="http://schemas.microsoft.com/office/drawing/2014/main" id="{E8DD8985-8791-4DB6-AC8C-4EA5DF10EE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1438"/>
                <a:ext cx="19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7471" name="Group 45">
              <a:extLst>
                <a:ext uri="{FF2B5EF4-FFF2-40B4-BE49-F238E27FC236}">
                  <a16:creationId xmlns:a16="http://schemas.microsoft.com/office/drawing/2014/main" id="{F0A917B0-B937-41DE-AEAC-9086524DA2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04"/>
              <a:ext cx="336" cy="336"/>
              <a:chOff x="1920" y="2400"/>
              <a:chExt cx="336" cy="336"/>
            </a:xfrm>
          </p:grpSpPr>
          <p:sp>
            <p:nvSpPr>
              <p:cNvPr id="17488" name="Oval 46">
                <a:extLst>
                  <a:ext uri="{FF2B5EF4-FFF2-40B4-BE49-F238E27FC236}">
                    <a16:creationId xmlns:a16="http://schemas.microsoft.com/office/drawing/2014/main" id="{82E327EB-1CCD-4784-BF51-54A5CE98C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89" name="Text Box 47">
                <a:extLst>
                  <a:ext uri="{FF2B5EF4-FFF2-40B4-BE49-F238E27FC236}">
                    <a16:creationId xmlns:a16="http://schemas.microsoft.com/office/drawing/2014/main" id="{AB598442-8D9A-4598-B953-1680C17140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7490" name="Text Box 48">
                <a:extLst>
                  <a:ext uri="{FF2B5EF4-FFF2-40B4-BE49-F238E27FC236}">
                    <a16:creationId xmlns:a16="http://schemas.microsoft.com/office/drawing/2014/main" id="{46390A9D-1F28-403E-AB05-75AF969190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7472" name="Group 49">
              <a:extLst>
                <a:ext uri="{FF2B5EF4-FFF2-40B4-BE49-F238E27FC236}">
                  <a16:creationId xmlns:a16="http://schemas.microsoft.com/office/drawing/2014/main" id="{7439E8FC-1425-4F05-94CA-8779CE8FC5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8" y="2640"/>
              <a:ext cx="336" cy="336"/>
              <a:chOff x="2304" y="2400"/>
              <a:chExt cx="336" cy="336"/>
            </a:xfrm>
          </p:grpSpPr>
          <p:sp>
            <p:nvSpPr>
              <p:cNvPr id="17486" name="Oval 50">
                <a:extLst>
                  <a:ext uri="{FF2B5EF4-FFF2-40B4-BE49-F238E27FC236}">
                    <a16:creationId xmlns:a16="http://schemas.microsoft.com/office/drawing/2014/main" id="{DF6521AF-89B6-4582-95A1-CA0198DD3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87" name="Text Box 51">
                <a:extLst>
                  <a:ext uri="{FF2B5EF4-FFF2-40B4-BE49-F238E27FC236}">
                    <a16:creationId xmlns:a16="http://schemas.microsoft.com/office/drawing/2014/main" id="{CD1A5CC9-37A7-4F54-99AE-07037BE696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3" y="2446"/>
                <a:ext cx="23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7473" name="Oval 52">
              <a:extLst>
                <a:ext uri="{FF2B5EF4-FFF2-40B4-BE49-F238E27FC236}">
                  <a16:creationId xmlns:a16="http://schemas.microsoft.com/office/drawing/2014/main" id="{AD9064F1-5AF1-4EAB-A998-54F0A03E0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74" name="Oval 53">
              <a:extLst>
                <a:ext uri="{FF2B5EF4-FFF2-40B4-BE49-F238E27FC236}">
                  <a16:creationId xmlns:a16="http://schemas.microsoft.com/office/drawing/2014/main" id="{1BE5D427-F847-4375-A119-DB30398C3E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2 </a:t>
              </a:r>
              <a:r>
                <a:rPr lang="en-US" altLang="en-US" sz="1200" b="1" baseline="30000">
                  <a:solidFill>
                    <a:schemeClr val="folHlink"/>
                  </a:solidFill>
                  <a:latin typeface="Verdana" panose="020B0604030504040204" pitchFamily="34" charset="0"/>
                </a:rPr>
                <a:t>*</a:t>
              </a:r>
              <a:endParaRPr lang="en-US" altLang="en-US" sz="1200" b="1" baseline="-25000">
                <a:latin typeface="Verdan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</a:p>
          </p:txBody>
        </p:sp>
        <p:sp>
          <p:nvSpPr>
            <p:cNvPr id="17475" name="Oval 54">
              <a:extLst>
                <a:ext uri="{FF2B5EF4-FFF2-40B4-BE49-F238E27FC236}">
                  <a16:creationId xmlns:a16="http://schemas.microsoft.com/office/drawing/2014/main" id="{609FB190-07AB-41F5-83DF-D0730C8A2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3</a:t>
              </a:r>
              <a:endParaRPr lang="en-US" altLang="en-US" sz="1200" b="1" baseline="-25000">
                <a:solidFill>
                  <a:schemeClr val="folHlink"/>
                </a:solidFill>
                <a:latin typeface="Verdan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(h-1)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76" name="Oval 55">
              <a:extLst>
                <a:ext uri="{FF2B5EF4-FFF2-40B4-BE49-F238E27FC236}">
                  <a16:creationId xmlns:a16="http://schemas.microsoft.com/office/drawing/2014/main" id="{D03D11CA-5DEE-4E42-88AE-A5A481C5B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4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77" name="Line 56">
              <a:extLst>
                <a:ext uri="{FF2B5EF4-FFF2-40B4-BE49-F238E27FC236}">
                  <a16:creationId xmlns:a16="http://schemas.microsoft.com/office/drawing/2014/main" id="{04198B9A-585D-4716-B963-91A5F4BBE6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20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78" name="Line 57">
              <a:extLst>
                <a:ext uri="{FF2B5EF4-FFF2-40B4-BE49-F238E27FC236}">
                  <a16:creationId xmlns:a16="http://schemas.microsoft.com/office/drawing/2014/main" id="{FC6B7C91-F590-4609-8749-775197E60B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540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79" name="Line 58">
              <a:extLst>
                <a:ext uri="{FF2B5EF4-FFF2-40B4-BE49-F238E27FC236}">
                  <a16:creationId xmlns:a16="http://schemas.microsoft.com/office/drawing/2014/main" id="{7CDBFB98-E293-4A78-98EB-B31A84C40C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295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80" name="Line 59">
              <a:extLst>
                <a:ext uri="{FF2B5EF4-FFF2-40B4-BE49-F238E27FC236}">
                  <a16:creationId xmlns:a16="http://schemas.microsoft.com/office/drawing/2014/main" id="{D12F0938-6C29-4620-9F92-1BA4D7ADC6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940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81" name="Line 60">
              <a:extLst>
                <a:ext uri="{FF2B5EF4-FFF2-40B4-BE49-F238E27FC236}">
                  <a16:creationId xmlns:a16="http://schemas.microsoft.com/office/drawing/2014/main" id="{378682E3-A5A9-4C48-AE48-1BF1A1BED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" y="2924"/>
              <a:ext cx="7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82" name="Line 61">
              <a:extLst>
                <a:ext uri="{FF2B5EF4-FFF2-40B4-BE49-F238E27FC236}">
                  <a16:creationId xmlns:a16="http://schemas.microsoft.com/office/drawing/2014/main" id="{9A21F0F7-DDC5-4915-84F4-970F26AD13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2948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83" name="Line 62">
              <a:extLst>
                <a:ext uri="{FF2B5EF4-FFF2-40B4-BE49-F238E27FC236}">
                  <a16:creationId xmlns:a16="http://schemas.microsoft.com/office/drawing/2014/main" id="{025238BF-C3D0-4319-9DE3-E58BBB70DB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544"/>
              <a:ext cx="24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84" name="Text Box 63">
              <a:extLst>
                <a:ext uri="{FF2B5EF4-FFF2-40B4-BE49-F238E27FC236}">
                  <a16:creationId xmlns:a16="http://schemas.microsoft.com/office/drawing/2014/main" id="{950D8B28-2B59-4B85-A1EF-171B0A7D7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7" y="2756"/>
              <a:ext cx="338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-1</a:t>
              </a:r>
            </a:p>
          </p:txBody>
        </p:sp>
        <p:sp>
          <p:nvSpPr>
            <p:cNvPr id="17485" name="Text Box 64">
              <a:extLst>
                <a:ext uri="{FF2B5EF4-FFF2-40B4-BE49-F238E27FC236}">
                  <a16:creationId xmlns:a16="http://schemas.microsoft.com/office/drawing/2014/main" id="{585E1181-5D88-4AAB-8902-B0E04E7C8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9" y="2371"/>
              <a:ext cx="26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</p:grpSp>
      <p:sp>
        <p:nvSpPr>
          <p:cNvPr id="17413" name="Line 65">
            <a:extLst>
              <a:ext uri="{FF2B5EF4-FFF2-40B4-BE49-F238E27FC236}">
                <a16:creationId xmlns:a16="http://schemas.microsoft.com/office/drawing/2014/main" id="{03AB0C1D-1227-413E-AAB7-7784F2CE4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688" y="2170113"/>
            <a:ext cx="8350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17414" name="Group 173">
            <a:extLst>
              <a:ext uri="{FF2B5EF4-FFF2-40B4-BE49-F238E27FC236}">
                <a16:creationId xmlns:a16="http://schemas.microsoft.com/office/drawing/2014/main" id="{7F8D2EFD-5690-4BCE-BE81-258C3B167191}"/>
              </a:ext>
            </a:extLst>
          </p:cNvPr>
          <p:cNvGrpSpPr>
            <a:grpSpLocks/>
          </p:cNvGrpSpPr>
          <p:nvPr/>
        </p:nvGrpSpPr>
        <p:grpSpPr bwMode="auto">
          <a:xfrm>
            <a:off x="4279900" y="4025900"/>
            <a:ext cx="2190750" cy="2457450"/>
            <a:chOff x="864" y="2496"/>
            <a:chExt cx="1380" cy="1548"/>
          </a:xfrm>
        </p:grpSpPr>
        <p:sp>
          <p:nvSpPr>
            <p:cNvPr id="17444" name="Line 122">
              <a:extLst>
                <a:ext uri="{FF2B5EF4-FFF2-40B4-BE49-F238E27FC236}">
                  <a16:creationId xmlns:a16="http://schemas.microsoft.com/office/drawing/2014/main" id="{61D04974-5A2A-48B7-B918-6D56A73BE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64" y="3951"/>
              <a:ext cx="0" cy="93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17445" name="Group 123">
              <a:extLst>
                <a:ext uri="{FF2B5EF4-FFF2-40B4-BE49-F238E27FC236}">
                  <a16:creationId xmlns:a16="http://schemas.microsoft.com/office/drawing/2014/main" id="{F90BD0CB-1661-44BF-983F-8694B5FD63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6" y="2942"/>
              <a:ext cx="229" cy="216"/>
              <a:chOff x="864" y="1392"/>
              <a:chExt cx="336" cy="336"/>
            </a:xfrm>
          </p:grpSpPr>
          <p:sp>
            <p:nvSpPr>
              <p:cNvPr id="17467" name="Oval 124">
                <a:extLst>
                  <a:ext uri="{FF2B5EF4-FFF2-40B4-BE49-F238E27FC236}">
                    <a16:creationId xmlns:a16="http://schemas.microsoft.com/office/drawing/2014/main" id="{4AC4BF04-AD97-4EA8-804B-0AAC9C1287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68" name="Text Box 125">
                <a:extLst>
                  <a:ext uri="{FF2B5EF4-FFF2-40B4-BE49-F238E27FC236}">
                    <a16:creationId xmlns:a16="http://schemas.microsoft.com/office/drawing/2014/main" id="{3EB3B122-6031-4991-8279-1CFACF5530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3" y="1441"/>
                <a:ext cx="19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7446" name="Group 126">
              <a:extLst>
                <a:ext uri="{FF2B5EF4-FFF2-40B4-BE49-F238E27FC236}">
                  <a16:creationId xmlns:a16="http://schemas.microsoft.com/office/drawing/2014/main" id="{90642188-6B8D-46A3-944F-9AFE68D8B6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79" y="3240"/>
              <a:ext cx="230" cy="216"/>
              <a:chOff x="1920" y="2400"/>
              <a:chExt cx="336" cy="336"/>
            </a:xfrm>
          </p:grpSpPr>
          <p:sp>
            <p:nvSpPr>
              <p:cNvPr id="17464" name="Oval 127">
                <a:extLst>
                  <a:ext uri="{FF2B5EF4-FFF2-40B4-BE49-F238E27FC236}">
                    <a16:creationId xmlns:a16="http://schemas.microsoft.com/office/drawing/2014/main" id="{258874C7-8F35-449E-B805-0738AC105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65" name="Text Box 128">
                <a:extLst>
                  <a:ext uri="{FF2B5EF4-FFF2-40B4-BE49-F238E27FC236}">
                    <a16:creationId xmlns:a16="http://schemas.microsoft.com/office/drawing/2014/main" id="{6201C843-3EE6-4A8C-A397-B04B6624E9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7466" name="Text Box 129">
                <a:extLst>
                  <a:ext uri="{FF2B5EF4-FFF2-40B4-BE49-F238E27FC236}">
                    <a16:creationId xmlns:a16="http://schemas.microsoft.com/office/drawing/2014/main" id="{A94F1156-3079-4055-84F0-5FBF72C23A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7"/>
                <a:ext cx="24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7447" name="Group 130">
              <a:extLst>
                <a:ext uri="{FF2B5EF4-FFF2-40B4-BE49-F238E27FC236}">
                  <a16:creationId xmlns:a16="http://schemas.microsoft.com/office/drawing/2014/main" id="{2D8351DB-063A-45EA-80AD-EEE87225EE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6" y="2558"/>
              <a:ext cx="230" cy="216"/>
              <a:chOff x="2304" y="2400"/>
              <a:chExt cx="336" cy="336"/>
            </a:xfrm>
          </p:grpSpPr>
          <p:sp>
            <p:nvSpPr>
              <p:cNvPr id="17462" name="Oval 131">
                <a:extLst>
                  <a:ext uri="{FF2B5EF4-FFF2-40B4-BE49-F238E27FC236}">
                    <a16:creationId xmlns:a16="http://schemas.microsoft.com/office/drawing/2014/main" id="{ACD56134-B51D-418B-A810-CE2DAC8FF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63" name="Text Box 132">
                <a:extLst>
                  <a:ext uri="{FF2B5EF4-FFF2-40B4-BE49-F238E27FC236}">
                    <a16:creationId xmlns:a16="http://schemas.microsoft.com/office/drawing/2014/main" id="{8B5C50AF-6EC6-423D-96C2-FCE2AD77C4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7"/>
                <a:ext cx="241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7448" name="Oval 133">
              <a:extLst>
                <a:ext uri="{FF2B5EF4-FFF2-40B4-BE49-F238E27FC236}">
                  <a16:creationId xmlns:a16="http://schemas.microsoft.com/office/drawing/2014/main" id="{13E86222-AC02-4FE2-B66C-BA30915E5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3234"/>
              <a:ext cx="328" cy="4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49" name="Oval 134">
              <a:extLst>
                <a:ext uri="{FF2B5EF4-FFF2-40B4-BE49-F238E27FC236}">
                  <a16:creationId xmlns:a16="http://schemas.microsoft.com/office/drawing/2014/main" id="{C84F0B83-89FD-4A3D-B558-D06CDB30CC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1" y="3510"/>
              <a:ext cx="328" cy="4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(h-1)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50" name="Oval 135">
              <a:extLst>
                <a:ext uri="{FF2B5EF4-FFF2-40B4-BE49-F238E27FC236}">
                  <a16:creationId xmlns:a16="http://schemas.microsoft.com/office/drawing/2014/main" id="{9EBAB319-4F93-4BB9-950E-9F71032686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0" y="3549"/>
              <a:ext cx="328" cy="401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3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(h-1)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51" name="Oval 136">
              <a:extLst>
                <a:ext uri="{FF2B5EF4-FFF2-40B4-BE49-F238E27FC236}">
                  <a16:creationId xmlns:a16="http://schemas.microsoft.com/office/drawing/2014/main" id="{1622EE21-A6B1-4335-94D3-F694B037D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6" y="2924"/>
              <a:ext cx="328" cy="402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4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52" name="Line 137">
              <a:extLst>
                <a:ext uri="{FF2B5EF4-FFF2-40B4-BE49-F238E27FC236}">
                  <a16:creationId xmlns:a16="http://schemas.microsoft.com/office/drawing/2014/main" id="{32FB0050-9F1C-4480-ADC3-B16A527FF5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6" y="2496"/>
              <a:ext cx="0" cy="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3" name="Line 138">
              <a:extLst>
                <a:ext uri="{FF2B5EF4-FFF2-40B4-BE49-F238E27FC236}">
                  <a16:creationId xmlns:a16="http://schemas.microsoft.com/office/drawing/2014/main" id="{3AEF22CA-D710-4C1A-B87F-1FE992195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0" y="275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4" name="Line 139">
              <a:extLst>
                <a:ext uri="{FF2B5EF4-FFF2-40B4-BE49-F238E27FC236}">
                  <a16:creationId xmlns:a16="http://schemas.microsoft.com/office/drawing/2014/main" id="{B51C6005-EA1D-4A23-8CA5-2DDF9F39AD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72" y="2722"/>
              <a:ext cx="288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5" name="Line 140">
              <a:extLst>
                <a:ext uri="{FF2B5EF4-FFF2-40B4-BE49-F238E27FC236}">
                  <a16:creationId xmlns:a16="http://schemas.microsoft.com/office/drawing/2014/main" id="{39C7947A-CAE3-4FFE-9243-9BE6709DEE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2" y="3134"/>
              <a:ext cx="131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6" name="Line 141">
              <a:extLst>
                <a:ext uri="{FF2B5EF4-FFF2-40B4-BE49-F238E27FC236}">
                  <a16:creationId xmlns:a16="http://schemas.microsoft.com/office/drawing/2014/main" id="{015141D6-8ACF-4CC0-8646-69581C3BD2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7" y="3134"/>
              <a:ext cx="131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7" name="Line 142">
              <a:extLst>
                <a:ext uri="{FF2B5EF4-FFF2-40B4-BE49-F238E27FC236}">
                  <a16:creationId xmlns:a16="http://schemas.microsoft.com/office/drawing/2014/main" id="{492E1DD2-1663-4648-98D7-6215D14DF7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6" y="3426"/>
              <a:ext cx="66" cy="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8" name="Line 143">
              <a:extLst>
                <a:ext uri="{FF2B5EF4-FFF2-40B4-BE49-F238E27FC236}">
                  <a16:creationId xmlns:a16="http://schemas.microsoft.com/office/drawing/2014/main" id="{538FA3B8-198C-46C2-9AEF-AD984AA21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76" y="3426"/>
              <a:ext cx="66" cy="12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59" name="Text Box 144">
              <a:extLst>
                <a:ext uri="{FF2B5EF4-FFF2-40B4-BE49-F238E27FC236}">
                  <a16:creationId xmlns:a16="http://schemas.microsoft.com/office/drawing/2014/main" id="{4BFA98D8-129C-4761-BA42-C97149140A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" y="3249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7460" name="Text Box 145">
              <a:extLst>
                <a:ext uri="{FF2B5EF4-FFF2-40B4-BE49-F238E27FC236}">
                  <a16:creationId xmlns:a16="http://schemas.microsoft.com/office/drawing/2014/main" id="{38669F24-E1CF-40D2-B236-64A9E46D1C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8" y="2961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7461" name="Text Box 146">
              <a:extLst>
                <a:ext uri="{FF2B5EF4-FFF2-40B4-BE49-F238E27FC236}">
                  <a16:creationId xmlns:a16="http://schemas.microsoft.com/office/drawing/2014/main" id="{A53931B3-8602-430A-8C2F-0DDA7C8AE9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" y="2577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</p:grpSp>
      <p:grpSp>
        <p:nvGrpSpPr>
          <p:cNvPr id="17415" name="Group 147">
            <a:extLst>
              <a:ext uri="{FF2B5EF4-FFF2-40B4-BE49-F238E27FC236}">
                <a16:creationId xmlns:a16="http://schemas.microsoft.com/office/drawing/2014/main" id="{11731D42-501F-4704-BF4F-B7A10CCCBBAA}"/>
              </a:ext>
            </a:extLst>
          </p:cNvPr>
          <p:cNvGrpSpPr>
            <a:grpSpLocks/>
          </p:cNvGrpSpPr>
          <p:nvPr/>
        </p:nvGrpSpPr>
        <p:grpSpPr bwMode="auto">
          <a:xfrm>
            <a:off x="7597775" y="4325938"/>
            <a:ext cx="2397125" cy="1419225"/>
            <a:chOff x="1968" y="2208"/>
            <a:chExt cx="2208" cy="1392"/>
          </a:xfrm>
        </p:grpSpPr>
        <p:sp>
          <p:nvSpPr>
            <p:cNvPr id="17420" name="Text Box 148">
              <a:extLst>
                <a:ext uri="{FF2B5EF4-FFF2-40B4-BE49-F238E27FC236}">
                  <a16:creationId xmlns:a16="http://schemas.microsoft.com/office/drawing/2014/main" id="{E0586CD6-217E-416D-A1F2-0FF12E05F4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7" y="2756"/>
              <a:ext cx="27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grpSp>
          <p:nvGrpSpPr>
            <p:cNvPr id="17421" name="Group 149">
              <a:extLst>
                <a:ext uri="{FF2B5EF4-FFF2-40B4-BE49-F238E27FC236}">
                  <a16:creationId xmlns:a16="http://schemas.microsoft.com/office/drawing/2014/main" id="{BFAA90E3-ADE5-47B6-8356-DE6D752E9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640"/>
              <a:ext cx="336" cy="336"/>
              <a:chOff x="864" y="1392"/>
              <a:chExt cx="336" cy="336"/>
            </a:xfrm>
          </p:grpSpPr>
          <p:sp>
            <p:nvSpPr>
              <p:cNvPr id="17442" name="Oval 150">
                <a:extLst>
                  <a:ext uri="{FF2B5EF4-FFF2-40B4-BE49-F238E27FC236}">
                    <a16:creationId xmlns:a16="http://schemas.microsoft.com/office/drawing/2014/main" id="{C5F30A7D-62BE-488D-A458-7C41921F56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1392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43" name="Text Box 151">
                <a:extLst>
                  <a:ext uri="{FF2B5EF4-FFF2-40B4-BE49-F238E27FC236}">
                    <a16:creationId xmlns:a16="http://schemas.microsoft.com/office/drawing/2014/main" id="{92210E61-7980-43AF-B525-15A6476C88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11" y="1438"/>
                <a:ext cx="19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17422" name="Group 152">
              <a:extLst>
                <a:ext uri="{FF2B5EF4-FFF2-40B4-BE49-F238E27FC236}">
                  <a16:creationId xmlns:a16="http://schemas.microsoft.com/office/drawing/2014/main" id="{A3B34D2D-1471-4A42-A728-44E5BB979A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2304"/>
              <a:ext cx="336" cy="336"/>
              <a:chOff x="1920" y="2400"/>
              <a:chExt cx="336" cy="336"/>
            </a:xfrm>
          </p:grpSpPr>
          <p:sp>
            <p:nvSpPr>
              <p:cNvPr id="17439" name="Oval 153">
                <a:extLst>
                  <a:ext uri="{FF2B5EF4-FFF2-40B4-BE49-F238E27FC236}">
                    <a16:creationId xmlns:a16="http://schemas.microsoft.com/office/drawing/2014/main" id="{85102546-7C24-4242-8438-FBB1C768B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40" name="Text Box 154">
                <a:extLst>
                  <a:ext uri="{FF2B5EF4-FFF2-40B4-BE49-F238E27FC236}">
                    <a16:creationId xmlns:a16="http://schemas.microsoft.com/office/drawing/2014/main" id="{F498DFB2-C94B-4CE4-A473-81DCAB0601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  <p:sp>
            <p:nvSpPr>
              <p:cNvPr id="17441" name="Text Box 155">
                <a:extLst>
                  <a:ext uri="{FF2B5EF4-FFF2-40B4-BE49-F238E27FC236}">
                    <a16:creationId xmlns:a16="http://schemas.microsoft.com/office/drawing/2014/main" id="{9CF5FBF1-7DF5-4488-BF38-54AEE9172E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B</a:t>
                </a:r>
              </a:p>
            </p:txBody>
          </p:sp>
        </p:grpSp>
        <p:grpSp>
          <p:nvGrpSpPr>
            <p:cNvPr id="17423" name="Group 156">
              <a:extLst>
                <a:ext uri="{FF2B5EF4-FFF2-40B4-BE49-F238E27FC236}">
                  <a16:creationId xmlns:a16="http://schemas.microsoft.com/office/drawing/2014/main" id="{9594E834-6BCF-44BA-8244-735E2E1353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8" y="2640"/>
              <a:ext cx="336" cy="336"/>
              <a:chOff x="2304" y="2400"/>
              <a:chExt cx="336" cy="336"/>
            </a:xfrm>
          </p:grpSpPr>
          <p:sp>
            <p:nvSpPr>
              <p:cNvPr id="17437" name="Oval 157">
                <a:extLst>
                  <a:ext uri="{FF2B5EF4-FFF2-40B4-BE49-F238E27FC236}">
                    <a16:creationId xmlns:a16="http://schemas.microsoft.com/office/drawing/2014/main" id="{60E689AA-1577-4208-BBBC-A68E83A301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17438" name="Text Box 158">
                <a:extLst>
                  <a:ext uri="{FF2B5EF4-FFF2-40B4-BE49-F238E27FC236}">
                    <a16:creationId xmlns:a16="http://schemas.microsoft.com/office/drawing/2014/main" id="{77295C29-16D1-4CA4-BB15-693865B5D5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3" y="2446"/>
                <a:ext cx="23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 b="1">
                    <a:latin typeface="Verdana" panose="020B0604030504040204" pitchFamily="34" charset="0"/>
                  </a:rPr>
                  <a:t>C</a:t>
                </a:r>
              </a:p>
            </p:txBody>
          </p:sp>
        </p:grpSp>
        <p:sp>
          <p:nvSpPr>
            <p:cNvPr id="17424" name="Oval 159">
              <a:extLst>
                <a:ext uri="{FF2B5EF4-FFF2-40B4-BE49-F238E27FC236}">
                  <a16:creationId xmlns:a16="http://schemas.microsoft.com/office/drawing/2014/main" id="{61D28B42-3E21-4FD3-AAF0-1CB293812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1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25" name="Oval 160">
              <a:extLst>
                <a:ext uri="{FF2B5EF4-FFF2-40B4-BE49-F238E27FC236}">
                  <a16:creationId xmlns:a16="http://schemas.microsoft.com/office/drawing/2014/main" id="{38C2542A-3FED-43EB-ADE7-9CD417F7E4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2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2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(h-1)</a:t>
              </a:r>
            </a:p>
          </p:txBody>
        </p:sp>
        <p:sp>
          <p:nvSpPr>
            <p:cNvPr id="17426" name="Oval 161">
              <a:extLst>
                <a:ext uri="{FF2B5EF4-FFF2-40B4-BE49-F238E27FC236}">
                  <a16:creationId xmlns:a16="http://schemas.microsoft.com/office/drawing/2014/main" id="{08D6D692-E85A-4F42-AB0C-E43555CB9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3 </a:t>
              </a:r>
              <a:r>
                <a:rPr lang="en-US" altLang="en-US" sz="1200" b="1" baseline="30000">
                  <a:solidFill>
                    <a:schemeClr val="folHlink"/>
                  </a:solidFill>
                  <a:latin typeface="Verdana" panose="020B0604030504040204" pitchFamily="34" charset="0"/>
                </a:rPr>
                <a:t>*</a:t>
              </a:r>
              <a:endParaRPr lang="en-US" altLang="en-US" sz="1200" b="1" baseline="-25000">
                <a:solidFill>
                  <a:schemeClr val="folHlink"/>
                </a:solidFill>
                <a:latin typeface="Verdana" panose="020B0604030504040204" pitchFamily="34" charset="0"/>
              </a:endParaRP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</a:p>
          </p:txBody>
        </p:sp>
        <p:sp>
          <p:nvSpPr>
            <p:cNvPr id="17427" name="Oval 162">
              <a:extLst>
                <a:ext uri="{FF2B5EF4-FFF2-40B4-BE49-F238E27FC236}">
                  <a16:creationId xmlns:a16="http://schemas.microsoft.com/office/drawing/2014/main" id="{20364AE0-0776-4D6B-99F5-F3BC47C1F0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976"/>
              <a:ext cx="480" cy="624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Verdana" panose="020B0604030504040204" pitchFamily="34" charset="0"/>
                </a:rPr>
                <a:t>A</a:t>
              </a:r>
              <a:r>
                <a:rPr lang="en-US" altLang="en-US" sz="1200" b="1" baseline="-25000">
                  <a:latin typeface="Verdana" panose="020B0604030504040204" pitchFamily="34" charset="0"/>
                </a:rPr>
                <a:t>4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baseline="-25000">
                  <a:latin typeface="Verdana" panose="020B0604030504040204" pitchFamily="34" charset="0"/>
                </a:rPr>
                <a:t>(h)</a:t>
              </a:r>
              <a:endParaRPr lang="en-US" altLang="en-US" sz="1200" b="1">
                <a:latin typeface="Verdana" panose="020B0604030504040204" pitchFamily="34" charset="0"/>
              </a:endParaRPr>
            </a:p>
          </p:txBody>
        </p:sp>
        <p:sp>
          <p:nvSpPr>
            <p:cNvPr id="17428" name="Line 163">
              <a:extLst>
                <a:ext uri="{FF2B5EF4-FFF2-40B4-BE49-F238E27FC236}">
                  <a16:creationId xmlns:a16="http://schemas.microsoft.com/office/drawing/2014/main" id="{B40DA8A2-619A-4CE5-A215-72FB3C5C11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24" y="220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29" name="Line 164">
              <a:extLst>
                <a:ext uri="{FF2B5EF4-FFF2-40B4-BE49-F238E27FC236}">
                  <a16:creationId xmlns:a16="http://schemas.microsoft.com/office/drawing/2014/main" id="{4626A7CE-478D-4D51-AB7D-EFEDC94EF3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8" y="2540"/>
              <a:ext cx="28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0" name="Line 165">
              <a:extLst>
                <a:ext uri="{FF2B5EF4-FFF2-40B4-BE49-F238E27FC236}">
                  <a16:creationId xmlns:a16="http://schemas.microsoft.com/office/drawing/2014/main" id="{8D7BF0D4-BA99-4B4B-8669-17D5030BEB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4" y="2952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1" name="Line 166">
              <a:extLst>
                <a:ext uri="{FF2B5EF4-FFF2-40B4-BE49-F238E27FC236}">
                  <a16:creationId xmlns:a16="http://schemas.microsoft.com/office/drawing/2014/main" id="{0701628D-1D46-4A4E-B75E-5D581D8431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4" y="2940"/>
              <a:ext cx="48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2" name="Line 167">
              <a:extLst>
                <a:ext uri="{FF2B5EF4-FFF2-40B4-BE49-F238E27FC236}">
                  <a16:creationId xmlns:a16="http://schemas.microsoft.com/office/drawing/2014/main" id="{1E7C1BCB-22B3-4E52-BD10-B4C5255D64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2" y="2924"/>
              <a:ext cx="74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3" name="Line 168">
              <a:extLst>
                <a:ext uri="{FF2B5EF4-FFF2-40B4-BE49-F238E27FC236}">
                  <a16:creationId xmlns:a16="http://schemas.microsoft.com/office/drawing/2014/main" id="{EB9879C4-A5B1-4FF3-B597-FD72C08BC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4" y="2948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4" name="Line 169">
              <a:extLst>
                <a:ext uri="{FF2B5EF4-FFF2-40B4-BE49-F238E27FC236}">
                  <a16:creationId xmlns:a16="http://schemas.microsoft.com/office/drawing/2014/main" id="{130334C0-63D2-4403-8C3A-84B87BDFE2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40" y="2544"/>
              <a:ext cx="240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17435" name="Text Box 170">
              <a:extLst>
                <a:ext uri="{FF2B5EF4-FFF2-40B4-BE49-F238E27FC236}">
                  <a16:creationId xmlns:a16="http://schemas.microsoft.com/office/drawing/2014/main" id="{96DE37A7-6385-479B-AF76-47E7C4441B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67" y="2756"/>
              <a:ext cx="271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  <p:sp>
          <p:nvSpPr>
            <p:cNvPr id="17436" name="Text Box 171">
              <a:extLst>
                <a:ext uri="{FF2B5EF4-FFF2-40B4-BE49-F238E27FC236}">
                  <a16:creationId xmlns:a16="http://schemas.microsoft.com/office/drawing/2014/main" id="{63109BEB-E0A9-49CB-98A2-ED1788BB9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9" y="2371"/>
              <a:ext cx="269" cy="2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solidFill>
                    <a:schemeClr val="folHlink"/>
                  </a:solidFill>
                  <a:latin typeface="Verdana" panose="020B0604030504040204" pitchFamily="34" charset="0"/>
                </a:rPr>
                <a:t>0</a:t>
              </a:r>
            </a:p>
          </p:txBody>
        </p:sp>
      </p:grpSp>
      <p:sp>
        <p:nvSpPr>
          <p:cNvPr id="17416" name="Line 172">
            <a:extLst>
              <a:ext uri="{FF2B5EF4-FFF2-40B4-BE49-F238E27FC236}">
                <a16:creationId xmlns:a16="http://schemas.microsoft.com/office/drawing/2014/main" id="{B055AB93-6CBA-44EB-AE9A-F2E4BC1BFF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4688" y="4913313"/>
            <a:ext cx="835025" cy="0"/>
          </a:xfrm>
          <a:prstGeom prst="line">
            <a:avLst/>
          </a:prstGeom>
          <a:noFill/>
          <a:ln w="3810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7417" name="Text Box 174">
            <a:extLst>
              <a:ext uri="{FF2B5EF4-FFF2-40B4-BE49-F238E27FC236}">
                <a16:creationId xmlns:a16="http://schemas.microsoft.com/office/drawing/2014/main" id="{E14D799C-95F3-4204-8860-BACC0144B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41783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(6)</a:t>
            </a:r>
          </a:p>
        </p:txBody>
      </p:sp>
      <p:sp>
        <p:nvSpPr>
          <p:cNvPr id="17418" name="Text Box 175">
            <a:extLst>
              <a:ext uri="{FF2B5EF4-FFF2-40B4-BE49-F238E27FC236}">
                <a16:creationId xmlns:a16="http://schemas.microsoft.com/office/drawing/2014/main" id="{8B42BB66-BF5D-4077-9BD2-08AB5A910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15875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(5)</a:t>
            </a:r>
          </a:p>
        </p:txBody>
      </p:sp>
      <p:sp>
        <p:nvSpPr>
          <p:cNvPr id="17419" name="Rectangle 2">
            <a:extLst>
              <a:ext uri="{FF2B5EF4-FFF2-40B4-BE49-F238E27FC236}">
                <a16:creationId xmlns:a16="http://schemas.microsoft.com/office/drawing/2014/main" id="{C7DDABAA-69C5-42C8-84C2-3C83E9AF5A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166688"/>
            <a:ext cx="105156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ro-RO" altLang="en-US" sz="4400"/>
              <a:t>Î</a:t>
            </a:r>
            <a:r>
              <a:rPr lang="en-US" altLang="en-US" sz="4400"/>
              <a:t>ntreţinere arbori echilibraţi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B767941-9ECD-487E-B7C5-B930A24DE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6688"/>
            <a:ext cx="10439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en-US" sz="4400"/>
              <a:t>Căutări pe intervale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5E02479-3700-4CA1-89DB-4DEB50379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700" y="1219200"/>
            <a:ext cx="8674100" cy="5029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Book Antiqua" pitchFamily="18" charset="0"/>
              </a:defRPr>
            </a:lvl1pPr>
            <a:lvl2pPr eaLnBrk="0" hangingPunct="0">
              <a:spcBef>
                <a:spcPct val="20000"/>
              </a:spcBef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Book Antiqua" pitchFamily="18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sz="2800" dirty="0"/>
              <a:t> ``</a:t>
            </a:r>
            <a:r>
              <a:rPr lang="en-US" sz="2800" i="1" dirty="0" err="1"/>
              <a:t>Returnează</a:t>
            </a:r>
            <a:r>
              <a:rPr lang="en-US" sz="2800" i="1" dirty="0"/>
              <a:t> </a:t>
            </a:r>
            <a:r>
              <a:rPr lang="en-US" sz="2800" i="1" dirty="0" err="1"/>
              <a:t>toţi</a:t>
            </a:r>
            <a:r>
              <a:rPr lang="en-US" sz="2800" i="1" dirty="0"/>
              <a:t> </a:t>
            </a:r>
            <a:r>
              <a:rPr lang="en-US" sz="2800" i="1" dirty="0" err="1"/>
              <a:t>studenţii</a:t>
            </a:r>
            <a:r>
              <a:rPr lang="en-US" sz="2800" i="1" dirty="0"/>
              <a:t> cu</a:t>
            </a:r>
            <a:r>
              <a:rPr lang="en-US" altLang="en-US" sz="2800" i="1" dirty="0"/>
              <a:t> </a:t>
            </a:r>
            <a:r>
              <a:rPr lang="en-US" altLang="en-US" sz="2800" b="1" dirty="0"/>
              <a:t>grade</a:t>
            </a:r>
            <a:r>
              <a:rPr lang="en-US" altLang="en-US" sz="2800" i="1" dirty="0"/>
              <a:t> &gt; 8.0</a:t>
            </a:r>
            <a:r>
              <a:rPr lang="en-US" altLang="en-US" sz="2800" dirty="0"/>
              <a:t>’’</a:t>
            </a:r>
          </a:p>
          <a:p>
            <a:pPr lvl="1">
              <a:defRPr/>
            </a:pPr>
            <a:r>
              <a:rPr lang="en-US" sz="2400" dirty="0"/>
              <a:t> </a:t>
            </a:r>
            <a:r>
              <a:rPr lang="en-US" sz="2400" dirty="0" err="1"/>
              <a:t>Dacă</a:t>
            </a:r>
            <a:r>
              <a:rPr lang="en-US" sz="2400" dirty="0"/>
              <a:t> </a:t>
            </a:r>
            <a:r>
              <a:rPr lang="en-US" sz="2400" dirty="0" err="1"/>
              <a:t>datele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stocate</a:t>
            </a:r>
            <a:r>
              <a:rPr lang="en-US" sz="2400" dirty="0"/>
              <a:t> </a:t>
            </a:r>
            <a:r>
              <a:rPr lang="en-US" sz="2400" dirty="0" err="1"/>
              <a:t>într</a:t>
            </a:r>
            <a:r>
              <a:rPr lang="en-US" sz="2400" dirty="0"/>
              <a:t>-un </a:t>
            </a:r>
            <a:r>
              <a:rPr lang="en-US" sz="2400" dirty="0" err="1"/>
              <a:t>fişier</a:t>
            </a:r>
            <a:r>
              <a:rPr lang="en-US" sz="2400" dirty="0"/>
              <a:t> </a:t>
            </a:r>
            <a:r>
              <a:rPr lang="en-US" sz="2400" dirty="0" err="1"/>
              <a:t>ordonat</a:t>
            </a:r>
            <a:r>
              <a:rPr lang="en-US" sz="2400" dirty="0"/>
              <a:t>, </a:t>
            </a:r>
            <a:r>
              <a:rPr lang="en-US" sz="2400" dirty="0" err="1"/>
              <a:t>prin</a:t>
            </a:r>
            <a:r>
              <a:rPr lang="en-US" sz="2400" dirty="0"/>
              <a:t> </a:t>
            </a:r>
            <a:r>
              <a:rPr lang="en-US" sz="2400" dirty="0" err="1"/>
              <a:t>căutare</a:t>
            </a:r>
            <a:r>
              <a:rPr lang="en-US" sz="2400" dirty="0"/>
              <a:t> </a:t>
            </a:r>
            <a:r>
              <a:rPr lang="en-US" sz="2400" dirty="0" err="1"/>
              <a:t>binară</a:t>
            </a:r>
            <a:r>
              <a:rPr lang="en-US" sz="2400" dirty="0"/>
              <a:t> se </a:t>
            </a:r>
            <a:r>
              <a:rPr lang="en-US" sz="2400" dirty="0" err="1"/>
              <a:t>detectează</a:t>
            </a:r>
            <a:r>
              <a:rPr lang="en-US" sz="2400" dirty="0"/>
              <a:t> </a:t>
            </a:r>
            <a:r>
              <a:rPr lang="en-US" sz="2400" dirty="0" err="1"/>
              <a:t>primul</a:t>
            </a:r>
            <a:r>
              <a:rPr lang="en-US" sz="2400" dirty="0"/>
              <a:t> student, </a:t>
            </a:r>
            <a:r>
              <a:rPr lang="en-US" sz="2400" dirty="0" err="1"/>
              <a:t>şi</a:t>
            </a:r>
            <a:r>
              <a:rPr lang="en-US" sz="2400" dirty="0"/>
              <a:t> </a:t>
            </a:r>
            <a:r>
              <a:rPr lang="en-US" sz="2400" dirty="0" err="1"/>
              <a:t>apoi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citite</a:t>
            </a:r>
            <a:r>
              <a:rPr lang="en-US" sz="2400" dirty="0"/>
              <a:t> </a:t>
            </a:r>
            <a:r>
              <a:rPr lang="en-US" sz="2400" dirty="0" err="1"/>
              <a:t>toate</a:t>
            </a:r>
            <a:r>
              <a:rPr lang="en-US" sz="2400" dirty="0"/>
              <a:t> </a:t>
            </a:r>
            <a:r>
              <a:rPr lang="en-US" sz="2400" dirty="0" err="1"/>
              <a:t>înregistrările</a:t>
            </a:r>
            <a:r>
              <a:rPr lang="en-US" sz="2400" dirty="0"/>
              <a:t> </a:t>
            </a:r>
            <a:r>
              <a:rPr lang="en-US" sz="2400" dirty="0" err="1"/>
              <a:t>următoare</a:t>
            </a:r>
            <a:r>
              <a:rPr lang="en-US" sz="2400" dirty="0"/>
              <a:t>.</a:t>
            </a:r>
          </a:p>
          <a:p>
            <a:pPr lvl="1">
              <a:defRPr/>
            </a:pPr>
            <a:r>
              <a:rPr lang="en-US" sz="2400" dirty="0"/>
              <a:t> </a:t>
            </a:r>
            <a:r>
              <a:rPr lang="en-US" sz="2400" dirty="0" err="1"/>
              <a:t>Costul</a:t>
            </a:r>
            <a:r>
              <a:rPr lang="en-US" sz="2400" dirty="0"/>
              <a:t> c</a:t>
            </a:r>
            <a:r>
              <a:rPr lang="ro-RO" sz="2400" dirty="0"/>
              <a:t>ă</a:t>
            </a:r>
            <a:r>
              <a:rPr lang="en-US" sz="2400" dirty="0" err="1"/>
              <a:t>utarii</a:t>
            </a:r>
            <a:r>
              <a:rPr lang="en-US" sz="2400" dirty="0"/>
              <a:t>/</a:t>
            </a:r>
            <a:r>
              <a:rPr lang="en-US" sz="2400" dirty="0" err="1"/>
              <a:t>întreţinerii</a:t>
            </a:r>
            <a:r>
              <a:rPr lang="en-US" sz="2400" dirty="0"/>
              <a:t> </a:t>
            </a:r>
            <a:r>
              <a:rPr lang="en-US" sz="2400" dirty="0" err="1"/>
              <a:t>poate</a:t>
            </a:r>
            <a:r>
              <a:rPr lang="en-US" sz="2400" dirty="0"/>
              <a:t> fi </a:t>
            </a:r>
            <a:r>
              <a:rPr lang="en-US" sz="2400" dirty="0" err="1"/>
              <a:t>ridicat</a:t>
            </a:r>
            <a:endParaRPr lang="en-US" altLang="en-US" sz="5400" dirty="0"/>
          </a:p>
          <a:p>
            <a:pPr eaLnBrk="1" hangingPunct="1">
              <a:defRPr/>
            </a:pPr>
            <a:r>
              <a:rPr lang="en-US" altLang="en-US" sz="2800" dirty="0"/>
              <a:t> </a:t>
            </a:r>
            <a:r>
              <a:rPr lang="en-US" altLang="en-US" sz="2800" dirty="0" err="1"/>
              <a:t>Idee</a:t>
            </a:r>
            <a:r>
              <a:rPr lang="en-US" altLang="en-US" sz="2800" dirty="0"/>
              <a:t>:  </a:t>
            </a:r>
            <a:r>
              <a:rPr lang="en-US" altLang="en-US" sz="2800" dirty="0" err="1"/>
              <a:t>creare</a:t>
            </a:r>
            <a:r>
              <a:rPr lang="en-US" altLang="en-US" sz="2800" dirty="0"/>
              <a:t> </a:t>
            </a:r>
            <a:r>
              <a:rPr lang="en-US" altLang="en-US" sz="2800" dirty="0" err="1"/>
              <a:t>fisier</a:t>
            </a:r>
            <a:r>
              <a:rPr lang="en-US" altLang="en-US" sz="2800" dirty="0"/>
              <a:t> `index’</a:t>
            </a:r>
          </a:p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en-US" sz="3600" dirty="0"/>
              <a:t> </a:t>
            </a:r>
          </a:p>
        </p:txBody>
      </p:sp>
      <p:sp>
        <p:nvSpPr>
          <p:cNvPr id="18436" name="Freeform 34">
            <a:extLst>
              <a:ext uri="{FF2B5EF4-FFF2-40B4-BE49-F238E27FC236}">
                <a16:creationId xmlns:a16="http://schemas.microsoft.com/office/drawing/2014/main" id="{36E5B1DA-048B-4C66-8671-E7B23C7886DD}"/>
              </a:ext>
            </a:extLst>
          </p:cNvPr>
          <p:cNvSpPr>
            <a:spLocks/>
          </p:cNvSpPr>
          <p:nvPr/>
        </p:nvSpPr>
        <p:spPr bwMode="auto">
          <a:xfrm>
            <a:off x="3092450" y="5259388"/>
            <a:ext cx="1052513" cy="398462"/>
          </a:xfrm>
          <a:custGeom>
            <a:avLst/>
            <a:gdLst>
              <a:gd name="T0" fmla="*/ 0 w 663"/>
              <a:gd name="T1" fmla="*/ 2147483646 h 251"/>
              <a:gd name="T2" fmla="*/ 0 w 663"/>
              <a:gd name="T3" fmla="*/ 0 h 251"/>
              <a:gd name="T4" fmla="*/ 2147483646 w 663"/>
              <a:gd name="T5" fmla="*/ 0 h 251"/>
              <a:gd name="T6" fmla="*/ 2147483646 w 663"/>
              <a:gd name="T7" fmla="*/ 2147483646 h 251"/>
              <a:gd name="T8" fmla="*/ 0 w 663"/>
              <a:gd name="T9" fmla="*/ 2147483646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3"/>
              <a:gd name="T16" fmla="*/ 0 h 251"/>
              <a:gd name="T17" fmla="*/ 663 w 663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3" h="251">
                <a:moveTo>
                  <a:pt x="0" y="250"/>
                </a:moveTo>
                <a:lnTo>
                  <a:pt x="0" y="0"/>
                </a:lnTo>
                <a:lnTo>
                  <a:pt x="662" y="0"/>
                </a:lnTo>
                <a:lnTo>
                  <a:pt x="6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37" name="Freeform 35">
            <a:extLst>
              <a:ext uri="{FF2B5EF4-FFF2-40B4-BE49-F238E27FC236}">
                <a16:creationId xmlns:a16="http://schemas.microsoft.com/office/drawing/2014/main" id="{C0FBED77-0E35-40CA-A75C-9B407580FB9B}"/>
              </a:ext>
            </a:extLst>
          </p:cNvPr>
          <p:cNvSpPr>
            <a:spLocks/>
          </p:cNvSpPr>
          <p:nvPr/>
        </p:nvSpPr>
        <p:spPr bwMode="auto">
          <a:xfrm>
            <a:off x="4238625" y="5259388"/>
            <a:ext cx="1050925" cy="398462"/>
          </a:xfrm>
          <a:custGeom>
            <a:avLst/>
            <a:gdLst>
              <a:gd name="T0" fmla="*/ 0 w 662"/>
              <a:gd name="T1" fmla="*/ 2147483646 h 251"/>
              <a:gd name="T2" fmla="*/ 0 w 662"/>
              <a:gd name="T3" fmla="*/ 0 h 251"/>
              <a:gd name="T4" fmla="*/ 2147483646 w 662"/>
              <a:gd name="T5" fmla="*/ 0 h 251"/>
              <a:gd name="T6" fmla="*/ 2147483646 w 662"/>
              <a:gd name="T7" fmla="*/ 2147483646 h 251"/>
              <a:gd name="T8" fmla="*/ 0 w 662"/>
              <a:gd name="T9" fmla="*/ 2147483646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2"/>
              <a:gd name="T16" fmla="*/ 0 h 251"/>
              <a:gd name="T17" fmla="*/ 662 w 662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2" h="251">
                <a:moveTo>
                  <a:pt x="0" y="250"/>
                </a:moveTo>
                <a:lnTo>
                  <a:pt x="0" y="0"/>
                </a:lnTo>
                <a:lnTo>
                  <a:pt x="661" y="0"/>
                </a:lnTo>
                <a:lnTo>
                  <a:pt x="661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38" name="Freeform 36">
            <a:extLst>
              <a:ext uri="{FF2B5EF4-FFF2-40B4-BE49-F238E27FC236}">
                <a16:creationId xmlns:a16="http://schemas.microsoft.com/office/drawing/2014/main" id="{25E0DF43-B7FB-4CBA-8AAB-CCE341902FB9}"/>
              </a:ext>
            </a:extLst>
          </p:cNvPr>
          <p:cNvSpPr>
            <a:spLocks/>
          </p:cNvSpPr>
          <p:nvPr/>
        </p:nvSpPr>
        <p:spPr bwMode="auto">
          <a:xfrm>
            <a:off x="7864475" y="5259388"/>
            <a:ext cx="1050925" cy="398462"/>
          </a:xfrm>
          <a:custGeom>
            <a:avLst/>
            <a:gdLst>
              <a:gd name="T0" fmla="*/ 0 w 662"/>
              <a:gd name="T1" fmla="*/ 2147483646 h 251"/>
              <a:gd name="T2" fmla="*/ 0 w 662"/>
              <a:gd name="T3" fmla="*/ 0 h 251"/>
              <a:gd name="T4" fmla="*/ 2147483646 w 662"/>
              <a:gd name="T5" fmla="*/ 0 h 251"/>
              <a:gd name="T6" fmla="*/ 2147483646 w 662"/>
              <a:gd name="T7" fmla="*/ 2147483646 h 251"/>
              <a:gd name="T8" fmla="*/ 0 w 662"/>
              <a:gd name="T9" fmla="*/ 2147483646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2"/>
              <a:gd name="T16" fmla="*/ 0 h 251"/>
              <a:gd name="T17" fmla="*/ 662 w 662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2" h="251">
                <a:moveTo>
                  <a:pt x="0" y="250"/>
                </a:moveTo>
                <a:lnTo>
                  <a:pt x="0" y="0"/>
                </a:lnTo>
                <a:lnTo>
                  <a:pt x="661" y="0"/>
                </a:lnTo>
                <a:lnTo>
                  <a:pt x="661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39" name="Freeform 37">
            <a:extLst>
              <a:ext uri="{FF2B5EF4-FFF2-40B4-BE49-F238E27FC236}">
                <a16:creationId xmlns:a16="http://schemas.microsoft.com/office/drawing/2014/main" id="{F8F0B53A-13AB-474D-8800-310B2B44CC75}"/>
              </a:ext>
            </a:extLst>
          </p:cNvPr>
          <p:cNvSpPr>
            <a:spLocks/>
          </p:cNvSpPr>
          <p:nvPr/>
        </p:nvSpPr>
        <p:spPr bwMode="auto">
          <a:xfrm>
            <a:off x="3035300" y="5192713"/>
            <a:ext cx="5943600" cy="512762"/>
          </a:xfrm>
          <a:custGeom>
            <a:avLst/>
            <a:gdLst>
              <a:gd name="T0" fmla="*/ 0 w 3744"/>
              <a:gd name="T1" fmla="*/ 2147483646 h 323"/>
              <a:gd name="T2" fmla="*/ 0 w 3744"/>
              <a:gd name="T3" fmla="*/ 0 h 323"/>
              <a:gd name="T4" fmla="*/ 2147483646 w 3744"/>
              <a:gd name="T5" fmla="*/ 0 h 323"/>
              <a:gd name="T6" fmla="*/ 2147483646 w 3744"/>
              <a:gd name="T7" fmla="*/ 2147483646 h 323"/>
              <a:gd name="T8" fmla="*/ 0 w 3744"/>
              <a:gd name="T9" fmla="*/ 2147483646 h 3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44"/>
              <a:gd name="T16" fmla="*/ 0 h 323"/>
              <a:gd name="T17" fmla="*/ 3744 w 3744"/>
              <a:gd name="T18" fmla="*/ 323 h 3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44" h="323">
                <a:moveTo>
                  <a:pt x="0" y="322"/>
                </a:moveTo>
                <a:lnTo>
                  <a:pt x="0" y="0"/>
                </a:lnTo>
                <a:lnTo>
                  <a:pt x="3743" y="0"/>
                </a:lnTo>
                <a:lnTo>
                  <a:pt x="3743" y="322"/>
                </a:lnTo>
                <a:lnTo>
                  <a:pt x="0" y="322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0" name="Freeform 38">
            <a:extLst>
              <a:ext uri="{FF2B5EF4-FFF2-40B4-BE49-F238E27FC236}">
                <a16:creationId xmlns:a16="http://schemas.microsoft.com/office/drawing/2014/main" id="{934392D0-E4C0-45F7-919D-927A19586386}"/>
              </a:ext>
            </a:extLst>
          </p:cNvPr>
          <p:cNvSpPr>
            <a:spLocks/>
          </p:cNvSpPr>
          <p:nvPr/>
        </p:nvSpPr>
        <p:spPr bwMode="auto">
          <a:xfrm>
            <a:off x="7653338" y="4225925"/>
            <a:ext cx="198437" cy="968375"/>
          </a:xfrm>
          <a:custGeom>
            <a:avLst/>
            <a:gdLst>
              <a:gd name="T0" fmla="*/ 0 w 125"/>
              <a:gd name="T1" fmla="*/ 0 h 610"/>
              <a:gd name="T2" fmla="*/ 2147483646 w 125"/>
              <a:gd name="T3" fmla="*/ 2147483646 h 610"/>
              <a:gd name="T4" fmla="*/ 0 w 125"/>
              <a:gd name="T5" fmla="*/ 0 h 610"/>
              <a:gd name="T6" fmla="*/ 0 60000 65536"/>
              <a:gd name="T7" fmla="*/ 0 60000 65536"/>
              <a:gd name="T8" fmla="*/ 0 60000 65536"/>
              <a:gd name="T9" fmla="*/ 0 w 125"/>
              <a:gd name="T10" fmla="*/ 0 h 610"/>
              <a:gd name="T11" fmla="*/ 125 w 125"/>
              <a:gd name="T12" fmla="*/ 610 h 6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610">
                <a:moveTo>
                  <a:pt x="0" y="0"/>
                </a:moveTo>
                <a:lnTo>
                  <a:pt x="124" y="60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1" name="Freeform 39">
            <a:extLst>
              <a:ext uri="{FF2B5EF4-FFF2-40B4-BE49-F238E27FC236}">
                <a16:creationId xmlns:a16="http://schemas.microsoft.com/office/drawing/2014/main" id="{3B090C3E-21A8-4FD4-B5DE-9F96C061740A}"/>
              </a:ext>
            </a:extLst>
          </p:cNvPr>
          <p:cNvSpPr>
            <a:spLocks/>
          </p:cNvSpPr>
          <p:nvPr/>
        </p:nvSpPr>
        <p:spPr bwMode="auto">
          <a:xfrm>
            <a:off x="7796213" y="5065713"/>
            <a:ext cx="58737" cy="128587"/>
          </a:xfrm>
          <a:custGeom>
            <a:avLst/>
            <a:gdLst>
              <a:gd name="T0" fmla="*/ 2147483646 w 37"/>
              <a:gd name="T1" fmla="*/ 0 h 81"/>
              <a:gd name="T2" fmla="*/ 2147483646 w 37"/>
              <a:gd name="T3" fmla="*/ 2147483646 h 81"/>
              <a:gd name="T4" fmla="*/ 0 w 37"/>
              <a:gd name="T5" fmla="*/ 2147483646 h 81"/>
              <a:gd name="T6" fmla="*/ 2147483646 w 37"/>
              <a:gd name="T7" fmla="*/ 0 h 81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81"/>
              <a:gd name="T14" fmla="*/ 37 w 37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81">
                <a:moveTo>
                  <a:pt x="36" y="0"/>
                </a:moveTo>
                <a:lnTo>
                  <a:pt x="34" y="80"/>
                </a:lnTo>
                <a:lnTo>
                  <a:pt x="0" y="8"/>
                </a:lnTo>
                <a:lnTo>
                  <a:pt x="36" y="0"/>
                </a:lnTo>
              </a:path>
            </a:pathLst>
          </a:custGeom>
          <a:solidFill>
            <a:schemeClr val="folHlink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42" name="Freeform 40">
            <a:extLst>
              <a:ext uri="{FF2B5EF4-FFF2-40B4-BE49-F238E27FC236}">
                <a16:creationId xmlns:a16="http://schemas.microsoft.com/office/drawing/2014/main" id="{EBE9529A-9F0A-460F-A592-DD89555692DA}"/>
              </a:ext>
            </a:extLst>
          </p:cNvPr>
          <p:cNvSpPr>
            <a:spLocks/>
          </p:cNvSpPr>
          <p:nvPr/>
        </p:nvSpPr>
        <p:spPr bwMode="auto">
          <a:xfrm>
            <a:off x="5384800" y="5265738"/>
            <a:ext cx="1052513" cy="400050"/>
          </a:xfrm>
          <a:custGeom>
            <a:avLst/>
            <a:gdLst>
              <a:gd name="T0" fmla="*/ 0 w 663"/>
              <a:gd name="T1" fmla="*/ 2147483646 h 252"/>
              <a:gd name="T2" fmla="*/ 0 w 663"/>
              <a:gd name="T3" fmla="*/ 0 h 252"/>
              <a:gd name="T4" fmla="*/ 2147483646 w 663"/>
              <a:gd name="T5" fmla="*/ 0 h 252"/>
              <a:gd name="T6" fmla="*/ 2147483646 w 663"/>
              <a:gd name="T7" fmla="*/ 2147483646 h 252"/>
              <a:gd name="T8" fmla="*/ 0 w 663"/>
              <a:gd name="T9" fmla="*/ 2147483646 h 2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3"/>
              <a:gd name="T16" fmla="*/ 0 h 252"/>
              <a:gd name="T17" fmla="*/ 663 w 663"/>
              <a:gd name="T18" fmla="*/ 252 h 2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3" h="252">
                <a:moveTo>
                  <a:pt x="0" y="251"/>
                </a:moveTo>
                <a:lnTo>
                  <a:pt x="0" y="0"/>
                </a:lnTo>
                <a:lnTo>
                  <a:pt x="662" y="0"/>
                </a:lnTo>
                <a:lnTo>
                  <a:pt x="662" y="251"/>
                </a:lnTo>
                <a:lnTo>
                  <a:pt x="0" y="25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43" name="Freeform 41">
            <a:extLst>
              <a:ext uri="{FF2B5EF4-FFF2-40B4-BE49-F238E27FC236}">
                <a16:creationId xmlns:a16="http://schemas.microsoft.com/office/drawing/2014/main" id="{CB7AAA2C-F702-4680-97B0-03B5E68A9A28}"/>
              </a:ext>
            </a:extLst>
          </p:cNvPr>
          <p:cNvSpPr>
            <a:spLocks/>
          </p:cNvSpPr>
          <p:nvPr/>
        </p:nvSpPr>
        <p:spPr bwMode="auto">
          <a:xfrm>
            <a:off x="4313238" y="4216400"/>
            <a:ext cx="1587" cy="935038"/>
          </a:xfrm>
          <a:custGeom>
            <a:avLst/>
            <a:gdLst>
              <a:gd name="T0" fmla="*/ 0 w 1"/>
              <a:gd name="T1" fmla="*/ 0 h 589"/>
              <a:gd name="T2" fmla="*/ 0 w 1"/>
              <a:gd name="T3" fmla="*/ 2147483646 h 589"/>
              <a:gd name="T4" fmla="*/ 0 w 1"/>
              <a:gd name="T5" fmla="*/ 0 h 589"/>
              <a:gd name="T6" fmla="*/ 0 60000 65536"/>
              <a:gd name="T7" fmla="*/ 0 60000 65536"/>
              <a:gd name="T8" fmla="*/ 0 60000 65536"/>
              <a:gd name="T9" fmla="*/ 0 w 1"/>
              <a:gd name="T10" fmla="*/ 0 h 589"/>
              <a:gd name="T11" fmla="*/ 1 w 1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589">
                <a:moveTo>
                  <a:pt x="0" y="0"/>
                </a:moveTo>
                <a:lnTo>
                  <a:pt x="0" y="588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4" name="Freeform 42">
            <a:extLst>
              <a:ext uri="{FF2B5EF4-FFF2-40B4-BE49-F238E27FC236}">
                <a16:creationId xmlns:a16="http://schemas.microsoft.com/office/drawing/2014/main" id="{57D62895-19BF-4B5F-A83D-E0EF67AC1B65}"/>
              </a:ext>
            </a:extLst>
          </p:cNvPr>
          <p:cNvSpPr>
            <a:spLocks/>
          </p:cNvSpPr>
          <p:nvPr/>
        </p:nvSpPr>
        <p:spPr bwMode="auto">
          <a:xfrm>
            <a:off x="4283075" y="5022850"/>
            <a:ext cx="61913" cy="128588"/>
          </a:xfrm>
          <a:custGeom>
            <a:avLst/>
            <a:gdLst>
              <a:gd name="T0" fmla="*/ 2147483646 w 39"/>
              <a:gd name="T1" fmla="*/ 0 h 81"/>
              <a:gd name="T2" fmla="*/ 2147483646 w 39"/>
              <a:gd name="T3" fmla="*/ 2147483646 h 81"/>
              <a:gd name="T4" fmla="*/ 0 w 39"/>
              <a:gd name="T5" fmla="*/ 0 h 81"/>
              <a:gd name="T6" fmla="*/ 2147483646 w 39"/>
              <a:gd name="T7" fmla="*/ 0 h 81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81"/>
              <a:gd name="T14" fmla="*/ 39 w 39"/>
              <a:gd name="T15" fmla="*/ 81 h 8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81">
                <a:moveTo>
                  <a:pt x="38" y="0"/>
                </a:moveTo>
                <a:lnTo>
                  <a:pt x="19" y="80"/>
                </a:lnTo>
                <a:lnTo>
                  <a:pt x="0" y="0"/>
                </a:lnTo>
                <a:lnTo>
                  <a:pt x="38" y="0"/>
                </a:lnTo>
              </a:path>
            </a:pathLst>
          </a:custGeom>
          <a:solidFill>
            <a:schemeClr val="folHlink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45" name="Freeform 43">
            <a:extLst>
              <a:ext uri="{FF2B5EF4-FFF2-40B4-BE49-F238E27FC236}">
                <a16:creationId xmlns:a16="http://schemas.microsoft.com/office/drawing/2014/main" id="{1EBB7F55-E430-421B-98A6-5B2068FCC61C}"/>
              </a:ext>
            </a:extLst>
          </p:cNvPr>
          <p:cNvSpPr>
            <a:spLocks/>
          </p:cNvSpPr>
          <p:nvPr/>
        </p:nvSpPr>
        <p:spPr bwMode="auto">
          <a:xfrm>
            <a:off x="4638675" y="4233863"/>
            <a:ext cx="757238" cy="917575"/>
          </a:xfrm>
          <a:custGeom>
            <a:avLst/>
            <a:gdLst>
              <a:gd name="T0" fmla="*/ 0 w 477"/>
              <a:gd name="T1" fmla="*/ 0 h 578"/>
              <a:gd name="T2" fmla="*/ 2147483646 w 477"/>
              <a:gd name="T3" fmla="*/ 2147483646 h 578"/>
              <a:gd name="T4" fmla="*/ 0 w 477"/>
              <a:gd name="T5" fmla="*/ 0 h 578"/>
              <a:gd name="T6" fmla="*/ 0 60000 65536"/>
              <a:gd name="T7" fmla="*/ 0 60000 65536"/>
              <a:gd name="T8" fmla="*/ 0 60000 65536"/>
              <a:gd name="T9" fmla="*/ 0 w 477"/>
              <a:gd name="T10" fmla="*/ 0 h 578"/>
              <a:gd name="T11" fmla="*/ 477 w 477"/>
              <a:gd name="T12" fmla="*/ 578 h 5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7" h="578">
                <a:moveTo>
                  <a:pt x="0" y="0"/>
                </a:moveTo>
                <a:lnTo>
                  <a:pt x="476" y="57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6" name="Freeform 44">
            <a:extLst>
              <a:ext uri="{FF2B5EF4-FFF2-40B4-BE49-F238E27FC236}">
                <a16:creationId xmlns:a16="http://schemas.microsoft.com/office/drawing/2014/main" id="{1485AB27-F009-4C9F-8AE4-88BE8512EAC8}"/>
              </a:ext>
            </a:extLst>
          </p:cNvPr>
          <p:cNvSpPr>
            <a:spLocks/>
          </p:cNvSpPr>
          <p:nvPr/>
        </p:nvSpPr>
        <p:spPr bwMode="auto">
          <a:xfrm>
            <a:off x="5291138" y="5033963"/>
            <a:ext cx="104775" cy="117475"/>
          </a:xfrm>
          <a:custGeom>
            <a:avLst/>
            <a:gdLst>
              <a:gd name="T0" fmla="*/ 2147483646 w 66"/>
              <a:gd name="T1" fmla="*/ 0 h 74"/>
              <a:gd name="T2" fmla="*/ 2147483646 w 66"/>
              <a:gd name="T3" fmla="*/ 2147483646 h 74"/>
              <a:gd name="T4" fmla="*/ 0 w 66"/>
              <a:gd name="T5" fmla="*/ 2147483646 h 74"/>
              <a:gd name="T6" fmla="*/ 2147483646 w 66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74"/>
              <a:gd name="T14" fmla="*/ 66 w 66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74">
                <a:moveTo>
                  <a:pt x="29" y="0"/>
                </a:moveTo>
                <a:lnTo>
                  <a:pt x="65" y="73"/>
                </a:lnTo>
                <a:lnTo>
                  <a:pt x="0" y="27"/>
                </a:lnTo>
                <a:lnTo>
                  <a:pt x="29" y="0"/>
                </a:lnTo>
              </a:path>
            </a:pathLst>
          </a:custGeom>
          <a:solidFill>
            <a:schemeClr val="folHlink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47" name="Freeform 45">
            <a:extLst>
              <a:ext uri="{FF2B5EF4-FFF2-40B4-BE49-F238E27FC236}">
                <a16:creationId xmlns:a16="http://schemas.microsoft.com/office/drawing/2014/main" id="{03FDFC64-45C7-4A45-91B0-5FA1B0135D3D}"/>
              </a:ext>
            </a:extLst>
          </p:cNvPr>
          <p:cNvSpPr>
            <a:spLocks/>
          </p:cNvSpPr>
          <p:nvPr/>
        </p:nvSpPr>
        <p:spPr bwMode="auto">
          <a:xfrm>
            <a:off x="3125788" y="4084638"/>
            <a:ext cx="973137" cy="1087437"/>
          </a:xfrm>
          <a:custGeom>
            <a:avLst/>
            <a:gdLst>
              <a:gd name="T0" fmla="*/ 2147483646 w 613"/>
              <a:gd name="T1" fmla="*/ 0 h 685"/>
              <a:gd name="T2" fmla="*/ 0 w 613"/>
              <a:gd name="T3" fmla="*/ 2147483646 h 685"/>
              <a:gd name="T4" fmla="*/ 2147483646 w 613"/>
              <a:gd name="T5" fmla="*/ 0 h 685"/>
              <a:gd name="T6" fmla="*/ 0 60000 65536"/>
              <a:gd name="T7" fmla="*/ 0 60000 65536"/>
              <a:gd name="T8" fmla="*/ 0 60000 65536"/>
              <a:gd name="T9" fmla="*/ 0 w 613"/>
              <a:gd name="T10" fmla="*/ 0 h 685"/>
              <a:gd name="T11" fmla="*/ 613 w 613"/>
              <a:gd name="T12" fmla="*/ 685 h 6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13" h="685">
                <a:moveTo>
                  <a:pt x="612" y="0"/>
                </a:moveTo>
                <a:lnTo>
                  <a:pt x="0" y="684"/>
                </a:lnTo>
                <a:lnTo>
                  <a:pt x="612" y="0"/>
                </a:lnTo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8" name="Freeform 46">
            <a:extLst>
              <a:ext uri="{FF2B5EF4-FFF2-40B4-BE49-F238E27FC236}">
                <a16:creationId xmlns:a16="http://schemas.microsoft.com/office/drawing/2014/main" id="{98743616-5ADE-4635-8825-C53C6985B1E0}"/>
              </a:ext>
            </a:extLst>
          </p:cNvPr>
          <p:cNvSpPr>
            <a:spLocks/>
          </p:cNvSpPr>
          <p:nvPr/>
        </p:nvSpPr>
        <p:spPr bwMode="auto">
          <a:xfrm>
            <a:off x="3125788" y="5056188"/>
            <a:ext cx="106362" cy="115887"/>
          </a:xfrm>
          <a:custGeom>
            <a:avLst/>
            <a:gdLst>
              <a:gd name="T0" fmla="*/ 2147483646 w 67"/>
              <a:gd name="T1" fmla="*/ 2147483646 h 73"/>
              <a:gd name="T2" fmla="*/ 0 w 67"/>
              <a:gd name="T3" fmla="*/ 2147483646 h 73"/>
              <a:gd name="T4" fmla="*/ 2147483646 w 67"/>
              <a:gd name="T5" fmla="*/ 0 h 73"/>
              <a:gd name="T6" fmla="*/ 2147483646 w 67"/>
              <a:gd name="T7" fmla="*/ 2147483646 h 73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73"/>
              <a:gd name="T14" fmla="*/ 67 w 67"/>
              <a:gd name="T15" fmla="*/ 73 h 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73">
                <a:moveTo>
                  <a:pt x="66" y="27"/>
                </a:moveTo>
                <a:lnTo>
                  <a:pt x="0" y="72"/>
                </a:lnTo>
                <a:lnTo>
                  <a:pt x="38" y="0"/>
                </a:lnTo>
                <a:lnTo>
                  <a:pt x="66" y="27"/>
                </a:lnTo>
              </a:path>
            </a:pathLst>
          </a:custGeom>
          <a:solidFill>
            <a:schemeClr val="folHlink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49" name="Rectangle 47">
            <a:extLst>
              <a:ext uri="{FF2B5EF4-FFF2-40B4-BE49-F238E27FC236}">
                <a16:creationId xmlns:a16="http://schemas.microsoft.com/office/drawing/2014/main" id="{25A6C6F0-EA0C-47D9-BE42-7BF1C0CD8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3100" y="5324475"/>
            <a:ext cx="7604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Page 1</a:t>
            </a:r>
          </a:p>
        </p:txBody>
      </p:sp>
      <p:sp>
        <p:nvSpPr>
          <p:cNvPr id="18450" name="Rectangle 48">
            <a:extLst>
              <a:ext uri="{FF2B5EF4-FFF2-40B4-BE49-F238E27FC236}">
                <a16:creationId xmlns:a16="http://schemas.microsoft.com/office/drawing/2014/main" id="{178CF8F0-3961-4F7C-8889-BEC89E9A0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5324475"/>
            <a:ext cx="7604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Page 2</a:t>
            </a:r>
          </a:p>
        </p:txBody>
      </p:sp>
      <p:sp>
        <p:nvSpPr>
          <p:cNvPr id="18451" name="Rectangle 49">
            <a:extLst>
              <a:ext uri="{FF2B5EF4-FFF2-40B4-BE49-F238E27FC236}">
                <a16:creationId xmlns:a16="http://schemas.microsoft.com/office/drawing/2014/main" id="{C2CFC7E0-824B-4D85-905B-B75C79876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9413" y="5324475"/>
            <a:ext cx="790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Page N</a:t>
            </a:r>
          </a:p>
        </p:txBody>
      </p:sp>
      <p:sp>
        <p:nvSpPr>
          <p:cNvPr id="18452" name="Rectangle 50">
            <a:extLst>
              <a:ext uri="{FF2B5EF4-FFF2-40B4-BE49-F238E27FC236}">
                <a16:creationId xmlns:a16="http://schemas.microsoft.com/office/drawing/2014/main" id="{785EA1DA-C8C2-49C4-89C9-5D7A16C78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5324475"/>
            <a:ext cx="7604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Page 3</a:t>
            </a:r>
          </a:p>
        </p:txBody>
      </p:sp>
      <p:sp>
        <p:nvSpPr>
          <p:cNvPr id="18453" name="Rectangle 51">
            <a:extLst>
              <a:ext uri="{FF2B5EF4-FFF2-40B4-BE49-F238E27FC236}">
                <a16:creationId xmlns:a16="http://schemas.microsoft.com/office/drawing/2014/main" id="{EE56D90D-B411-4595-9052-A46DD759B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0213" y="5180013"/>
            <a:ext cx="13001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>
                <a:latin typeface="Arial" panose="020B0604020202020204" pitchFamily="34" charset="0"/>
              </a:rPr>
              <a:t>Fisier Date</a:t>
            </a:r>
          </a:p>
        </p:txBody>
      </p:sp>
      <p:sp>
        <p:nvSpPr>
          <p:cNvPr id="18454" name="Freeform 52">
            <a:extLst>
              <a:ext uri="{FF2B5EF4-FFF2-40B4-BE49-F238E27FC236}">
                <a16:creationId xmlns:a16="http://schemas.microsoft.com/office/drawing/2014/main" id="{531CB69E-5B5C-47B1-A4F3-497CE8D380C1}"/>
              </a:ext>
            </a:extLst>
          </p:cNvPr>
          <p:cNvSpPr>
            <a:spLocks/>
          </p:cNvSpPr>
          <p:nvPr/>
        </p:nvSpPr>
        <p:spPr bwMode="auto">
          <a:xfrm>
            <a:off x="4022725" y="3906838"/>
            <a:ext cx="1049338" cy="400050"/>
          </a:xfrm>
          <a:custGeom>
            <a:avLst/>
            <a:gdLst>
              <a:gd name="T0" fmla="*/ 0 w 661"/>
              <a:gd name="T1" fmla="*/ 2147483646 h 252"/>
              <a:gd name="T2" fmla="*/ 0 w 661"/>
              <a:gd name="T3" fmla="*/ 0 h 252"/>
              <a:gd name="T4" fmla="*/ 2147483646 w 661"/>
              <a:gd name="T5" fmla="*/ 0 h 252"/>
              <a:gd name="T6" fmla="*/ 2147483646 w 661"/>
              <a:gd name="T7" fmla="*/ 2147483646 h 252"/>
              <a:gd name="T8" fmla="*/ 0 w 661"/>
              <a:gd name="T9" fmla="*/ 2147483646 h 2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1"/>
              <a:gd name="T16" fmla="*/ 0 h 252"/>
              <a:gd name="T17" fmla="*/ 661 w 661"/>
              <a:gd name="T18" fmla="*/ 252 h 2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1" h="252">
                <a:moveTo>
                  <a:pt x="0" y="251"/>
                </a:moveTo>
                <a:lnTo>
                  <a:pt x="0" y="0"/>
                </a:lnTo>
                <a:lnTo>
                  <a:pt x="660" y="0"/>
                </a:lnTo>
                <a:lnTo>
                  <a:pt x="660" y="251"/>
                </a:lnTo>
                <a:lnTo>
                  <a:pt x="0" y="251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55" name="Freeform 53">
            <a:extLst>
              <a:ext uri="{FF2B5EF4-FFF2-40B4-BE49-F238E27FC236}">
                <a16:creationId xmlns:a16="http://schemas.microsoft.com/office/drawing/2014/main" id="{8E547D87-E556-4A40-971F-063A27D399DB}"/>
              </a:ext>
            </a:extLst>
          </p:cNvPr>
          <p:cNvSpPr>
            <a:spLocks/>
          </p:cNvSpPr>
          <p:nvPr/>
        </p:nvSpPr>
        <p:spPr bwMode="auto">
          <a:xfrm>
            <a:off x="5207000" y="3906838"/>
            <a:ext cx="1052513" cy="400050"/>
          </a:xfrm>
          <a:custGeom>
            <a:avLst/>
            <a:gdLst>
              <a:gd name="T0" fmla="*/ 0 w 663"/>
              <a:gd name="T1" fmla="*/ 2147483646 h 252"/>
              <a:gd name="T2" fmla="*/ 0 w 663"/>
              <a:gd name="T3" fmla="*/ 0 h 252"/>
              <a:gd name="T4" fmla="*/ 2147483646 w 663"/>
              <a:gd name="T5" fmla="*/ 0 h 252"/>
              <a:gd name="T6" fmla="*/ 2147483646 w 663"/>
              <a:gd name="T7" fmla="*/ 2147483646 h 252"/>
              <a:gd name="T8" fmla="*/ 0 w 663"/>
              <a:gd name="T9" fmla="*/ 2147483646 h 2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3"/>
              <a:gd name="T16" fmla="*/ 0 h 252"/>
              <a:gd name="T17" fmla="*/ 663 w 663"/>
              <a:gd name="T18" fmla="*/ 252 h 2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3" h="252">
                <a:moveTo>
                  <a:pt x="0" y="251"/>
                </a:moveTo>
                <a:lnTo>
                  <a:pt x="0" y="0"/>
                </a:lnTo>
                <a:lnTo>
                  <a:pt x="662" y="0"/>
                </a:lnTo>
                <a:lnTo>
                  <a:pt x="662" y="251"/>
                </a:lnTo>
                <a:lnTo>
                  <a:pt x="0" y="251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56" name="Freeform 54">
            <a:extLst>
              <a:ext uri="{FF2B5EF4-FFF2-40B4-BE49-F238E27FC236}">
                <a16:creationId xmlns:a16="http://schemas.microsoft.com/office/drawing/2014/main" id="{FD450046-8E68-4907-A219-1138AAFDF1B7}"/>
              </a:ext>
            </a:extLst>
          </p:cNvPr>
          <p:cNvSpPr>
            <a:spLocks/>
          </p:cNvSpPr>
          <p:nvPr/>
        </p:nvSpPr>
        <p:spPr bwMode="auto">
          <a:xfrm>
            <a:off x="6919913" y="3906838"/>
            <a:ext cx="1050925" cy="400050"/>
          </a:xfrm>
          <a:custGeom>
            <a:avLst/>
            <a:gdLst>
              <a:gd name="T0" fmla="*/ 0 w 662"/>
              <a:gd name="T1" fmla="*/ 2147483646 h 252"/>
              <a:gd name="T2" fmla="*/ 0 w 662"/>
              <a:gd name="T3" fmla="*/ 0 h 252"/>
              <a:gd name="T4" fmla="*/ 2147483646 w 662"/>
              <a:gd name="T5" fmla="*/ 0 h 252"/>
              <a:gd name="T6" fmla="*/ 2147483646 w 662"/>
              <a:gd name="T7" fmla="*/ 2147483646 h 252"/>
              <a:gd name="T8" fmla="*/ 0 w 662"/>
              <a:gd name="T9" fmla="*/ 2147483646 h 2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62"/>
              <a:gd name="T16" fmla="*/ 0 h 252"/>
              <a:gd name="T17" fmla="*/ 662 w 662"/>
              <a:gd name="T18" fmla="*/ 252 h 2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62" h="252">
                <a:moveTo>
                  <a:pt x="0" y="251"/>
                </a:moveTo>
                <a:lnTo>
                  <a:pt x="0" y="0"/>
                </a:lnTo>
                <a:lnTo>
                  <a:pt x="661" y="0"/>
                </a:lnTo>
                <a:lnTo>
                  <a:pt x="661" y="251"/>
                </a:lnTo>
                <a:lnTo>
                  <a:pt x="0" y="251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8457" name="Freeform 55">
            <a:extLst>
              <a:ext uri="{FF2B5EF4-FFF2-40B4-BE49-F238E27FC236}">
                <a16:creationId xmlns:a16="http://schemas.microsoft.com/office/drawing/2014/main" id="{23A4231A-8450-4CF2-80C3-AED77B9C6A3F}"/>
              </a:ext>
            </a:extLst>
          </p:cNvPr>
          <p:cNvSpPr>
            <a:spLocks/>
          </p:cNvSpPr>
          <p:nvPr/>
        </p:nvSpPr>
        <p:spPr bwMode="auto">
          <a:xfrm>
            <a:off x="3946525" y="3810000"/>
            <a:ext cx="4068763" cy="574675"/>
          </a:xfrm>
          <a:custGeom>
            <a:avLst/>
            <a:gdLst>
              <a:gd name="T0" fmla="*/ 0 w 2563"/>
              <a:gd name="T1" fmla="*/ 2147483646 h 362"/>
              <a:gd name="T2" fmla="*/ 0 w 2563"/>
              <a:gd name="T3" fmla="*/ 0 h 362"/>
              <a:gd name="T4" fmla="*/ 2147483646 w 2563"/>
              <a:gd name="T5" fmla="*/ 0 h 362"/>
              <a:gd name="T6" fmla="*/ 2147483646 w 2563"/>
              <a:gd name="T7" fmla="*/ 2147483646 h 362"/>
              <a:gd name="T8" fmla="*/ 0 w 2563"/>
              <a:gd name="T9" fmla="*/ 2147483646 h 3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563"/>
              <a:gd name="T16" fmla="*/ 0 h 362"/>
              <a:gd name="T17" fmla="*/ 2563 w 2563"/>
              <a:gd name="T18" fmla="*/ 362 h 3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563" h="362">
                <a:moveTo>
                  <a:pt x="0" y="361"/>
                </a:moveTo>
                <a:lnTo>
                  <a:pt x="0" y="0"/>
                </a:lnTo>
                <a:lnTo>
                  <a:pt x="2562" y="0"/>
                </a:lnTo>
                <a:lnTo>
                  <a:pt x="2562" y="361"/>
                </a:lnTo>
                <a:lnTo>
                  <a:pt x="0" y="361"/>
                </a:lnTo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58" name="Rectangle 56">
            <a:extLst>
              <a:ext uri="{FF2B5EF4-FFF2-40B4-BE49-F238E27FC236}">
                <a16:creationId xmlns:a16="http://schemas.microsoft.com/office/drawing/2014/main" id="{B80B19C0-6FA5-4BF7-88D4-0BFACBF98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3888" y="3933825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chemeClr val="folHlink"/>
                </a:solidFill>
                <a:latin typeface="Arial" panose="020B0604020202020204" pitchFamily="34" charset="0"/>
              </a:rPr>
              <a:t>k2</a:t>
            </a:r>
          </a:p>
        </p:txBody>
      </p:sp>
      <p:sp>
        <p:nvSpPr>
          <p:cNvPr id="18459" name="Rectangle 57">
            <a:extLst>
              <a:ext uri="{FF2B5EF4-FFF2-40B4-BE49-F238E27FC236}">
                <a16:creationId xmlns:a16="http://schemas.microsoft.com/office/drawing/2014/main" id="{E1892444-3BAC-4543-BD4E-255A1BC7C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900" y="3956050"/>
            <a:ext cx="412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chemeClr val="folHlink"/>
                </a:solidFill>
                <a:latin typeface="Arial" panose="020B0604020202020204" pitchFamily="34" charset="0"/>
              </a:rPr>
              <a:t>kN</a:t>
            </a:r>
          </a:p>
        </p:txBody>
      </p:sp>
      <p:sp>
        <p:nvSpPr>
          <p:cNvPr id="18460" name="Rectangle 58">
            <a:extLst>
              <a:ext uri="{FF2B5EF4-FFF2-40B4-BE49-F238E27FC236}">
                <a16:creationId xmlns:a16="http://schemas.microsoft.com/office/drawing/2014/main" id="{7008DE35-C3CF-48FB-8181-13F4DD408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33850" y="3937000"/>
            <a:ext cx="381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solidFill>
                  <a:schemeClr val="folHlink"/>
                </a:solidFill>
                <a:latin typeface="Arial" panose="020B0604020202020204" pitchFamily="34" charset="0"/>
              </a:rPr>
              <a:t>k1</a:t>
            </a:r>
          </a:p>
        </p:txBody>
      </p:sp>
      <p:sp>
        <p:nvSpPr>
          <p:cNvPr id="18461" name="Rectangle 59">
            <a:extLst>
              <a:ext uri="{FF2B5EF4-FFF2-40B4-BE49-F238E27FC236}">
                <a16:creationId xmlns:a16="http://schemas.microsoft.com/office/drawing/2014/main" id="{C499E4EF-D483-40DC-8F4C-FA4F78C15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4175" y="3813175"/>
            <a:ext cx="1398588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>
                <a:solidFill>
                  <a:schemeClr val="folHlink"/>
                </a:solidFill>
                <a:latin typeface="Arial" panose="020B0604020202020204" pitchFamily="34" charset="0"/>
              </a:rPr>
              <a:t>Fisier Index</a:t>
            </a:r>
          </a:p>
        </p:txBody>
      </p:sp>
      <p:sp>
        <p:nvSpPr>
          <p:cNvPr id="18462" name="Rectangle 60">
            <a:extLst>
              <a:ext uri="{FF2B5EF4-FFF2-40B4-BE49-F238E27FC236}">
                <a16:creationId xmlns:a16="http://schemas.microsoft.com/office/drawing/2014/main" id="{D62BCDC8-6749-411E-9272-045D621F3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8300" y="6162675"/>
            <a:ext cx="744855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/>
              <a:buChar char="*"/>
            </a:pPr>
            <a:r>
              <a:rPr lang="en-US" altLang="en-US" sz="2400">
                <a:solidFill>
                  <a:schemeClr val="folHlink"/>
                </a:solidFill>
              </a:rPr>
              <a:t> </a:t>
            </a:r>
            <a:r>
              <a:rPr lang="en-US" altLang="en-US" sz="2400" i="1">
                <a:solidFill>
                  <a:schemeClr val="folHlink"/>
                </a:solidFill>
              </a:rPr>
              <a:t>Cautarea binar</a:t>
            </a:r>
            <a:r>
              <a:rPr lang="ro-RO" altLang="en-US" sz="2400" i="1">
                <a:solidFill>
                  <a:schemeClr val="folHlink"/>
                </a:solidFill>
              </a:rPr>
              <a:t>ă</a:t>
            </a:r>
            <a:r>
              <a:rPr lang="en-US" altLang="en-US" sz="2400" i="1">
                <a:solidFill>
                  <a:schemeClr val="folHlink"/>
                </a:solidFill>
              </a:rPr>
              <a:t> se realizeaza </a:t>
            </a:r>
            <a:r>
              <a:rPr lang="ro-RO" altLang="en-US" sz="2400" i="1">
                <a:solidFill>
                  <a:schemeClr val="folHlink"/>
                </a:solidFill>
              </a:rPr>
              <a:t>pe </a:t>
            </a:r>
            <a:r>
              <a:rPr lang="en-US" altLang="en-US" sz="2400" i="1">
                <a:solidFill>
                  <a:schemeClr val="folHlink"/>
                </a:solidFill>
              </a:rPr>
              <a:t>fisier</a:t>
            </a:r>
            <a:r>
              <a:rPr lang="ro-RO" altLang="en-US" sz="2400" i="1">
                <a:solidFill>
                  <a:schemeClr val="folHlink"/>
                </a:solidFill>
              </a:rPr>
              <a:t>ul</a:t>
            </a:r>
            <a:r>
              <a:rPr lang="en-US" altLang="en-US" sz="2400" i="1">
                <a:solidFill>
                  <a:schemeClr val="folHlink"/>
                </a:solidFill>
              </a:rPr>
              <a:t> index (mai mic)!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A5C2C99-D573-4A55-ADB9-41FCBBBD5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" y="188913"/>
            <a:ext cx="104108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/>
              <a:t>ISAM</a:t>
            </a:r>
            <a:r>
              <a:rPr lang="ro-RO" altLang="en-US" sz="4000"/>
              <a:t> </a:t>
            </a:r>
            <a:r>
              <a:rPr lang="ro-RO" altLang="en-US" sz="3600"/>
              <a:t>(</a:t>
            </a:r>
            <a:r>
              <a:rPr lang="ro-RO" altLang="en-US" sz="3600" i="1"/>
              <a:t>Indexed Sequential Access Method</a:t>
            </a:r>
            <a:r>
              <a:rPr lang="ro-RO" altLang="en-US" sz="3600"/>
              <a:t>)</a:t>
            </a:r>
            <a:endParaRPr lang="en-US" altLang="en-US" sz="4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B8467C-4673-4A3A-BB7C-A99A6043B8FC}"/>
              </a:ext>
            </a:extLst>
          </p:cNvPr>
          <p:cNvSpPr txBox="1">
            <a:spLocks noChangeArrowheads="1"/>
          </p:cNvSpPr>
          <p:nvPr/>
        </p:nvSpPr>
        <p:spPr>
          <a:xfrm>
            <a:off x="2820988" y="2628900"/>
            <a:ext cx="8990012" cy="990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Fisierul</a:t>
            </a:r>
            <a:r>
              <a:rPr lang="en-US" altLang="en-US" sz="2400" kern="0" dirty="0"/>
              <a:t> index </a:t>
            </a:r>
            <a:r>
              <a:rPr lang="en-US" altLang="en-US" sz="2400" kern="0" dirty="0" err="1"/>
              <a:t>poate</a:t>
            </a:r>
            <a:r>
              <a:rPr lang="en-US" altLang="en-US" sz="2400" kern="0" dirty="0"/>
              <a:t> fi mare, </a:t>
            </a:r>
            <a:r>
              <a:rPr lang="en-US" altLang="en-US" sz="2400" kern="0" dirty="0" err="1"/>
              <a:t>dar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aceeași </a:t>
            </a:r>
            <a:r>
              <a:rPr lang="en-US" altLang="en-US" sz="2400" kern="0" dirty="0" err="1"/>
              <a:t>idee</a:t>
            </a:r>
            <a:br>
              <a:rPr lang="ro-RO" altLang="en-US" sz="2400" kern="0" dirty="0"/>
            </a:br>
            <a:r>
              <a:rPr lang="en-US" altLang="en-US" sz="2400" kern="0" dirty="0"/>
              <a:t> se </a:t>
            </a:r>
            <a:r>
              <a:rPr lang="en-US" altLang="en-US" sz="2400" kern="0" dirty="0" err="1"/>
              <a:t>poate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aplica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repetitiv</a:t>
            </a:r>
            <a:endParaRPr lang="en-US" altLang="en-US" sz="2400" kern="0" dirty="0"/>
          </a:p>
        </p:txBody>
      </p:sp>
      <p:sp>
        <p:nvSpPr>
          <p:cNvPr id="19460" name="Freeform 4">
            <a:extLst>
              <a:ext uri="{FF2B5EF4-FFF2-40B4-BE49-F238E27FC236}">
                <a16:creationId xmlns:a16="http://schemas.microsoft.com/office/drawing/2014/main" id="{141BC9ED-BEAE-478F-8588-6B90653B2615}"/>
              </a:ext>
            </a:extLst>
          </p:cNvPr>
          <p:cNvSpPr>
            <a:spLocks/>
          </p:cNvSpPr>
          <p:nvPr/>
        </p:nvSpPr>
        <p:spPr bwMode="auto">
          <a:xfrm>
            <a:off x="3278188" y="1524000"/>
            <a:ext cx="6157912" cy="769938"/>
          </a:xfrm>
          <a:custGeom>
            <a:avLst/>
            <a:gdLst>
              <a:gd name="T0" fmla="*/ 0 w 4038"/>
              <a:gd name="T1" fmla="*/ 2147483646 h 551"/>
              <a:gd name="T2" fmla="*/ 0 w 4038"/>
              <a:gd name="T3" fmla="*/ 0 h 551"/>
              <a:gd name="T4" fmla="*/ 2147483646 w 4038"/>
              <a:gd name="T5" fmla="*/ 0 h 551"/>
              <a:gd name="T6" fmla="*/ 2147483646 w 4038"/>
              <a:gd name="T7" fmla="*/ 2147483646 h 551"/>
              <a:gd name="T8" fmla="*/ 0 w 4038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38"/>
              <a:gd name="T16" fmla="*/ 0 h 551"/>
              <a:gd name="T17" fmla="*/ 4038 w 4038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38" h="551">
                <a:moveTo>
                  <a:pt x="0" y="550"/>
                </a:moveTo>
                <a:lnTo>
                  <a:pt x="0" y="0"/>
                </a:lnTo>
                <a:lnTo>
                  <a:pt x="4037" y="0"/>
                </a:lnTo>
                <a:lnTo>
                  <a:pt x="4037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61" name="Freeform 5">
            <a:extLst>
              <a:ext uri="{FF2B5EF4-FFF2-40B4-BE49-F238E27FC236}">
                <a16:creationId xmlns:a16="http://schemas.microsoft.com/office/drawing/2014/main" id="{5CB0E1A6-858B-4619-AF83-0F1A4C8347B3}"/>
              </a:ext>
            </a:extLst>
          </p:cNvPr>
          <p:cNvSpPr>
            <a:spLocks/>
          </p:cNvSpPr>
          <p:nvPr/>
        </p:nvSpPr>
        <p:spPr bwMode="auto">
          <a:xfrm>
            <a:off x="3768725" y="1524000"/>
            <a:ext cx="623888" cy="769938"/>
          </a:xfrm>
          <a:custGeom>
            <a:avLst/>
            <a:gdLst>
              <a:gd name="T0" fmla="*/ 0 w 409"/>
              <a:gd name="T1" fmla="*/ 2147483646 h 551"/>
              <a:gd name="T2" fmla="*/ 0 w 409"/>
              <a:gd name="T3" fmla="*/ 0 h 551"/>
              <a:gd name="T4" fmla="*/ 2147483646 w 409"/>
              <a:gd name="T5" fmla="*/ 0 h 551"/>
              <a:gd name="T6" fmla="*/ 2147483646 w 409"/>
              <a:gd name="T7" fmla="*/ 2147483646 h 551"/>
              <a:gd name="T8" fmla="*/ 0 w 409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9"/>
              <a:gd name="T16" fmla="*/ 0 h 551"/>
              <a:gd name="T17" fmla="*/ 409 w 409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9" h="551">
                <a:moveTo>
                  <a:pt x="0" y="550"/>
                </a:moveTo>
                <a:lnTo>
                  <a:pt x="0" y="0"/>
                </a:lnTo>
                <a:lnTo>
                  <a:pt x="408" y="0"/>
                </a:lnTo>
                <a:lnTo>
                  <a:pt x="408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62" name="Freeform 6">
            <a:extLst>
              <a:ext uri="{FF2B5EF4-FFF2-40B4-BE49-F238E27FC236}">
                <a16:creationId xmlns:a16="http://schemas.microsoft.com/office/drawing/2014/main" id="{884840F8-C6EF-43E4-9D05-92B6D9CA35E4}"/>
              </a:ext>
            </a:extLst>
          </p:cNvPr>
          <p:cNvSpPr>
            <a:spLocks/>
          </p:cNvSpPr>
          <p:nvPr/>
        </p:nvSpPr>
        <p:spPr bwMode="auto">
          <a:xfrm>
            <a:off x="4862513" y="1524000"/>
            <a:ext cx="638175" cy="769938"/>
          </a:xfrm>
          <a:custGeom>
            <a:avLst/>
            <a:gdLst>
              <a:gd name="T0" fmla="*/ 0 w 418"/>
              <a:gd name="T1" fmla="*/ 2147483646 h 551"/>
              <a:gd name="T2" fmla="*/ 0 w 418"/>
              <a:gd name="T3" fmla="*/ 0 h 551"/>
              <a:gd name="T4" fmla="*/ 2147483646 w 418"/>
              <a:gd name="T5" fmla="*/ 0 h 551"/>
              <a:gd name="T6" fmla="*/ 2147483646 w 418"/>
              <a:gd name="T7" fmla="*/ 2147483646 h 551"/>
              <a:gd name="T8" fmla="*/ 0 w 418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8"/>
              <a:gd name="T16" fmla="*/ 0 h 551"/>
              <a:gd name="T17" fmla="*/ 418 w 418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8" h="551">
                <a:moveTo>
                  <a:pt x="0" y="550"/>
                </a:moveTo>
                <a:lnTo>
                  <a:pt x="0" y="0"/>
                </a:lnTo>
                <a:lnTo>
                  <a:pt x="417" y="0"/>
                </a:lnTo>
                <a:lnTo>
                  <a:pt x="417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63" name="Freeform 7">
            <a:extLst>
              <a:ext uri="{FF2B5EF4-FFF2-40B4-BE49-F238E27FC236}">
                <a16:creationId xmlns:a16="http://schemas.microsoft.com/office/drawing/2014/main" id="{0D11C63B-EDB1-4E37-9AE5-8F4F1ABEB808}"/>
              </a:ext>
            </a:extLst>
          </p:cNvPr>
          <p:cNvSpPr>
            <a:spLocks/>
          </p:cNvSpPr>
          <p:nvPr/>
        </p:nvSpPr>
        <p:spPr bwMode="auto">
          <a:xfrm>
            <a:off x="6754813" y="1982788"/>
            <a:ext cx="76200" cy="60325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0 h 43"/>
              <a:gd name="T4" fmla="*/ 0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"/>
              <a:gd name="T16" fmla="*/ 0 h 43"/>
              <a:gd name="T17" fmla="*/ 50 w 50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" h="43">
                <a:moveTo>
                  <a:pt x="49" y="21"/>
                </a:moveTo>
                <a:lnTo>
                  <a:pt x="25" y="0"/>
                </a:lnTo>
                <a:lnTo>
                  <a:pt x="0" y="21"/>
                </a:lnTo>
                <a:lnTo>
                  <a:pt x="25" y="42"/>
                </a:lnTo>
                <a:lnTo>
                  <a:pt x="49" y="2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4" name="Freeform 8">
            <a:extLst>
              <a:ext uri="{FF2B5EF4-FFF2-40B4-BE49-F238E27FC236}">
                <a16:creationId xmlns:a16="http://schemas.microsoft.com/office/drawing/2014/main" id="{00F7E68B-FCCE-4418-9126-1E2738426834}"/>
              </a:ext>
            </a:extLst>
          </p:cNvPr>
          <p:cNvSpPr>
            <a:spLocks/>
          </p:cNvSpPr>
          <p:nvPr/>
        </p:nvSpPr>
        <p:spPr bwMode="auto">
          <a:xfrm>
            <a:off x="7085013" y="1982788"/>
            <a:ext cx="73025" cy="60325"/>
          </a:xfrm>
          <a:custGeom>
            <a:avLst/>
            <a:gdLst>
              <a:gd name="T0" fmla="*/ 2147483646 w 47"/>
              <a:gd name="T1" fmla="*/ 2147483646 h 43"/>
              <a:gd name="T2" fmla="*/ 2147483646 w 47"/>
              <a:gd name="T3" fmla="*/ 0 h 43"/>
              <a:gd name="T4" fmla="*/ 0 w 47"/>
              <a:gd name="T5" fmla="*/ 2147483646 h 43"/>
              <a:gd name="T6" fmla="*/ 2147483646 w 47"/>
              <a:gd name="T7" fmla="*/ 2147483646 h 43"/>
              <a:gd name="T8" fmla="*/ 2147483646 w 47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43"/>
              <a:gd name="T17" fmla="*/ 47 w 47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43">
                <a:moveTo>
                  <a:pt x="46" y="21"/>
                </a:moveTo>
                <a:lnTo>
                  <a:pt x="22" y="0"/>
                </a:lnTo>
                <a:lnTo>
                  <a:pt x="0" y="21"/>
                </a:lnTo>
                <a:lnTo>
                  <a:pt x="22" y="42"/>
                </a:lnTo>
                <a:lnTo>
                  <a:pt x="46" y="2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5" name="Freeform 9">
            <a:extLst>
              <a:ext uri="{FF2B5EF4-FFF2-40B4-BE49-F238E27FC236}">
                <a16:creationId xmlns:a16="http://schemas.microsoft.com/office/drawing/2014/main" id="{A551A3AE-B9A7-4700-A9DC-7D85213BEC66}"/>
              </a:ext>
            </a:extLst>
          </p:cNvPr>
          <p:cNvSpPr>
            <a:spLocks/>
          </p:cNvSpPr>
          <p:nvPr/>
        </p:nvSpPr>
        <p:spPr bwMode="auto">
          <a:xfrm>
            <a:off x="7408863" y="1982788"/>
            <a:ext cx="74612" cy="60325"/>
          </a:xfrm>
          <a:custGeom>
            <a:avLst/>
            <a:gdLst>
              <a:gd name="T0" fmla="*/ 2147483646 w 49"/>
              <a:gd name="T1" fmla="*/ 2147483646 h 43"/>
              <a:gd name="T2" fmla="*/ 2147483646 w 49"/>
              <a:gd name="T3" fmla="*/ 0 h 43"/>
              <a:gd name="T4" fmla="*/ 0 w 49"/>
              <a:gd name="T5" fmla="*/ 2147483646 h 43"/>
              <a:gd name="T6" fmla="*/ 2147483646 w 49"/>
              <a:gd name="T7" fmla="*/ 2147483646 h 43"/>
              <a:gd name="T8" fmla="*/ 2147483646 w 49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3"/>
              <a:gd name="T17" fmla="*/ 49 w 49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3">
                <a:moveTo>
                  <a:pt x="48" y="21"/>
                </a:moveTo>
                <a:lnTo>
                  <a:pt x="24" y="0"/>
                </a:lnTo>
                <a:lnTo>
                  <a:pt x="0" y="21"/>
                </a:lnTo>
                <a:lnTo>
                  <a:pt x="24" y="42"/>
                </a:lnTo>
                <a:lnTo>
                  <a:pt x="48" y="21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6" name="Freeform 10">
            <a:extLst>
              <a:ext uri="{FF2B5EF4-FFF2-40B4-BE49-F238E27FC236}">
                <a16:creationId xmlns:a16="http://schemas.microsoft.com/office/drawing/2014/main" id="{F812015F-BEA1-4F97-9A5F-42B48B64A491}"/>
              </a:ext>
            </a:extLst>
          </p:cNvPr>
          <p:cNvSpPr>
            <a:spLocks/>
          </p:cNvSpPr>
          <p:nvPr/>
        </p:nvSpPr>
        <p:spPr bwMode="auto">
          <a:xfrm>
            <a:off x="8320088" y="1524000"/>
            <a:ext cx="639762" cy="769938"/>
          </a:xfrm>
          <a:custGeom>
            <a:avLst/>
            <a:gdLst>
              <a:gd name="T0" fmla="*/ 0 w 420"/>
              <a:gd name="T1" fmla="*/ 2147483646 h 551"/>
              <a:gd name="T2" fmla="*/ 0 w 420"/>
              <a:gd name="T3" fmla="*/ 0 h 551"/>
              <a:gd name="T4" fmla="*/ 2147483646 w 420"/>
              <a:gd name="T5" fmla="*/ 0 h 551"/>
              <a:gd name="T6" fmla="*/ 2147483646 w 420"/>
              <a:gd name="T7" fmla="*/ 2147483646 h 551"/>
              <a:gd name="T8" fmla="*/ 0 w 420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0"/>
              <a:gd name="T16" fmla="*/ 0 h 551"/>
              <a:gd name="T17" fmla="*/ 420 w 420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0" h="551">
                <a:moveTo>
                  <a:pt x="0" y="550"/>
                </a:moveTo>
                <a:lnTo>
                  <a:pt x="0" y="0"/>
                </a:lnTo>
                <a:lnTo>
                  <a:pt x="419" y="0"/>
                </a:lnTo>
                <a:lnTo>
                  <a:pt x="419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67" name="Freeform 11">
            <a:extLst>
              <a:ext uri="{FF2B5EF4-FFF2-40B4-BE49-F238E27FC236}">
                <a16:creationId xmlns:a16="http://schemas.microsoft.com/office/drawing/2014/main" id="{67D3EF74-0C36-468E-A2A8-E3421EC313D6}"/>
              </a:ext>
            </a:extLst>
          </p:cNvPr>
          <p:cNvSpPr>
            <a:spLocks/>
          </p:cNvSpPr>
          <p:nvPr/>
        </p:nvSpPr>
        <p:spPr bwMode="auto">
          <a:xfrm>
            <a:off x="5499100" y="1524000"/>
            <a:ext cx="474663" cy="769938"/>
          </a:xfrm>
          <a:custGeom>
            <a:avLst/>
            <a:gdLst>
              <a:gd name="T0" fmla="*/ 0 w 312"/>
              <a:gd name="T1" fmla="*/ 2147483646 h 551"/>
              <a:gd name="T2" fmla="*/ 0 w 312"/>
              <a:gd name="T3" fmla="*/ 0 h 551"/>
              <a:gd name="T4" fmla="*/ 2147483646 w 312"/>
              <a:gd name="T5" fmla="*/ 0 h 551"/>
              <a:gd name="T6" fmla="*/ 2147483646 w 312"/>
              <a:gd name="T7" fmla="*/ 2147483646 h 551"/>
              <a:gd name="T8" fmla="*/ 0 w 312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2"/>
              <a:gd name="T16" fmla="*/ 0 h 551"/>
              <a:gd name="T17" fmla="*/ 312 w 312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2" h="551">
                <a:moveTo>
                  <a:pt x="0" y="550"/>
                </a:moveTo>
                <a:lnTo>
                  <a:pt x="0" y="0"/>
                </a:lnTo>
                <a:lnTo>
                  <a:pt x="311" y="0"/>
                </a:lnTo>
                <a:lnTo>
                  <a:pt x="311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68" name="Freeform 12">
            <a:extLst>
              <a:ext uri="{FF2B5EF4-FFF2-40B4-BE49-F238E27FC236}">
                <a16:creationId xmlns:a16="http://schemas.microsoft.com/office/drawing/2014/main" id="{4AD1B8D0-4F73-4C28-B08A-5D645A3DE0F3}"/>
              </a:ext>
            </a:extLst>
          </p:cNvPr>
          <p:cNvSpPr>
            <a:spLocks/>
          </p:cNvSpPr>
          <p:nvPr/>
        </p:nvSpPr>
        <p:spPr bwMode="auto">
          <a:xfrm>
            <a:off x="3441700" y="2043113"/>
            <a:ext cx="1588" cy="639762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69" name="Freeform 13">
            <a:extLst>
              <a:ext uri="{FF2B5EF4-FFF2-40B4-BE49-F238E27FC236}">
                <a16:creationId xmlns:a16="http://schemas.microsoft.com/office/drawing/2014/main" id="{03B0E6D4-EDE4-4233-921F-1589E1E0D8F0}"/>
              </a:ext>
            </a:extLst>
          </p:cNvPr>
          <p:cNvSpPr>
            <a:spLocks/>
          </p:cNvSpPr>
          <p:nvPr/>
        </p:nvSpPr>
        <p:spPr bwMode="auto">
          <a:xfrm>
            <a:off x="3405188" y="2562225"/>
            <a:ext cx="74612" cy="120650"/>
          </a:xfrm>
          <a:custGeom>
            <a:avLst/>
            <a:gdLst>
              <a:gd name="T0" fmla="*/ 2147483646 w 49"/>
              <a:gd name="T1" fmla="*/ 0 h 86"/>
              <a:gd name="T2" fmla="*/ 2147483646 w 49"/>
              <a:gd name="T3" fmla="*/ 2147483646 h 86"/>
              <a:gd name="T4" fmla="*/ 0 w 49"/>
              <a:gd name="T5" fmla="*/ 0 h 86"/>
              <a:gd name="T6" fmla="*/ 2147483646 w 49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6"/>
              <a:gd name="T14" fmla="*/ 49 w 49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6">
                <a:moveTo>
                  <a:pt x="48" y="0"/>
                </a:moveTo>
                <a:lnTo>
                  <a:pt x="25" y="85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0" name="Freeform 14">
            <a:extLst>
              <a:ext uri="{FF2B5EF4-FFF2-40B4-BE49-F238E27FC236}">
                <a16:creationId xmlns:a16="http://schemas.microsoft.com/office/drawing/2014/main" id="{A4E890D0-C309-476D-9BA3-3DB0DE1754AE}"/>
              </a:ext>
            </a:extLst>
          </p:cNvPr>
          <p:cNvSpPr>
            <a:spLocks/>
          </p:cNvSpPr>
          <p:nvPr/>
        </p:nvSpPr>
        <p:spPr bwMode="auto">
          <a:xfrm>
            <a:off x="4533900" y="2043113"/>
            <a:ext cx="1588" cy="639762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1" name="Freeform 15">
            <a:extLst>
              <a:ext uri="{FF2B5EF4-FFF2-40B4-BE49-F238E27FC236}">
                <a16:creationId xmlns:a16="http://schemas.microsoft.com/office/drawing/2014/main" id="{BC968A23-0B5E-4F4A-9A32-4DED6A5C6835}"/>
              </a:ext>
            </a:extLst>
          </p:cNvPr>
          <p:cNvSpPr>
            <a:spLocks/>
          </p:cNvSpPr>
          <p:nvPr/>
        </p:nvSpPr>
        <p:spPr bwMode="auto">
          <a:xfrm>
            <a:off x="4498975" y="2562225"/>
            <a:ext cx="74613" cy="120650"/>
          </a:xfrm>
          <a:custGeom>
            <a:avLst/>
            <a:gdLst>
              <a:gd name="T0" fmla="*/ 2147483646 w 49"/>
              <a:gd name="T1" fmla="*/ 0 h 86"/>
              <a:gd name="T2" fmla="*/ 2147483646 w 49"/>
              <a:gd name="T3" fmla="*/ 2147483646 h 86"/>
              <a:gd name="T4" fmla="*/ 0 w 49"/>
              <a:gd name="T5" fmla="*/ 0 h 86"/>
              <a:gd name="T6" fmla="*/ 2147483646 w 49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6"/>
              <a:gd name="T14" fmla="*/ 49 w 49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6">
                <a:moveTo>
                  <a:pt x="48" y="0"/>
                </a:moveTo>
                <a:lnTo>
                  <a:pt x="24" y="85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2" name="Freeform 16">
            <a:extLst>
              <a:ext uri="{FF2B5EF4-FFF2-40B4-BE49-F238E27FC236}">
                <a16:creationId xmlns:a16="http://schemas.microsoft.com/office/drawing/2014/main" id="{D528B7F9-BB42-4952-A314-ED75C824537C}"/>
              </a:ext>
            </a:extLst>
          </p:cNvPr>
          <p:cNvSpPr>
            <a:spLocks/>
          </p:cNvSpPr>
          <p:nvPr/>
        </p:nvSpPr>
        <p:spPr bwMode="auto">
          <a:xfrm>
            <a:off x="5643563" y="2043113"/>
            <a:ext cx="1587" cy="639762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3" name="Freeform 17">
            <a:extLst>
              <a:ext uri="{FF2B5EF4-FFF2-40B4-BE49-F238E27FC236}">
                <a16:creationId xmlns:a16="http://schemas.microsoft.com/office/drawing/2014/main" id="{C885F7B6-0B36-4357-887D-72FF0905263A}"/>
              </a:ext>
            </a:extLst>
          </p:cNvPr>
          <p:cNvSpPr>
            <a:spLocks/>
          </p:cNvSpPr>
          <p:nvPr/>
        </p:nvSpPr>
        <p:spPr bwMode="auto">
          <a:xfrm>
            <a:off x="5607050" y="2562225"/>
            <a:ext cx="76200" cy="120650"/>
          </a:xfrm>
          <a:custGeom>
            <a:avLst/>
            <a:gdLst>
              <a:gd name="T0" fmla="*/ 2147483646 w 50"/>
              <a:gd name="T1" fmla="*/ 0 h 86"/>
              <a:gd name="T2" fmla="*/ 2147483646 w 50"/>
              <a:gd name="T3" fmla="*/ 2147483646 h 86"/>
              <a:gd name="T4" fmla="*/ 0 w 50"/>
              <a:gd name="T5" fmla="*/ 0 h 86"/>
              <a:gd name="T6" fmla="*/ 2147483646 w 50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50"/>
              <a:gd name="T13" fmla="*/ 0 h 86"/>
              <a:gd name="T14" fmla="*/ 50 w 50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" h="86">
                <a:moveTo>
                  <a:pt x="49" y="0"/>
                </a:moveTo>
                <a:lnTo>
                  <a:pt x="25" y="85"/>
                </a:lnTo>
                <a:lnTo>
                  <a:pt x="0" y="0"/>
                </a:lnTo>
                <a:lnTo>
                  <a:pt x="49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4" name="Freeform 18">
            <a:extLst>
              <a:ext uri="{FF2B5EF4-FFF2-40B4-BE49-F238E27FC236}">
                <a16:creationId xmlns:a16="http://schemas.microsoft.com/office/drawing/2014/main" id="{99EBBCD6-6468-422C-8352-217FCD16F484}"/>
              </a:ext>
            </a:extLst>
          </p:cNvPr>
          <p:cNvSpPr>
            <a:spLocks/>
          </p:cNvSpPr>
          <p:nvPr/>
        </p:nvSpPr>
        <p:spPr bwMode="auto">
          <a:xfrm>
            <a:off x="9102725" y="2043113"/>
            <a:ext cx="1588" cy="639762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475" name="Freeform 19">
            <a:extLst>
              <a:ext uri="{FF2B5EF4-FFF2-40B4-BE49-F238E27FC236}">
                <a16:creationId xmlns:a16="http://schemas.microsoft.com/office/drawing/2014/main" id="{CC5FF920-1D5F-4578-9249-2A073BEE68DA}"/>
              </a:ext>
            </a:extLst>
          </p:cNvPr>
          <p:cNvSpPr>
            <a:spLocks/>
          </p:cNvSpPr>
          <p:nvPr/>
        </p:nvSpPr>
        <p:spPr bwMode="auto">
          <a:xfrm>
            <a:off x="9066213" y="2562225"/>
            <a:ext cx="73025" cy="120650"/>
          </a:xfrm>
          <a:custGeom>
            <a:avLst/>
            <a:gdLst>
              <a:gd name="T0" fmla="*/ 2147483646 w 48"/>
              <a:gd name="T1" fmla="*/ 0 h 86"/>
              <a:gd name="T2" fmla="*/ 2147483646 w 48"/>
              <a:gd name="T3" fmla="*/ 2147483646 h 86"/>
              <a:gd name="T4" fmla="*/ 0 w 48"/>
              <a:gd name="T5" fmla="*/ 0 h 86"/>
              <a:gd name="T6" fmla="*/ 2147483646 w 48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8"/>
              <a:gd name="T13" fmla="*/ 0 h 86"/>
              <a:gd name="T14" fmla="*/ 48 w 48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" h="86">
                <a:moveTo>
                  <a:pt x="47" y="0"/>
                </a:moveTo>
                <a:lnTo>
                  <a:pt x="23" y="85"/>
                </a:lnTo>
                <a:lnTo>
                  <a:pt x="0" y="0"/>
                </a:lnTo>
                <a:lnTo>
                  <a:pt x="47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6" name="Freeform 20">
            <a:extLst>
              <a:ext uri="{FF2B5EF4-FFF2-40B4-BE49-F238E27FC236}">
                <a16:creationId xmlns:a16="http://schemas.microsoft.com/office/drawing/2014/main" id="{8B0F1CC5-E661-46F0-8108-A6201B48224F}"/>
              </a:ext>
            </a:extLst>
          </p:cNvPr>
          <p:cNvSpPr>
            <a:spLocks/>
          </p:cNvSpPr>
          <p:nvPr/>
        </p:nvSpPr>
        <p:spPr bwMode="auto">
          <a:xfrm>
            <a:off x="3768725" y="1408113"/>
            <a:ext cx="1095375" cy="1587"/>
          </a:xfrm>
          <a:custGeom>
            <a:avLst/>
            <a:gdLst>
              <a:gd name="T0" fmla="*/ 0 w 718"/>
              <a:gd name="T1" fmla="*/ 0 h 1"/>
              <a:gd name="T2" fmla="*/ 2147483646 w 718"/>
              <a:gd name="T3" fmla="*/ 0 h 1"/>
              <a:gd name="T4" fmla="*/ 0 w 718"/>
              <a:gd name="T5" fmla="*/ 0 h 1"/>
              <a:gd name="T6" fmla="*/ 0 60000 65536"/>
              <a:gd name="T7" fmla="*/ 0 60000 65536"/>
              <a:gd name="T8" fmla="*/ 0 60000 65536"/>
              <a:gd name="T9" fmla="*/ 0 w 718"/>
              <a:gd name="T10" fmla="*/ 0 h 1"/>
              <a:gd name="T11" fmla="*/ 718 w 718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8" h="1">
                <a:moveTo>
                  <a:pt x="0" y="0"/>
                </a:moveTo>
                <a:lnTo>
                  <a:pt x="717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28575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7" name="Freeform 21">
            <a:extLst>
              <a:ext uri="{FF2B5EF4-FFF2-40B4-BE49-F238E27FC236}">
                <a16:creationId xmlns:a16="http://schemas.microsoft.com/office/drawing/2014/main" id="{9D1AF84F-191A-438C-9590-7ECC8038CE80}"/>
              </a:ext>
            </a:extLst>
          </p:cNvPr>
          <p:cNvSpPr>
            <a:spLocks/>
          </p:cNvSpPr>
          <p:nvPr/>
        </p:nvSpPr>
        <p:spPr bwMode="auto">
          <a:xfrm>
            <a:off x="4879975" y="1408113"/>
            <a:ext cx="1588" cy="90487"/>
          </a:xfrm>
          <a:custGeom>
            <a:avLst/>
            <a:gdLst>
              <a:gd name="T0" fmla="*/ 0 w 1"/>
              <a:gd name="T1" fmla="*/ 0 h 65"/>
              <a:gd name="T2" fmla="*/ 0 w 1"/>
              <a:gd name="T3" fmla="*/ 2147483646 h 65"/>
              <a:gd name="T4" fmla="*/ 0 w 1"/>
              <a:gd name="T5" fmla="*/ 0 h 65"/>
              <a:gd name="T6" fmla="*/ 0 60000 65536"/>
              <a:gd name="T7" fmla="*/ 0 60000 65536"/>
              <a:gd name="T8" fmla="*/ 0 60000 65536"/>
              <a:gd name="T9" fmla="*/ 0 w 1"/>
              <a:gd name="T10" fmla="*/ 0 h 65"/>
              <a:gd name="T11" fmla="*/ 1 w 1"/>
              <a:gd name="T12" fmla="*/ 65 h 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5">
                <a:moveTo>
                  <a:pt x="0" y="0"/>
                </a:moveTo>
                <a:lnTo>
                  <a:pt x="0" y="6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28575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8" name="Freeform 22">
            <a:extLst>
              <a:ext uri="{FF2B5EF4-FFF2-40B4-BE49-F238E27FC236}">
                <a16:creationId xmlns:a16="http://schemas.microsoft.com/office/drawing/2014/main" id="{04E8A001-CA48-48D7-B81B-B5B9391948D5}"/>
              </a:ext>
            </a:extLst>
          </p:cNvPr>
          <p:cNvSpPr>
            <a:spLocks/>
          </p:cNvSpPr>
          <p:nvPr/>
        </p:nvSpPr>
        <p:spPr bwMode="auto">
          <a:xfrm>
            <a:off x="3768725" y="1408113"/>
            <a:ext cx="1588" cy="123825"/>
          </a:xfrm>
          <a:custGeom>
            <a:avLst/>
            <a:gdLst>
              <a:gd name="T0" fmla="*/ 0 w 1"/>
              <a:gd name="T1" fmla="*/ 2147483646 h 88"/>
              <a:gd name="T2" fmla="*/ 0 w 1"/>
              <a:gd name="T3" fmla="*/ 0 h 88"/>
              <a:gd name="T4" fmla="*/ 0 w 1"/>
              <a:gd name="T5" fmla="*/ 2147483646 h 88"/>
              <a:gd name="T6" fmla="*/ 0 60000 65536"/>
              <a:gd name="T7" fmla="*/ 0 60000 65536"/>
              <a:gd name="T8" fmla="*/ 0 60000 65536"/>
              <a:gd name="T9" fmla="*/ 0 w 1"/>
              <a:gd name="T10" fmla="*/ 0 h 88"/>
              <a:gd name="T11" fmla="*/ 1 w 1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88">
                <a:moveTo>
                  <a:pt x="0" y="87"/>
                </a:moveTo>
                <a:lnTo>
                  <a:pt x="0" y="0"/>
                </a:lnTo>
                <a:lnTo>
                  <a:pt x="0" y="87"/>
                </a:lnTo>
              </a:path>
            </a:pathLst>
          </a:custGeom>
          <a:solidFill>
            <a:schemeClr val="accent1"/>
          </a:solidFill>
          <a:ln w="28575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79" name="Rectangle 23">
            <a:extLst>
              <a:ext uri="{FF2B5EF4-FFF2-40B4-BE49-F238E27FC236}">
                <a16:creationId xmlns:a16="http://schemas.microsoft.com/office/drawing/2014/main" id="{42F1B587-6416-4CCF-9634-13233DDC4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75" y="1752600"/>
            <a:ext cx="3032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480" name="Rectangle 24">
            <a:extLst>
              <a:ext uri="{FF2B5EF4-FFF2-40B4-BE49-F238E27FC236}">
                <a16:creationId xmlns:a16="http://schemas.microsoft.com/office/drawing/2014/main" id="{45EA5F04-45A5-4006-8E20-B03FB1174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825" y="18399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9481" name="Rectangle 25">
            <a:extLst>
              <a:ext uri="{FF2B5EF4-FFF2-40B4-BE49-F238E27FC236}">
                <a16:creationId xmlns:a16="http://schemas.microsoft.com/office/drawing/2014/main" id="{D8C39A28-A22C-4F48-AF5C-1E9D17F99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3975" y="1752600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9482" name="Rectangle 26">
            <a:extLst>
              <a:ext uri="{FF2B5EF4-FFF2-40B4-BE49-F238E27FC236}">
                <a16:creationId xmlns:a16="http://schemas.microsoft.com/office/drawing/2014/main" id="{64CDA660-F46D-4B3E-9E0F-BC89BFA4B1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3050" y="18399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483" name="Rectangle 27">
            <a:extLst>
              <a:ext uri="{FF2B5EF4-FFF2-40B4-BE49-F238E27FC236}">
                <a16:creationId xmlns:a16="http://schemas.microsoft.com/office/drawing/2014/main" id="{863012CB-DEA6-47D5-9AA5-6ECA79476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538" y="1768475"/>
            <a:ext cx="303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484" name="Rectangle 28">
            <a:extLst>
              <a:ext uri="{FF2B5EF4-FFF2-40B4-BE49-F238E27FC236}">
                <a16:creationId xmlns:a16="http://schemas.microsoft.com/office/drawing/2014/main" id="{3197B020-D542-4B12-B278-78F26F702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1688" y="18573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9485" name="Rectangle 29">
            <a:extLst>
              <a:ext uri="{FF2B5EF4-FFF2-40B4-BE49-F238E27FC236}">
                <a16:creationId xmlns:a16="http://schemas.microsoft.com/office/drawing/2014/main" id="{189F3C76-AECE-4644-B0FC-57C0CA644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275" y="1768475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9486" name="Rectangle 30">
            <a:extLst>
              <a:ext uri="{FF2B5EF4-FFF2-40B4-BE49-F238E27FC236}">
                <a16:creationId xmlns:a16="http://schemas.microsoft.com/office/drawing/2014/main" id="{CA350162-1186-4614-8D64-365A8C6DA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9225" y="18399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87" name="Rectangle 31">
            <a:extLst>
              <a:ext uri="{FF2B5EF4-FFF2-40B4-BE49-F238E27FC236}">
                <a16:creationId xmlns:a16="http://schemas.microsoft.com/office/drawing/2014/main" id="{5233676B-659E-4C22-8C17-AC1686DD2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8788" y="1781175"/>
            <a:ext cx="303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488" name="Rectangle 32">
            <a:extLst>
              <a:ext uri="{FF2B5EF4-FFF2-40B4-BE49-F238E27FC236}">
                <a16:creationId xmlns:a16="http://schemas.microsoft.com/office/drawing/2014/main" id="{8ACCEFDA-D263-42E9-B16B-750EC8582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400" y="18732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9489" name="Rectangle 33">
            <a:extLst>
              <a:ext uri="{FF2B5EF4-FFF2-40B4-BE49-F238E27FC236}">
                <a16:creationId xmlns:a16="http://schemas.microsoft.com/office/drawing/2014/main" id="{CBAAA203-04DD-4000-9423-E3CA37756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7875" y="1781175"/>
            <a:ext cx="3127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19490" name="Rectangle 34">
            <a:extLst>
              <a:ext uri="{FF2B5EF4-FFF2-40B4-BE49-F238E27FC236}">
                <a16:creationId xmlns:a16="http://schemas.microsoft.com/office/drawing/2014/main" id="{7C95FFD5-7DA9-4D07-A993-BE5175DA0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16950" y="1857375"/>
            <a:ext cx="34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9491" name="Rectangle 35">
            <a:extLst>
              <a:ext uri="{FF2B5EF4-FFF2-40B4-BE49-F238E27FC236}">
                <a16:creationId xmlns:a16="http://schemas.microsoft.com/office/drawing/2014/main" id="{96B5FB5D-AB3A-4A25-9EBF-D9935223B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2388" y="1768475"/>
            <a:ext cx="3032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19492" name="Rectangle 36">
            <a:extLst>
              <a:ext uri="{FF2B5EF4-FFF2-40B4-BE49-F238E27FC236}">
                <a16:creationId xmlns:a16="http://schemas.microsoft.com/office/drawing/2014/main" id="{C10FE703-2EF7-4CF4-B85B-F55D375F7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4950" y="1814513"/>
            <a:ext cx="342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19493" name="Rectangle 37">
            <a:extLst>
              <a:ext uri="{FF2B5EF4-FFF2-40B4-BE49-F238E27FC236}">
                <a16:creationId xmlns:a16="http://schemas.microsoft.com/office/drawing/2014/main" id="{4A055323-8681-4F8E-AFA8-7F15E1B0F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0938" y="1117600"/>
            <a:ext cx="1347787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>
                <a:latin typeface="Arial" panose="020B0604020202020204" pitchFamily="34" charset="0"/>
              </a:rPr>
              <a:t>index entry</a:t>
            </a:r>
          </a:p>
        </p:txBody>
      </p:sp>
      <p:sp>
        <p:nvSpPr>
          <p:cNvPr id="19494" name="Freeform 39">
            <a:extLst>
              <a:ext uri="{FF2B5EF4-FFF2-40B4-BE49-F238E27FC236}">
                <a16:creationId xmlns:a16="http://schemas.microsoft.com/office/drawing/2014/main" id="{02068487-11EF-4A46-9783-6EE37EC95E56}"/>
              </a:ext>
            </a:extLst>
          </p:cNvPr>
          <p:cNvSpPr>
            <a:spLocks/>
          </p:cNvSpPr>
          <p:nvPr/>
        </p:nvSpPr>
        <p:spPr bwMode="auto">
          <a:xfrm>
            <a:off x="3773488" y="5713413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95" name="Freeform 40">
            <a:extLst>
              <a:ext uri="{FF2B5EF4-FFF2-40B4-BE49-F238E27FC236}">
                <a16:creationId xmlns:a16="http://schemas.microsoft.com/office/drawing/2014/main" id="{D9F11997-A8CA-4D54-801D-1CC8C5F3FD9A}"/>
              </a:ext>
            </a:extLst>
          </p:cNvPr>
          <p:cNvSpPr>
            <a:spLocks/>
          </p:cNvSpPr>
          <p:nvPr/>
        </p:nvSpPr>
        <p:spPr bwMode="auto">
          <a:xfrm>
            <a:off x="4675188" y="5713413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96" name="Freeform 41">
            <a:extLst>
              <a:ext uri="{FF2B5EF4-FFF2-40B4-BE49-F238E27FC236}">
                <a16:creationId xmlns:a16="http://schemas.microsoft.com/office/drawing/2014/main" id="{86E03550-9FE2-4FE0-8B40-5A85F5CD4B3F}"/>
              </a:ext>
            </a:extLst>
          </p:cNvPr>
          <p:cNvSpPr>
            <a:spLocks/>
          </p:cNvSpPr>
          <p:nvPr/>
        </p:nvSpPr>
        <p:spPr bwMode="auto">
          <a:xfrm>
            <a:off x="5688013" y="5713413"/>
            <a:ext cx="452437" cy="225425"/>
          </a:xfrm>
          <a:custGeom>
            <a:avLst/>
            <a:gdLst>
              <a:gd name="T0" fmla="*/ 0 w 285"/>
              <a:gd name="T1" fmla="*/ 2147483646 h 142"/>
              <a:gd name="T2" fmla="*/ 0 w 285"/>
              <a:gd name="T3" fmla="*/ 0 h 142"/>
              <a:gd name="T4" fmla="*/ 2147483646 w 285"/>
              <a:gd name="T5" fmla="*/ 0 h 142"/>
              <a:gd name="T6" fmla="*/ 2147483646 w 285"/>
              <a:gd name="T7" fmla="*/ 2147483646 h 142"/>
              <a:gd name="T8" fmla="*/ 0 w 285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142"/>
              <a:gd name="T17" fmla="*/ 285 w 285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142">
                <a:moveTo>
                  <a:pt x="0" y="141"/>
                </a:moveTo>
                <a:lnTo>
                  <a:pt x="0" y="0"/>
                </a:lnTo>
                <a:lnTo>
                  <a:pt x="284" y="0"/>
                </a:lnTo>
                <a:lnTo>
                  <a:pt x="284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97" name="Freeform 42">
            <a:extLst>
              <a:ext uri="{FF2B5EF4-FFF2-40B4-BE49-F238E27FC236}">
                <a16:creationId xmlns:a16="http://schemas.microsoft.com/office/drawing/2014/main" id="{88836320-FD58-41D6-8B6D-8EEC89F1B125}"/>
              </a:ext>
            </a:extLst>
          </p:cNvPr>
          <p:cNvSpPr>
            <a:spLocks/>
          </p:cNvSpPr>
          <p:nvPr/>
        </p:nvSpPr>
        <p:spPr bwMode="auto">
          <a:xfrm>
            <a:off x="6588125" y="5713413"/>
            <a:ext cx="452438" cy="225425"/>
          </a:xfrm>
          <a:custGeom>
            <a:avLst/>
            <a:gdLst>
              <a:gd name="T0" fmla="*/ 0 w 285"/>
              <a:gd name="T1" fmla="*/ 2147483646 h 142"/>
              <a:gd name="T2" fmla="*/ 0 w 285"/>
              <a:gd name="T3" fmla="*/ 0 h 142"/>
              <a:gd name="T4" fmla="*/ 2147483646 w 285"/>
              <a:gd name="T5" fmla="*/ 0 h 142"/>
              <a:gd name="T6" fmla="*/ 2147483646 w 285"/>
              <a:gd name="T7" fmla="*/ 2147483646 h 142"/>
              <a:gd name="T8" fmla="*/ 0 w 285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142"/>
              <a:gd name="T17" fmla="*/ 285 w 285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142">
                <a:moveTo>
                  <a:pt x="0" y="141"/>
                </a:moveTo>
                <a:lnTo>
                  <a:pt x="0" y="0"/>
                </a:lnTo>
                <a:lnTo>
                  <a:pt x="284" y="0"/>
                </a:lnTo>
                <a:lnTo>
                  <a:pt x="284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98" name="Freeform 43">
            <a:extLst>
              <a:ext uri="{FF2B5EF4-FFF2-40B4-BE49-F238E27FC236}">
                <a16:creationId xmlns:a16="http://schemas.microsoft.com/office/drawing/2014/main" id="{4512D9F1-9108-4B05-AFAD-3D9B123C7CDB}"/>
              </a:ext>
            </a:extLst>
          </p:cNvPr>
          <p:cNvSpPr>
            <a:spLocks/>
          </p:cNvSpPr>
          <p:nvPr/>
        </p:nvSpPr>
        <p:spPr bwMode="auto">
          <a:xfrm>
            <a:off x="7602538" y="5713413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499" name="Freeform 44">
            <a:extLst>
              <a:ext uri="{FF2B5EF4-FFF2-40B4-BE49-F238E27FC236}">
                <a16:creationId xmlns:a16="http://schemas.microsoft.com/office/drawing/2014/main" id="{C503B3DA-B35B-43E8-9E92-3ECC0E2BB9EE}"/>
              </a:ext>
            </a:extLst>
          </p:cNvPr>
          <p:cNvSpPr>
            <a:spLocks/>
          </p:cNvSpPr>
          <p:nvPr/>
        </p:nvSpPr>
        <p:spPr bwMode="auto">
          <a:xfrm>
            <a:off x="8502650" y="5713413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0" name="Freeform 45">
            <a:extLst>
              <a:ext uri="{FF2B5EF4-FFF2-40B4-BE49-F238E27FC236}">
                <a16:creationId xmlns:a16="http://schemas.microsoft.com/office/drawing/2014/main" id="{6E8289BC-4F33-4281-9FAA-01DDA01C4F51}"/>
              </a:ext>
            </a:extLst>
          </p:cNvPr>
          <p:cNvSpPr>
            <a:spLocks/>
          </p:cNvSpPr>
          <p:nvPr/>
        </p:nvSpPr>
        <p:spPr bwMode="auto">
          <a:xfrm>
            <a:off x="9517063" y="5713413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1" name="Freeform 46">
            <a:extLst>
              <a:ext uri="{FF2B5EF4-FFF2-40B4-BE49-F238E27FC236}">
                <a16:creationId xmlns:a16="http://schemas.microsoft.com/office/drawing/2014/main" id="{EC9E5141-456F-4DA6-90CF-3F1DA506023E}"/>
              </a:ext>
            </a:extLst>
          </p:cNvPr>
          <p:cNvSpPr>
            <a:spLocks/>
          </p:cNvSpPr>
          <p:nvPr/>
        </p:nvSpPr>
        <p:spPr bwMode="auto">
          <a:xfrm>
            <a:off x="10415588" y="5713413"/>
            <a:ext cx="454025" cy="225425"/>
          </a:xfrm>
          <a:custGeom>
            <a:avLst/>
            <a:gdLst>
              <a:gd name="T0" fmla="*/ 0 w 286"/>
              <a:gd name="T1" fmla="*/ 2147483646 h 142"/>
              <a:gd name="T2" fmla="*/ 0 w 286"/>
              <a:gd name="T3" fmla="*/ 0 h 142"/>
              <a:gd name="T4" fmla="*/ 2147483646 w 286"/>
              <a:gd name="T5" fmla="*/ 0 h 142"/>
              <a:gd name="T6" fmla="*/ 2147483646 w 286"/>
              <a:gd name="T7" fmla="*/ 2147483646 h 142"/>
              <a:gd name="T8" fmla="*/ 0 w 286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6"/>
              <a:gd name="T16" fmla="*/ 0 h 142"/>
              <a:gd name="T17" fmla="*/ 286 w 286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6" h="142">
                <a:moveTo>
                  <a:pt x="0" y="141"/>
                </a:moveTo>
                <a:lnTo>
                  <a:pt x="0" y="0"/>
                </a:lnTo>
                <a:lnTo>
                  <a:pt x="285" y="0"/>
                </a:lnTo>
                <a:lnTo>
                  <a:pt x="285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2" name="Freeform 47">
            <a:extLst>
              <a:ext uri="{FF2B5EF4-FFF2-40B4-BE49-F238E27FC236}">
                <a16:creationId xmlns:a16="http://schemas.microsoft.com/office/drawing/2014/main" id="{EB9739ED-94C6-4B7C-A073-6596616D2830}"/>
              </a:ext>
            </a:extLst>
          </p:cNvPr>
          <p:cNvSpPr>
            <a:spLocks/>
          </p:cNvSpPr>
          <p:nvPr/>
        </p:nvSpPr>
        <p:spPr bwMode="auto">
          <a:xfrm>
            <a:off x="4222750" y="5151438"/>
            <a:ext cx="454025" cy="225425"/>
          </a:xfrm>
          <a:custGeom>
            <a:avLst/>
            <a:gdLst>
              <a:gd name="T0" fmla="*/ 0 w 286"/>
              <a:gd name="T1" fmla="*/ 2147483646 h 142"/>
              <a:gd name="T2" fmla="*/ 0 w 286"/>
              <a:gd name="T3" fmla="*/ 0 h 142"/>
              <a:gd name="T4" fmla="*/ 2147483646 w 286"/>
              <a:gd name="T5" fmla="*/ 0 h 142"/>
              <a:gd name="T6" fmla="*/ 2147483646 w 286"/>
              <a:gd name="T7" fmla="*/ 2147483646 h 142"/>
              <a:gd name="T8" fmla="*/ 0 w 286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6"/>
              <a:gd name="T16" fmla="*/ 0 h 142"/>
              <a:gd name="T17" fmla="*/ 286 w 286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6" h="142">
                <a:moveTo>
                  <a:pt x="0" y="141"/>
                </a:moveTo>
                <a:lnTo>
                  <a:pt x="0" y="0"/>
                </a:lnTo>
                <a:lnTo>
                  <a:pt x="285" y="0"/>
                </a:lnTo>
                <a:lnTo>
                  <a:pt x="285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3" name="Freeform 48">
            <a:extLst>
              <a:ext uri="{FF2B5EF4-FFF2-40B4-BE49-F238E27FC236}">
                <a16:creationId xmlns:a16="http://schemas.microsoft.com/office/drawing/2014/main" id="{B6E4FA48-A66A-4D91-8802-57A7307C6BB8}"/>
              </a:ext>
            </a:extLst>
          </p:cNvPr>
          <p:cNvSpPr>
            <a:spLocks/>
          </p:cNvSpPr>
          <p:nvPr/>
        </p:nvSpPr>
        <p:spPr bwMode="auto">
          <a:xfrm>
            <a:off x="6138863" y="5151438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4" name="Freeform 49">
            <a:extLst>
              <a:ext uri="{FF2B5EF4-FFF2-40B4-BE49-F238E27FC236}">
                <a16:creationId xmlns:a16="http://schemas.microsoft.com/office/drawing/2014/main" id="{4803D8E6-095C-4A87-9E8B-6ECA611D6D3A}"/>
              </a:ext>
            </a:extLst>
          </p:cNvPr>
          <p:cNvSpPr>
            <a:spLocks/>
          </p:cNvSpPr>
          <p:nvPr/>
        </p:nvSpPr>
        <p:spPr bwMode="auto">
          <a:xfrm>
            <a:off x="8051800" y="5151438"/>
            <a:ext cx="452438" cy="225425"/>
          </a:xfrm>
          <a:custGeom>
            <a:avLst/>
            <a:gdLst>
              <a:gd name="T0" fmla="*/ 0 w 285"/>
              <a:gd name="T1" fmla="*/ 2147483646 h 142"/>
              <a:gd name="T2" fmla="*/ 0 w 285"/>
              <a:gd name="T3" fmla="*/ 0 h 142"/>
              <a:gd name="T4" fmla="*/ 2147483646 w 285"/>
              <a:gd name="T5" fmla="*/ 0 h 142"/>
              <a:gd name="T6" fmla="*/ 2147483646 w 285"/>
              <a:gd name="T7" fmla="*/ 2147483646 h 142"/>
              <a:gd name="T8" fmla="*/ 0 w 285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5"/>
              <a:gd name="T16" fmla="*/ 0 h 142"/>
              <a:gd name="T17" fmla="*/ 285 w 285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5" h="142">
                <a:moveTo>
                  <a:pt x="0" y="141"/>
                </a:moveTo>
                <a:lnTo>
                  <a:pt x="0" y="0"/>
                </a:lnTo>
                <a:lnTo>
                  <a:pt x="284" y="0"/>
                </a:lnTo>
                <a:lnTo>
                  <a:pt x="284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5" name="Freeform 50">
            <a:extLst>
              <a:ext uri="{FF2B5EF4-FFF2-40B4-BE49-F238E27FC236}">
                <a16:creationId xmlns:a16="http://schemas.microsoft.com/office/drawing/2014/main" id="{A0961D3D-A4C3-4FEC-A67A-98D44AFB8578}"/>
              </a:ext>
            </a:extLst>
          </p:cNvPr>
          <p:cNvSpPr>
            <a:spLocks/>
          </p:cNvSpPr>
          <p:nvPr/>
        </p:nvSpPr>
        <p:spPr bwMode="auto">
          <a:xfrm>
            <a:off x="9966325" y="5151438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6" name="Freeform 51">
            <a:extLst>
              <a:ext uri="{FF2B5EF4-FFF2-40B4-BE49-F238E27FC236}">
                <a16:creationId xmlns:a16="http://schemas.microsoft.com/office/drawing/2014/main" id="{86E8FAC8-7341-4F5D-B62F-D5D6AA193812}"/>
              </a:ext>
            </a:extLst>
          </p:cNvPr>
          <p:cNvSpPr>
            <a:spLocks/>
          </p:cNvSpPr>
          <p:nvPr/>
        </p:nvSpPr>
        <p:spPr bwMode="auto">
          <a:xfrm>
            <a:off x="9067800" y="4476750"/>
            <a:ext cx="450850" cy="225425"/>
          </a:xfrm>
          <a:custGeom>
            <a:avLst/>
            <a:gdLst>
              <a:gd name="T0" fmla="*/ 0 w 284"/>
              <a:gd name="T1" fmla="*/ 2147483646 h 142"/>
              <a:gd name="T2" fmla="*/ 0 w 284"/>
              <a:gd name="T3" fmla="*/ 0 h 142"/>
              <a:gd name="T4" fmla="*/ 2147483646 w 284"/>
              <a:gd name="T5" fmla="*/ 0 h 142"/>
              <a:gd name="T6" fmla="*/ 2147483646 w 284"/>
              <a:gd name="T7" fmla="*/ 2147483646 h 142"/>
              <a:gd name="T8" fmla="*/ 0 w 284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2"/>
              <a:gd name="T17" fmla="*/ 284 w 284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2">
                <a:moveTo>
                  <a:pt x="0" y="141"/>
                </a:moveTo>
                <a:lnTo>
                  <a:pt x="0" y="0"/>
                </a:lnTo>
                <a:lnTo>
                  <a:pt x="283" y="0"/>
                </a:lnTo>
                <a:lnTo>
                  <a:pt x="283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7" name="Freeform 52">
            <a:extLst>
              <a:ext uri="{FF2B5EF4-FFF2-40B4-BE49-F238E27FC236}">
                <a16:creationId xmlns:a16="http://schemas.microsoft.com/office/drawing/2014/main" id="{4714618E-1977-40D8-AF99-85502974EA08}"/>
              </a:ext>
            </a:extLst>
          </p:cNvPr>
          <p:cNvSpPr>
            <a:spLocks/>
          </p:cNvSpPr>
          <p:nvPr/>
        </p:nvSpPr>
        <p:spPr bwMode="auto">
          <a:xfrm>
            <a:off x="5235575" y="4476750"/>
            <a:ext cx="454025" cy="225425"/>
          </a:xfrm>
          <a:custGeom>
            <a:avLst/>
            <a:gdLst>
              <a:gd name="T0" fmla="*/ 0 w 286"/>
              <a:gd name="T1" fmla="*/ 2147483646 h 142"/>
              <a:gd name="T2" fmla="*/ 0 w 286"/>
              <a:gd name="T3" fmla="*/ 0 h 142"/>
              <a:gd name="T4" fmla="*/ 2147483646 w 286"/>
              <a:gd name="T5" fmla="*/ 0 h 142"/>
              <a:gd name="T6" fmla="*/ 2147483646 w 286"/>
              <a:gd name="T7" fmla="*/ 2147483646 h 142"/>
              <a:gd name="T8" fmla="*/ 0 w 286"/>
              <a:gd name="T9" fmla="*/ 2147483646 h 1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6"/>
              <a:gd name="T16" fmla="*/ 0 h 142"/>
              <a:gd name="T17" fmla="*/ 286 w 286"/>
              <a:gd name="T18" fmla="*/ 142 h 1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6" h="142">
                <a:moveTo>
                  <a:pt x="0" y="141"/>
                </a:moveTo>
                <a:lnTo>
                  <a:pt x="0" y="0"/>
                </a:lnTo>
                <a:lnTo>
                  <a:pt x="285" y="0"/>
                </a:lnTo>
                <a:lnTo>
                  <a:pt x="285" y="141"/>
                </a:lnTo>
                <a:lnTo>
                  <a:pt x="0" y="14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8" name="Freeform 53">
            <a:extLst>
              <a:ext uri="{FF2B5EF4-FFF2-40B4-BE49-F238E27FC236}">
                <a16:creationId xmlns:a16="http://schemas.microsoft.com/office/drawing/2014/main" id="{CD11D7DB-098B-4307-96B3-10D7A5D4E4D4}"/>
              </a:ext>
            </a:extLst>
          </p:cNvPr>
          <p:cNvSpPr>
            <a:spLocks/>
          </p:cNvSpPr>
          <p:nvPr/>
        </p:nvSpPr>
        <p:spPr bwMode="auto">
          <a:xfrm>
            <a:off x="7038975" y="3689350"/>
            <a:ext cx="450850" cy="227013"/>
          </a:xfrm>
          <a:custGeom>
            <a:avLst/>
            <a:gdLst>
              <a:gd name="T0" fmla="*/ 0 w 284"/>
              <a:gd name="T1" fmla="*/ 2147483646 h 143"/>
              <a:gd name="T2" fmla="*/ 0 w 284"/>
              <a:gd name="T3" fmla="*/ 0 h 143"/>
              <a:gd name="T4" fmla="*/ 2147483646 w 284"/>
              <a:gd name="T5" fmla="*/ 0 h 143"/>
              <a:gd name="T6" fmla="*/ 2147483646 w 284"/>
              <a:gd name="T7" fmla="*/ 2147483646 h 143"/>
              <a:gd name="T8" fmla="*/ 0 w 284"/>
              <a:gd name="T9" fmla="*/ 2147483646 h 1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3"/>
              <a:gd name="T17" fmla="*/ 284 w 284"/>
              <a:gd name="T18" fmla="*/ 143 h 1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3">
                <a:moveTo>
                  <a:pt x="0" y="142"/>
                </a:moveTo>
                <a:lnTo>
                  <a:pt x="0" y="0"/>
                </a:lnTo>
                <a:lnTo>
                  <a:pt x="283" y="0"/>
                </a:lnTo>
                <a:lnTo>
                  <a:pt x="283" y="142"/>
                </a:lnTo>
                <a:lnTo>
                  <a:pt x="0" y="14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09" name="Freeform 54">
            <a:extLst>
              <a:ext uri="{FF2B5EF4-FFF2-40B4-BE49-F238E27FC236}">
                <a16:creationId xmlns:a16="http://schemas.microsoft.com/office/drawing/2014/main" id="{80A1F993-D2C8-429C-8E61-914C6BE18297}"/>
              </a:ext>
            </a:extLst>
          </p:cNvPr>
          <p:cNvSpPr>
            <a:spLocks/>
          </p:cNvSpPr>
          <p:nvPr/>
        </p:nvSpPr>
        <p:spPr bwMode="auto">
          <a:xfrm>
            <a:off x="5688013" y="3914775"/>
            <a:ext cx="1465262" cy="563563"/>
          </a:xfrm>
          <a:custGeom>
            <a:avLst/>
            <a:gdLst>
              <a:gd name="T0" fmla="*/ 2147483646 w 923"/>
              <a:gd name="T1" fmla="*/ 0 h 355"/>
              <a:gd name="T2" fmla="*/ 0 w 923"/>
              <a:gd name="T3" fmla="*/ 2147483646 h 355"/>
              <a:gd name="T4" fmla="*/ 2147483646 w 923"/>
              <a:gd name="T5" fmla="*/ 0 h 355"/>
              <a:gd name="T6" fmla="*/ 0 60000 65536"/>
              <a:gd name="T7" fmla="*/ 0 60000 65536"/>
              <a:gd name="T8" fmla="*/ 0 60000 65536"/>
              <a:gd name="T9" fmla="*/ 0 w 923"/>
              <a:gd name="T10" fmla="*/ 0 h 355"/>
              <a:gd name="T11" fmla="*/ 923 w 923"/>
              <a:gd name="T12" fmla="*/ 355 h 3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23" h="355">
                <a:moveTo>
                  <a:pt x="922" y="0"/>
                </a:moveTo>
                <a:lnTo>
                  <a:pt x="0" y="354"/>
                </a:lnTo>
                <a:lnTo>
                  <a:pt x="922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0" name="Freeform 55">
            <a:extLst>
              <a:ext uri="{FF2B5EF4-FFF2-40B4-BE49-F238E27FC236}">
                <a16:creationId xmlns:a16="http://schemas.microsoft.com/office/drawing/2014/main" id="{7C6BFE82-A940-4779-8234-9ADD0CF2FC70}"/>
              </a:ext>
            </a:extLst>
          </p:cNvPr>
          <p:cNvSpPr>
            <a:spLocks/>
          </p:cNvSpPr>
          <p:nvPr/>
        </p:nvSpPr>
        <p:spPr bwMode="auto">
          <a:xfrm>
            <a:off x="5688013" y="4408488"/>
            <a:ext cx="115887" cy="69850"/>
          </a:xfrm>
          <a:custGeom>
            <a:avLst/>
            <a:gdLst>
              <a:gd name="T0" fmla="*/ 2147483646 w 73"/>
              <a:gd name="T1" fmla="*/ 2147483646 h 44"/>
              <a:gd name="T2" fmla="*/ 0 w 73"/>
              <a:gd name="T3" fmla="*/ 2147483646 h 44"/>
              <a:gd name="T4" fmla="*/ 2147483646 w 73"/>
              <a:gd name="T5" fmla="*/ 0 h 44"/>
              <a:gd name="T6" fmla="*/ 2147483646 w 73"/>
              <a:gd name="T7" fmla="*/ 2147483646 h 44"/>
              <a:gd name="T8" fmla="*/ 0 60000 65536"/>
              <a:gd name="T9" fmla="*/ 0 60000 65536"/>
              <a:gd name="T10" fmla="*/ 0 60000 65536"/>
              <a:gd name="T11" fmla="*/ 0 60000 65536"/>
              <a:gd name="T12" fmla="*/ 0 w 73"/>
              <a:gd name="T13" fmla="*/ 0 h 44"/>
              <a:gd name="T14" fmla="*/ 73 w 73"/>
              <a:gd name="T15" fmla="*/ 44 h 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3" h="44">
                <a:moveTo>
                  <a:pt x="72" y="34"/>
                </a:moveTo>
                <a:lnTo>
                  <a:pt x="0" y="43"/>
                </a:lnTo>
                <a:lnTo>
                  <a:pt x="59" y="0"/>
                </a:lnTo>
                <a:lnTo>
                  <a:pt x="72" y="34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1" name="Freeform 56">
            <a:extLst>
              <a:ext uri="{FF2B5EF4-FFF2-40B4-BE49-F238E27FC236}">
                <a16:creationId xmlns:a16="http://schemas.microsoft.com/office/drawing/2014/main" id="{211ABA9C-E161-4284-9E63-F3FCBAD84A74}"/>
              </a:ext>
            </a:extLst>
          </p:cNvPr>
          <p:cNvSpPr>
            <a:spLocks/>
          </p:cNvSpPr>
          <p:nvPr/>
        </p:nvSpPr>
        <p:spPr bwMode="auto">
          <a:xfrm>
            <a:off x="7264400" y="3914775"/>
            <a:ext cx="1588" cy="449263"/>
          </a:xfrm>
          <a:custGeom>
            <a:avLst/>
            <a:gdLst>
              <a:gd name="T0" fmla="*/ 0 w 1"/>
              <a:gd name="T1" fmla="*/ 0 h 283"/>
              <a:gd name="T2" fmla="*/ 0 w 1"/>
              <a:gd name="T3" fmla="*/ 2147483646 h 283"/>
              <a:gd name="T4" fmla="*/ 0 w 1"/>
              <a:gd name="T5" fmla="*/ 0 h 283"/>
              <a:gd name="T6" fmla="*/ 0 60000 65536"/>
              <a:gd name="T7" fmla="*/ 0 60000 65536"/>
              <a:gd name="T8" fmla="*/ 0 60000 65536"/>
              <a:gd name="T9" fmla="*/ 0 w 1"/>
              <a:gd name="T10" fmla="*/ 0 h 283"/>
              <a:gd name="T11" fmla="*/ 1 w 1"/>
              <a:gd name="T12" fmla="*/ 283 h 2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83">
                <a:moveTo>
                  <a:pt x="0" y="0"/>
                </a:moveTo>
                <a:lnTo>
                  <a:pt x="0" y="2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2" name="Freeform 57">
            <a:extLst>
              <a:ext uri="{FF2B5EF4-FFF2-40B4-BE49-F238E27FC236}">
                <a16:creationId xmlns:a16="http://schemas.microsoft.com/office/drawing/2014/main" id="{CF95DB2E-FF2B-4E3E-91D6-02C62CE9DD8E}"/>
              </a:ext>
            </a:extLst>
          </p:cNvPr>
          <p:cNvSpPr>
            <a:spLocks/>
          </p:cNvSpPr>
          <p:nvPr/>
        </p:nvSpPr>
        <p:spPr bwMode="auto">
          <a:xfrm>
            <a:off x="7234238" y="4251325"/>
            <a:ext cx="60325" cy="112713"/>
          </a:xfrm>
          <a:custGeom>
            <a:avLst/>
            <a:gdLst>
              <a:gd name="T0" fmla="*/ 2147483646 w 38"/>
              <a:gd name="T1" fmla="*/ 0 h 71"/>
              <a:gd name="T2" fmla="*/ 2147483646 w 38"/>
              <a:gd name="T3" fmla="*/ 2147483646 h 71"/>
              <a:gd name="T4" fmla="*/ 0 w 38"/>
              <a:gd name="T5" fmla="*/ 0 h 71"/>
              <a:gd name="T6" fmla="*/ 2147483646 w 38"/>
              <a:gd name="T7" fmla="*/ 0 h 71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71"/>
              <a:gd name="T14" fmla="*/ 38 w 38"/>
              <a:gd name="T15" fmla="*/ 71 h 7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71">
                <a:moveTo>
                  <a:pt x="37" y="0"/>
                </a:moveTo>
                <a:lnTo>
                  <a:pt x="19" y="70"/>
                </a:lnTo>
                <a:lnTo>
                  <a:pt x="0" y="0"/>
                </a:lnTo>
                <a:lnTo>
                  <a:pt x="37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3" name="Freeform 58">
            <a:extLst>
              <a:ext uri="{FF2B5EF4-FFF2-40B4-BE49-F238E27FC236}">
                <a16:creationId xmlns:a16="http://schemas.microsoft.com/office/drawing/2014/main" id="{73FA0F82-A819-47C9-A7C5-344A2BD82A57}"/>
              </a:ext>
            </a:extLst>
          </p:cNvPr>
          <p:cNvSpPr>
            <a:spLocks/>
          </p:cNvSpPr>
          <p:nvPr/>
        </p:nvSpPr>
        <p:spPr bwMode="auto">
          <a:xfrm>
            <a:off x="7375525" y="3914775"/>
            <a:ext cx="1693863" cy="563563"/>
          </a:xfrm>
          <a:custGeom>
            <a:avLst/>
            <a:gdLst>
              <a:gd name="T0" fmla="*/ 0 w 1067"/>
              <a:gd name="T1" fmla="*/ 0 h 355"/>
              <a:gd name="T2" fmla="*/ 2147483646 w 1067"/>
              <a:gd name="T3" fmla="*/ 2147483646 h 355"/>
              <a:gd name="T4" fmla="*/ 0 w 1067"/>
              <a:gd name="T5" fmla="*/ 0 h 355"/>
              <a:gd name="T6" fmla="*/ 0 60000 65536"/>
              <a:gd name="T7" fmla="*/ 0 60000 65536"/>
              <a:gd name="T8" fmla="*/ 0 60000 65536"/>
              <a:gd name="T9" fmla="*/ 0 w 1067"/>
              <a:gd name="T10" fmla="*/ 0 h 355"/>
              <a:gd name="T11" fmla="*/ 1067 w 1067"/>
              <a:gd name="T12" fmla="*/ 355 h 3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7" h="355">
                <a:moveTo>
                  <a:pt x="0" y="0"/>
                </a:moveTo>
                <a:lnTo>
                  <a:pt x="1066" y="3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4" name="Freeform 59">
            <a:extLst>
              <a:ext uri="{FF2B5EF4-FFF2-40B4-BE49-F238E27FC236}">
                <a16:creationId xmlns:a16="http://schemas.microsoft.com/office/drawing/2014/main" id="{C7887C9D-636A-4D3A-9BB7-A12588F46D32}"/>
              </a:ext>
            </a:extLst>
          </p:cNvPr>
          <p:cNvSpPr>
            <a:spLocks/>
          </p:cNvSpPr>
          <p:nvPr/>
        </p:nvSpPr>
        <p:spPr bwMode="auto">
          <a:xfrm>
            <a:off x="8948738" y="4411663"/>
            <a:ext cx="120650" cy="66675"/>
          </a:xfrm>
          <a:custGeom>
            <a:avLst/>
            <a:gdLst>
              <a:gd name="T0" fmla="*/ 2147483646 w 76"/>
              <a:gd name="T1" fmla="*/ 0 h 42"/>
              <a:gd name="T2" fmla="*/ 2147483646 w 76"/>
              <a:gd name="T3" fmla="*/ 2147483646 h 42"/>
              <a:gd name="T4" fmla="*/ 0 w 76"/>
              <a:gd name="T5" fmla="*/ 2147483646 h 42"/>
              <a:gd name="T6" fmla="*/ 2147483646 w 76"/>
              <a:gd name="T7" fmla="*/ 0 h 42"/>
              <a:gd name="T8" fmla="*/ 0 60000 65536"/>
              <a:gd name="T9" fmla="*/ 0 60000 65536"/>
              <a:gd name="T10" fmla="*/ 0 60000 65536"/>
              <a:gd name="T11" fmla="*/ 0 60000 65536"/>
              <a:gd name="T12" fmla="*/ 0 w 76"/>
              <a:gd name="T13" fmla="*/ 0 h 42"/>
              <a:gd name="T14" fmla="*/ 76 w 76"/>
              <a:gd name="T15" fmla="*/ 42 h 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" h="42">
                <a:moveTo>
                  <a:pt x="12" y="0"/>
                </a:moveTo>
                <a:lnTo>
                  <a:pt x="75" y="41"/>
                </a:lnTo>
                <a:lnTo>
                  <a:pt x="0" y="35"/>
                </a:lnTo>
                <a:lnTo>
                  <a:pt x="12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5" name="Freeform 60">
            <a:extLst>
              <a:ext uri="{FF2B5EF4-FFF2-40B4-BE49-F238E27FC236}">
                <a16:creationId xmlns:a16="http://schemas.microsoft.com/office/drawing/2014/main" id="{269CA94D-3E83-4530-A9B0-C668E00A555A}"/>
              </a:ext>
            </a:extLst>
          </p:cNvPr>
          <p:cNvSpPr>
            <a:spLocks/>
          </p:cNvSpPr>
          <p:nvPr/>
        </p:nvSpPr>
        <p:spPr bwMode="auto">
          <a:xfrm>
            <a:off x="4675188" y="4700588"/>
            <a:ext cx="676275" cy="452437"/>
          </a:xfrm>
          <a:custGeom>
            <a:avLst/>
            <a:gdLst>
              <a:gd name="T0" fmla="*/ 2147483646 w 426"/>
              <a:gd name="T1" fmla="*/ 0 h 285"/>
              <a:gd name="T2" fmla="*/ 0 w 426"/>
              <a:gd name="T3" fmla="*/ 2147483646 h 285"/>
              <a:gd name="T4" fmla="*/ 2147483646 w 426"/>
              <a:gd name="T5" fmla="*/ 0 h 285"/>
              <a:gd name="T6" fmla="*/ 0 60000 65536"/>
              <a:gd name="T7" fmla="*/ 0 60000 65536"/>
              <a:gd name="T8" fmla="*/ 0 60000 65536"/>
              <a:gd name="T9" fmla="*/ 0 w 426"/>
              <a:gd name="T10" fmla="*/ 0 h 285"/>
              <a:gd name="T11" fmla="*/ 426 w 426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6" h="285">
                <a:moveTo>
                  <a:pt x="425" y="0"/>
                </a:moveTo>
                <a:lnTo>
                  <a:pt x="0" y="284"/>
                </a:lnTo>
                <a:lnTo>
                  <a:pt x="425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6" name="Freeform 61">
            <a:extLst>
              <a:ext uri="{FF2B5EF4-FFF2-40B4-BE49-F238E27FC236}">
                <a16:creationId xmlns:a16="http://schemas.microsoft.com/office/drawing/2014/main" id="{A176A6C6-0577-40D8-AB6E-F9D3F7E85C1F}"/>
              </a:ext>
            </a:extLst>
          </p:cNvPr>
          <p:cNvSpPr>
            <a:spLocks/>
          </p:cNvSpPr>
          <p:nvPr/>
        </p:nvSpPr>
        <p:spPr bwMode="auto">
          <a:xfrm>
            <a:off x="4675188" y="5065713"/>
            <a:ext cx="109537" cy="87312"/>
          </a:xfrm>
          <a:custGeom>
            <a:avLst/>
            <a:gdLst>
              <a:gd name="T0" fmla="*/ 2147483646 w 69"/>
              <a:gd name="T1" fmla="*/ 2147483646 h 55"/>
              <a:gd name="T2" fmla="*/ 0 w 69"/>
              <a:gd name="T3" fmla="*/ 2147483646 h 55"/>
              <a:gd name="T4" fmla="*/ 2147483646 w 69"/>
              <a:gd name="T5" fmla="*/ 0 h 55"/>
              <a:gd name="T6" fmla="*/ 2147483646 w 69"/>
              <a:gd name="T7" fmla="*/ 2147483646 h 55"/>
              <a:gd name="T8" fmla="*/ 0 60000 65536"/>
              <a:gd name="T9" fmla="*/ 0 60000 65536"/>
              <a:gd name="T10" fmla="*/ 0 60000 65536"/>
              <a:gd name="T11" fmla="*/ 0 60000 65536"/>
              <a:gd name="T12" fmla="*/ 0 w 69"/>
              <a:gd name="T13" fmla="*/ 0 h 55"/>
              <a:gd name="T14" fmla="*/ 69 w 69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" h="55">
                <a:moveTo>
                  <a:pt x="68" y="29"/>
                </a:moveTo>
                <a:lnTo>
                  <a:pt x="0" y="54"/>
                </a:lnTo>
                <a:lnTo>
                  <a:pt x="49" y="0"/>
                </a:lnTo>
                <a:lnTo>
                  <a:pt x="68" y="29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7" name="Freeform 62">
            <a:extLst>
              <a:ext uri="{FF2B5EF4-FFF2-40B4-BE49-F238E27FC236}">
                <a16:creationId xmlns:a16="http://schemas.microsoft.com/office/drawing/2014/main" id="{101CB138-BB1D-40FC-832B-A5B527EF9920}"/>
              </a:ext>
            </a:extLst>
          </p:cNvPr>
          <p:cNvSpPr>
            <a:spLocks/>
          </p:cNvSpPr>
          <p:nvPr/>
        </p:nvSpPr>
        <p:spPr bwMode="auto">
          <a:xfrm>
            <a:off x="5575300" y="4700588"/>
            <a:ext cx="565150" cy="452437"/>
          </a:xfrm>
          <a:custGeom>
            <a:avLst/>
            <a:gdLst>
              <a:gd name="T0" fmla="*/ 0 w 356"/>
              <a:gd name="T1" fmla="*/ 0 h 285"/>
              <a:gd name="T2" fmla="*/ 2147483646 w 356"/>
              <a:gd name="T3" fmla="*/ 2147483646 h 285"/>
              <a:gd name="T4" fmla="*/ 0 w 356"/>
              <a:gd name="T5" fmla="*/ 0 h 285"/>
              <a:gd name="T6" fmla="*/ 0 60000 65536"/>
              <a:gd name="T7" fmla="*/ 0 60000 65536"/>
              <a:gd name="T8" fmla="*/ 0 60000 65536"/>
              <a:gd name="T9" fmla="*/ 0 w 356"/>
              <a:gd name="T10" fmla="*/ 0 h 285"/>
              <a:gd name="T11" fmla="*/ 356 w 356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6" h="285">
                <a:moveTo>
                  <a:pt x="0" y="0"/>
                </a:moveTo>
                <a:lnTo>
                  <a:pt x="355" y="28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8" name="Freeform 63">
            <a:extLst>
              <a:ext uri="{FF2B5EF4-FFF2-40B4-BE49-F238E27FC236}">
                <a16:creationId xmlns:a16="http://schemas.microsoft.com/office/drawing/2014/main" id="{66FF26A5-97D2-4396-AAB1-E53C53D35B67}"/>
              </a:ext>
            </a:extLst>
          </p:cNvPr>
          <p:cNvSpPr>
            <a:spLocks/>
          </p:cNvSpPr>
          <p:nvPr/>
        </p:nvSpPr>
        <p:spPr bwMode="auto">
          <a:xfrm>
            <a:off x="6032500" y="5059363"/>
            <a:ext cx="107950" cy="93662"/>
          </a:xfrm>
          <a:custGeom>
            <a:avLst/>
            <a:gdLst>
              <a:gd name="T0" fmla="*/ 2147483646 w 68"/>
              <a:gd name="T1" fmla="*/ 0 h 59"/>
              <a:gd name="T2" fmla="*/ 2147483646 w 68"/>
              <a:gd name="T3" fmla="*/ 2147483646 h 59"/>
              <a:gd name="T4" fmla="*/ 0 w 68"/>
              <a:gd name="T5" fmla="*/ 2147483646 h 59"/>
              <a:gd name="T6" fmla="*/ 2147483646 w 68"/>
              <a:gd name="T7" fmla="*/ 0 h 59"/>
              <a:gd name="T8" fmla="*/ 0 60000 65536"/>
              <a:gd name="T9" fmla="*/ 0 60000 65536"/>
              <a:gd name="T10" fmla="*/ 0 60000 65536"/>
              <a:gd name="T11" fmla="*/ 0 60000 65536"/>
              <a:gd name="T12" fmla="*/ 0 w 68"/>
              <a:gd name="T13" fmla="*/ 0 h 59"/>
              <a:gd name="T14" fmla="*/ 68 w 68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8" h="59">
                <a:moveTo>
                  <a:pt x="22" y="0"/>
                </a:moveTo>
                <a:lnTo>
                  <a:pt x="67" y="58"/>
                </a:lnTo>
                <a:lnTo>
                  <a:pt x="0" y="27"/>
                </a:lnTo>
                <a:lnTo>
                  <a:pt x="22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19" name="Freeform 64">
            <a:extLst>
              <a:ext uri="{FF2B5EF4-FFF2-40B4-BE49-F238E27FC236}">
                <a16:creationId xmlns:a16="http://schemas.microsoft.com/office/drawing/2014/main" id="{ED3E3BE1-91F4-4A4B-AA0F-0354A311E880}"/>
              </a:ext>
            </a:extLst>
          </p:cNvPr>
          <p:cNvSpPr>
            <a:spLocks/>
          </p:cNvSpPr>
          <p:nvPr/>
        </p:nvSpPr>
        <p:spPr bwMode="auto">
          <a:xfrm>
            <a:off x="5462588" y="4700588"/>
            <a:ext cx="1587" cy="338137"/>
          </a:xfrm>
          <a:custGeom>
            <a:avLst/>
            <a:gdLst>
              <a:gd name="T0" fmla="*/ 0 w 1"/>
              <a:gd name="T1" fmla="*/ 0 h 213"/>
              <a:gd name="T2" fmla="*/ 0 w 1"/>
              <a:gd name="T3" fmla="*/ 2147483646 h 213"/>
              <a:gd name="T4" fmla="*/ 0 w 1"/>
              <a:gd name="T5" fmla="*/ 0 h 213"/>
              <a:gd name="T6" fmla="*/ 0 60000 65536"/>
              <a:gd name="T7" fmla="*/ 0 60000 65536"/>
              <a:gd name="T8" fmla="*/ 0 60000 65536"/>
              <a:gd name="T9" fmla="*/ 0 w 1"/>
              <a:gd name="T10" fmla="*/ 0 h 213"/>
              <a:gd name="T11" fmla="*/ 1 w 1"/>
              <a:gd name="T12" fmla="*/ 213 h 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3">
                <a:moveTo>
                  <a:pt x="0" y="0"/>
                </a:moveTo>
                <a:lnTo>
                  <a:pt x="0" y="21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0" name="Freeform 65">
            <a:extLst>
              <a:ext uri="{FF2B5EF4-FFF2-40B4-BE49-F238E27FC236}">
                <a16:creationId xmlns:a16="http://schemas.microsoft.com/office/drawing/2014/main" id="{D84A7B7E-73B0-414E-A5FD-5E6900CA39C1}"/>
              </a:ext>
            </a:extLst>
          </p:cNvPr>
          <p:cNvSpPr>
            <a:spLocks/>
          </p:cNvSpPr>
          <p:nvPr/>
        </p:nvSpPr>
        <p:spPr bwMode="auto">
          <a:xfrm>
            <a:off x="5434013" y="4924425"/>
            <a:ext cx="58737" cy="114300"/>
          </a:xfrm>
          <a:custGeom>
            <a:avLst/>
            <a:gdLst>
              <a:gd name="T0" fmla="*/ 2147483646 w 37"/>
              <a:gd name="T1" fmla="*/ 0 h 72"/>
              <a:gd name="T2" fmla="*/ 2147483646 w 37"/>
              <a:gd name="T3" fmla="*/ 2147483646 h 72"/>
              <a:gd name="T4" fmla="*/ 0 w 37"/>
              <a:gd name="T5" fmla="*/ 0 h 72"/>
              <a:gd name="T6" fmla="*/ 2147483646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8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1" name="Freeform 66">
            <a:extLst>
              <a:ext uri="{FF2B5EF4-FFF2-40B4-BE49-F238E27FC236}">
                <a16:creationId xmlns:a16="http://schemas.microsoft.com/office/drawing/2014/main" id="{E44942F0-B3B3-466B-8AF5-6458E7C1A093}"/>
              </a:ext>
            </a:extLst>
          </p:cNvPr>
          <p:cNvSpPr>
            <a:spLocks/>
          </p:cNvSpPr>
          <p:nvPr/>
        </p:nvSpPr>
        <p:spPr bwMode="auto">
          <a:xfrm>
            <a:off x="8502650" y="4700588"/>
            <a:ext cx="677863" cy="452437"/>
          </a:xfrm>
          <a:custGeom>
            <a:avLst/>
            <a:gdLst>
              <a:gd name="T0" fmla="*/ 2147483646 w 427"/>
              <a:gd name="T1" fmla="*/ 0 h 285"/>
              <a:gd name="T2" fmla="*/ 0 w 427"/>
              <a:gd name="T3" fmla="*/ 2147483646 h 285"/>
              <a:gd name="T4" fmla="*/ 2147483646 w 427"/>
              <a:gd name="T5" fmla="*/ 0 h 285"/>
              <a:gd name="T6" fmla="*/ 0 60000 65536"/>
              <a:gd name="T7" fmla="*/ 0 60000 65536"/>
              <a:gd name="T8" fmla="*/ 0 60000 65536"/>
              <a:gd name="T9" fmla="*/ 0 w 427"/>
              <a:gd name="T10" fmla="*/ 0 h 285"/>
              <a:gd name="T11" fmla="*/ 427 w 427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7" h="285">
                <a:moveTo>
                  <a:pt x="426" y="0"/>
                </a:moveTo>
                <a:lnTo>
                  <a:pt x="0" y="284"/>
                </a:lnTo>
                <a:lnTo>
                  <a:pt x="426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2" name="Freeform 67">
            <a:extLst>
              <a:ext uri="{FF2B5EF4-FFF2-40B4-BE49-F238E27FC236}">
                <a16:creationId xmlns:a16="http://schemas.microsoft.com/office/drawing/2014/main" id="{DF09585D-FE9E-4C24-BCEA-FB1EC65CB163}"/>
              </a:ext>
            </a:extLst>
          </p:cNvPr>
          <p:cNvSpPr>
            <a:spLocks/>
          </p:cNvSpPr>
          <p:nvPr/>
        </p:nvSpPr>
        <p:spPr bwMode="auto">
          <a:xfrm>
            <a:off x="8502650" y="5065713"/>
            <a:ext cx="111125" cy="87312"/>
          </a:xfrm>
          <a:custGeom>
            <a:avLst/>
            <a:gdLst>
              <a:gd name="T0" fmla="*/ 2147483646 w 70"/>
              <a:gd name="T1" fmla="*/ 2147483646 h 55"/>
              <a:gd name="T2" fmla="*/ 0 w 70"/>
              <a:gd name="T3" fmla="*/ 2147483646 h 55"/>
              <a:gd name="T4" fmla="*/ 2147483646 w 70"/>
              <a:gd name="T5" fmla="*/ 0 h 55"/>
              <a:gd name="T6" fmla="*/ 2147483646 w 70"/>
              <a:gd name="T7" fmla="*/ 2147483646 h 55"/>
              <a:gd name="T8" fmla="*/ 0 60000 65536"/>
              <a:gd name="T9" fmla="*/ 0 60000 65536"/>
              <a:gd name="T10" fmla="*/ 0 60000 65536"/>
              <a:gd name="T11" fmla="*/ 0 60000 65536"/>
              <a:gd name="T12" fmla="*/ 0 w 70"/>
              <a:gd name="T13" fmla="*/ 0 h 55"/>
              <a:gd name="T14" fmla="*/ 70 w 70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0" h="55">
                <a:moveTo>
                  <a:pt x="69" y="29"/>
                </a:moveTo>
                <a:lnTo>
                  <a:pt x="0" y="54"/>
                </a:lnTo>
                <a:lnTo>
                  <a:pt x="49" y="0"/>
                </a:lnTo>
                <a:lnTo>
                  <a:pt x="69" y="29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3" name="Freeform 68">
            <a:extLst>
              <a:ext uri="{FF2B5EF4-FFF2-40B4-BE49-F238E27FC236}">
                <a16:creationId xmlns:a16="http://schemas.microsoft.com/office/drawing/2014/main" id="{E8836CCD-C467-40D3-99EE-2A2E35303CAC}"/>
              </a:ext>
            </a:extLst>
          </p:cNvPr>
          <p:cNvSpPr>
            <a:spLocks/>
          </p:cNvSpPr>
          <p:nvPr/>
        </p:nvSpPr>
        <p:spPr bwMode="auto">
          <a:xfrm>
            <a:off x="9404350" y="4700588"/>
            <a:ext cx="563563" cy="452437"/>
          </a:xfrm>
          <a:custGeom>
            <a:avLst/>
            <a:gdLst>
              <a:gd name="T0" fmla="*/ 0 w 355"/>
              <a:gd name="T1" fmla="*/ 0 h 285"/>
              <a:gd name="T2" fmla="*/ 2147483646 w 355"/>
              <a:gd name="T3" fmla="*/ 2147483646 h 285"/>
              <a:gd name="T4" fmla="*/ 0 w 355"/>
              <a:gd name="T5" fmla="*/ 0 h 285"/>
              <a:gd name="T6" fmla="*/ 0 60000 65536"/>
              <a:gd name="T7" fmla="*/ 0 60000 65536"/>
              <a:gd name="T8" fmla="*/ 0 60000 65536"/>
              <a:gd name="T9" fmla="*/ 0 w 355"/>
              <a:gd name="T10" fmla="*/ 0 h 285"/>
              <a:gd name="T11" fmla="*/ 355 w 355"/>
              <a:gd name="T12" fmla="*/ 285 h 2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5" h="285">
                <a:moveTo>
                  <a:pt x="0" y="0"/>
                </a:moveTo>
                <a:lnTo>
                  <a:pt x="354" y="28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4" name="Freeform 69">
            <a:extLst>
              <a:ext uri="{FF2B5EF4-FFF2-40B4-BE49-F238E27FC236}">
                <a16:creationId xmlns:a16="http://schemas.microsoft.com/office/drawing/2014/main" id="{B048D08A-2E23-4988-8913-56F895FD5ED6}"/>
              </a:ext>
            </a:extLst>
          </p:cNvPr>
          <p:cNvSpPr>
            <a:spLocks/>
          </p:cNvSpPr>
          <p:nvPr/>
        </p:nvSpPr>
        <p:spPr bwMode="auto">
          <a:xfrm>
            <a:off x="9863138" y="5059363"/>
            <a:ext cx="104775" cy="93662"/>
          </a:xfrm>
          <a:custGeom>
            <a:avLst/>
            <a:gdLst>
              <a:gd name="T0" fmla="*/ 2147483646 w 66"/>
              <a:gd name="T1" fmla="*/ 0 h 59"/>
              <a:gd name="T2" fmla="*/ 2147483646 w 66"/>
              <a:gd name="T3" fmla="*/ 2147483646 h 59"/>
              <a:gd name="T4" fmla="*/ 0 w 66"/>
              <a:gd name="T5" fmla="*/ 2147483646 h 59"/>
              <a:gd name="T6" fmla="*/ 2147483646 w 66"/>
              <a:gd name="T7" fmla="*/ 0 h 5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59"/>
              <a:gd name="T14" fmla="*/ 66 w 66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59">
                <a:moveTo>
                  <a:pt x="21" y="0"/>
                </a:moveTo>
                <a:lnTo>
                  <a:pt x="65" y="58"/>
                </a:lnTo>
                <a:lnTo>
                  <a:pt x="0" y="27"/>
                </a:lnTo>
                <a:lnTo>
                  <a:pt x="2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5" name="Freeform 70">
            <a:extLst>
              <a:ext uri="{FF2B5EF4-FFF2-40B4-BE49-F238E27FC236}">
                <a16:creationId xmlns:a16="http://schemas.microsoft.com/office/drawing/2014/main" id="{44B8E124-D7A1-436D-9967-46D1E6AECD1D}"/>
              </a:ext>
            </a:extLst>
          </p:cNvPr>
          <p:cNvSpPr>
            <a:spLocks/>
          </p:cNvSpPr>
          <p:nvPr/>
        </p:nvSpPr>
        <p:spPr bwMode="auto">
          <a:xfrm>
            <a:off x="9291638" y="4700588"/>
            <a:ext cx="1587" cy="338137"/>
          </a:xfrm>
          <a:custGeom>
            <a:avLst/>
            <a:gdLst>
              <a:gd name="T0" fmla="*/ 0 w 1"/>
              <a:gd name="T1" fmla="*/ 0 h 213"/>
              <a:gd name="T2" fmla="*/ 0 w 1"/>
              <a:gd name="T3" fmla="*/ 2147483646 h 213"/>
              <a:gd name="T4" fmla="*/ 0 w 1"/>
              <a:gd name="T5" fmla="*/ 0 h 213"/>
              <a:gd name="T6" fmla="*/ 0 60000 65536"/>
              <a:gd name="T7" fmla="*/ 0 60000 65536"/>
              <a:gd name="T8" fmla="*/ 0 60000 65536"/>
              <a:gd name="T9" fmla="*/ 0 w 1"/>
              <a:gd name="T10" fmla="*/ 0 h 213"/>
              <a:gd name="T11" fmla="*/ 1 w 1"/>
              <a:gd name="T12" fmla="*/ 213 h 2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3">
                <a:moveTo>
                  <a:pt x="0" y="0"/>
                </a:moveTo>
                <a:lnTo>
                  <a:pt x="0" y="21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6" name="Freeform 71">
            <a:extLst>
              <a:ext uri="{FF2B5EF4-FFF2-40B4-BE49-F238E27FC236}">
                <a16:creationId xmlns:a16="http://schemas.microsoft.com/office/drawing/2014/main" id="{CFF031AA-B431-4C7E-B998-B95AACB9279B}"/>
              </a:ext>
            </a:extLst>
          </p:cNvPr>
          <p:cNvSpPr>
            <a:spLocks/>
          </p:cNvSpPr>
          <p:nvPr/>
        </p:nvSpPr>
        <p:spPr bwMode="auto">
          <a:xfrm>
            <a:off x="9263063" y="4924425"/>
            <a:ext cx="58737" cy="114300"/>
          </a:xfrm>
          <a:custGeom>
            <a:avLst/>
            <a:gdLst>
              <a:gd name="T0" fmla="*/ 2147483646 w 37"/>
              <a:gd name="T1" fmla="*/ 0 h 72"/>
              <a:gd name="T2" fmla="*/ 2147483646 w 37"/>
              <a:gd name="T3" fmla="*/ 2147483646 h 72"/>
              <a:gd name="T4" fmla="*/ 0 w 37"/>
              <a:gd name="T5" fmla="*/ 0 h 72"/>
              <a:gd name="T6" fmla="*/ 2147483646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8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7" name="Freeform 72">
            <a:extLst>
              <a:ext uri="{FF2B5EF4-FFF2-40B4-BE49-F238E27FC236}">
                <a16:creationId xmlns:a16="http://schemas.microsoft.com/office/drawing/2014/main" id="{F24718B6-0F08-4BBF-AC04-486444DD8F1A}"/>
              </a:ext>
            </a:extLst>
          </p:cNvPr>
          <p:cNvSpPr>
            <a:spLocks/>
          </p:cNvSpPr>
          <p:nvPr/>
        </p:nvSpPr>
        <p:spPr bwMode="auto">
          <a:xfrm>
            <a:off x="4222750" y="5375275"/>
            <a:ext cx="114300" cy="339725"/>
          </a:xfrm>
          <a:custGeom>
            <a:avLst/>
            <a:gdLst>
              <a:gd name="T0" fmla="*/ 2147483646 w 72"/>
              <a:gd name="T1" fmla="*/ 0 h 214"/>
              <a:gd name="T2" fmla="*/ 0 w 72"/>
              <a:gd name="T3" fmla="*/ 2147483646 h 214"/>
              <a:gd name="T4" fmla="*/ 2147483646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71" y="0"/>
                </a:moveTo>
                <a:lnTo>
                  <a:pt x="0" y="213"/>
                </a:lnTo>
                <a:lnTo>
                  <a:pt x="7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8" name="Freeform 73">
            <a:extLst>
              <a:ext uri="{FF2B5EF4-FFF2-40B4-BE49-F238E27FC236}">
                <a16:creationId xmlns:a16="http://schemas.microsoft.com/office/drawing/2014/main" id="{CC4D3F52-9013-4010-85BD-65422E5CEE0D}"/>
              </a:ext>
            </a:extLst>
          </p:cNvPr>
          <p:cNvSpPr>
            <a:spLocks/>
          </p:cNvSpPr>
          <p:nvPr/>
        </p:nvSpPr>
        <p:spPr bwMode="auto">
          <a:xfrm>
            <a:off x="4222750" y="5597525"/>
            <a:ext cx="65088" cy="117475"/>
          </a:xfrm>
          <a:custGeom>
            <a:avLst/>
            <a:gdLst>
              <a:gd name="T0" fmla="*/ 2147483646 w 41"/>
              <a:gd name="T1" fmla="*/ 2147483646 h 74"/>
              <a:gd name="T2" fmla="*/ 0 w 41"/>
              <a:gd name="T3" fmla="*/ 2147483646 h 74"/>
              <a:gd name="T4" fmla="*/ 2147483646 w 41"/>
              <a:gd name="T5" fmla="*/ 0 h 74"/>
              <a:gd name="T6" fmla="*/ 2147483646 w 41"/>
              <a:gd name="T7" fmla="*/ 2147483646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1"/>
              <a:gd name="T13" fmla="*/ 0 h 74"/>
              <a:gd name="T14" fmla="*/ 41 w 41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" h="74">
                <a:moveTo>
                  <a:pt x="40" y="10"/>
                </a:moveTo>
                <a:lnTo>
                  <a:pt x="0" y="73"/>
                </a:lnTo>
                <a:lnTo>
                  <a:pt x="6" y="0"/>
                </a:lnTo>
                <a:lnTo>
                  <a:pt x="40" y="1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29" name="Freeform 74">
            <a:extLst>
              <a:ext uri="{FF2B5EF4-FFF2-40B4-BE49-F238E27FC236}">
                <a16:creationId xmlns:a16="http://schemas.microsoft.com/office/drawing/2014/main" id="{A21DD249-1D51-46BB-8BAE-4A7C11293035}"/>
              </a:ext>
            </a:extLst>
          </p:cNvPr>
          <p:cNvSpPr>
            <a:spLocks/>
          </p:cNvSpPr>
          <p:nvPr/>
        </p:nvSpPr>
        <p:spPr bwMode="auto">
          <a:xfrm>
            <a:off x="4560888" y="5375275"/>
            <a:ext cx="115887" cy="339725"/>
          </a:xfrm>
          <a:custGeom>
            <a:avLst/>
            <a:gdLst>
              <a:gd name="T0" fmla="*/ 0 w 73"/>
              <a:gd name="T1" fmla="*/ 0 h 214"/>
              <a:gd name="T2" fmla="*/ 2147483646 w 73"/>
              <a:gd name="T3" fmla="*/ 2147483646 h 214"/>
              <a:gd name="T4" fmla="*/ 0 w 73"/>
              <a:gd name="T5" fmla="*/ 0 h 214"/>
              <a:gd name="T6" fmla="*/ 0 60000 65536"/>
              <a:gd name="T7" fmla="*/ 0 60000 65536"/>
              <a:gd name="T8" fmla="*/ 0 60000 65536"/>
              <a:gd name="T9" fmla="*/ 0 w 73"/>
              <a:gd name="T10" fmla="*/ 0 h 214"/>
              <a:gd name="T11" fmla="*/ 73 w 73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214">
                <a:moveTo>
                  <a:pt x="0" y="0"/>
                </a:moveTo>
                <a:lnTo>
                  <a:pt x="72" y="21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0" name="Freeform 75">
            <a:extLst>
              <a:ext uri="{FF2B5EF4-FFF2-40B4-BE49-F238E27FC236}">
                <a16:creationId xmlns:a16="http://schemas.microsoft.com/office/drawing/2014/main" id="{EF5E1C1F-407E-4407-B079-BE926AAB2227}"/>
              </a:ext>
            </a:extLst>
          </p:cNvPr>
          <p:cNvSpPr>
            <a:spLocks/>
          </p:cNvSpPr>
          <p:nvPr/>
        </p:nvSpPr>
        <p:spPr bwMode="auto">
          <a:xfrm>
            <a:off x="4611688" y="5597525"/>
            <a:ext cx="65087" cy="117475"/>
          </a:xfrm>
          <a:custGeom>
            <a:avLst/>
            <a:gdLst>
              <a:gd name="T0" fmla="*/ 2147483646 w 41"/>
              <a:gd name="T1" fmla="*/ 0 h 74"/>
              <a:gd name="T2" fmla="*/ 2147483646 w 41"/>
              <a:gd name="T3" fmla="*/ 2147483646 h 74"/>
              <a:gd name="T4" fmla="*/ 0 w 41"/>
              <a:gd name="T5" fmla="*/ 2147483646 h 74"/>
              <a:gd name="T6" fmla="*/ 2147483646 w 41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1"/>
              <a:gd name="T13" fmla="*/ 0 h 74"/>
              <a:gd name="T14" fmla="*/ 41 w 41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" h="74">
                <a:moveTo>
                  <a:pt x="33" y="0"/>
                </a:moveTo>
                <a:lnTo>
                  <a:pt x="40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1" name="Freeform 76">
            <a:extLst>
              <a:ext uri="{FF2B5EF4-FFF2-40B4-BE49-F238E27FC236}">
                <a16:creationId xmlns:a16="http://schemas.microsoft.com/office/drawing/2014/main" id="{39738E4C-FDCD-4345-86ED-C12B04EC8EED}"/>
              </a:ext>
            </a:extLst>
          </p:cNvPr>
          <p:cNvSpPr>
            <a:spLocks/>
          </p:cNvSpPr>
          <p:nvPr/>
        </p:nvSpPr>
        <p:spPr bwMode="auto">
          <a:xfrm>
            <a:off x="4446588" y="5375275"/>
            <a:ext cx="1587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147483646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2" name="Freeform 77">
            <a:extLst>
              <a:ext uri="{FF2B5EF4-FFF2-40B4-BE49-F238E27FC236}">
                <a16:creationId xmlns:a16="http://schemas.microsoft.com/office/drawing/2014/main" id="{1CA6C5BF-2E8B-43CC-9538-7DF34DF72B7A}"/>
              </a:ext>
            </a:extLst>
          </p:cNvPr>
          <p:cNvSpPr>
            <a:spLocks/>
          </p:cNvSpPr>
          <p:nvPr/>
        </p:nvSpPr>
        <p:spPr bwMode="auto">
          <a:xfrm>
            <a:off x="4419600" y="5486400"/>
            <a:ext cx="58738" cy="114300"/>
          </a:xfrm>
          <a:custGeom>
            <a:avLst/>
            <a:gdLst>
              <a:gd name="T0" fmla="*/ 2147483646 w 37"/>
              <a:gd name="T1" fmla="*/ 0 h 72"/>
              <a:gd name="T2" fmla="*/ 2147483646 w 37"/>
              <a:gd name="T3" fmla="*/ 2147483646 h 72"/>
              <a:gd name="T4" fmla="*/ 0 w 37"/>
              <a:gd name="T5" fmla="*/ 0 h 72"/>
              <a:gd name="T6" fmla="*/ 2147483646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7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3" name="Freeform 78">
            <a:extLst>
              <a:ext uri="{FF2B5EF4-FFF2-40B4-BE49-F238E27FC236}">
                <a16:creationId xmlns:a16="http://schemas.microsoft.com/office/drawing/2014/main" id="{813FA701-A5B4-40AC-8516-D491D3604452}"/>
              </a:ext>
            </a:extLst>
          </p:cNvPr>
          <p:cNvSpPr>
            <a:spLocks/>
          </p:cNvSpPr>
          <p:nvPr/>
        </p:nvSpPr>
        <p:spPr bwMode="auto">
          <a:xfrm>
            <a:off x="6138863" y="5375275"/>
            <a:ext cx="114300" cy="339725"/>
          </a:xfrm>
          <a:custGeom>
            <a:avLst/>
            <a:gdLst>
              <a:gd name="T0" fmla="*/ 2147483646 w 72"/>
              <a:gd name="T1" fmla="*/ 0 h 214"/>
              <a:gd name="T2" fmla="*/ 0 w 72"/>
              <a:gd name="T3" fmla="*/ 2147483646 h 214"/>
              <a:gd name="T4" fmla="*/ 2147483646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71" y="0"/>
                </a:moveTo>
                <a:lnTo>
                  <a:pt x="0" y="213"/>
                </a:lnTo>
                <a:lnTo>
                  <a:pt x="7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4" name="Freeform 79">
            <a:extLst>
              <a:ext uri="{FF2B5EF4-FFF2-40B4-BE49-F238E27FC236}">
                <a16:creationId xmlns:a16="http://schemas.microsoft.com/office/drawing/2014/main" id="{F911C2FF-E1FB-4E19-873D-328690B9E8EC}"/>
              </a:ext>
            </a:extLst>
          </p:cNvPr>
          <p:cNvSpPr>
            <a:spLocks/>
          </p:cNvSpPr>
          <p:nvPr/>
        </p:nvSpPr>
        <p:spPr bwMode="auto">
          <a:xfrm>
            <a:off x="6138863" y="5597525"/>
            <a:ext cx="61912" cy="117475"/>
          </a:xfrm>
          <a:custGeom>
            <a:avLst/>
            <a:gdLst>
              <a:gd name="T0" fmla="*/ 2147483646 w 39"/>
              <a:gd name="T1" fmla="*/ 2147483646 h 74"/>
              <a:gd name="T2" fmla="*/ 0 w 39"/>
              <a:gd name="T3" fmla="*/ 2147483646 h 74"/>
              <a:gd name="T4" fmla="*/ 2147483646 w 39"/>
              <a:gd name="T5" fmla="*/ 0 h 74"/>
              <a:gd name="T6" fmla="*/ 2147483646 w 39"/>
              <a:gd name="T7" fmla="*/ 2147483646 h 74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4"/>
              <a:gd name="T14" fmla="*/ 39 w 39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4">
                <a:moveTo>
                  <a:pt x="38" y="10"/>
                </a:moveTo>
                <a:lnTo>
                  <a:pt x="0" y="73"/>
                </a:lnTo>
                <a:lnTo>
                  <a:pt x="5" y="0"/>
                </a:lnTo>
                <a:lnTo>
                  <a:pt x="38" y="1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5" name="Freeform 80">
            <a:extLst>
              <a:ext uri="{FF2B5EF4-FFF2-40B4-BE49-F238E27FC236}">
                <a16:creationId xmlns:a16="http://schemas.microsoft.com/office/drawing/2014/main" id="{5525F59D-883A-4B8E-99BE-DF4EDD23BA2A}"/>
              </a:ext>
            </a:extLst>
          </p:cNvPr>
          <p:cNvSpPr>
            <a:spLocks/>
          </p:cNvSpPr>
          <p:nvPr/>
        </p:nvSpPr>
        <p:spPr bwMode="auto">
          <a:xfrm>
            <a:off x="6475413" y="5375275"/>
            <a:ext cx="114300" cy="339725"/>
          </a:xfrm>
          <a:custGeom>
            <a:avLst/>
            <a:gdLst>
              <a:gd name="T0" fmla="*/ 0 w 72"/>
              <a:gd name="T1" fmla="*/ 0 h 214"/>
              <a:gd name="T2" fmla="*/ 2147483646 w 72"/>
              <a:gd name="T3" fmla="*/ 2147483646 h 214"/>
              <a:gd name="T4" fmla="*/ 0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0" y="0"/>
                </a:moveTo>
                <a:lnTo>
                  <a:pt x="71" y="21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6" name="Freeform 81">
            <a:extLst>
              <a:ext uri="{FF2B5EF4-FFF2-40B4-BE49-F238E27FC236}">
                <a16:creationId xmlns:a16="http://schemas.microsoft.com/office/drawing/2014/main" id="{F7E77FD3-D4BC-4C69-9C96-B4D39781DA88}"/>
              </a:ext>
            </a:extLst>
          </p:cNvPr>
          <p:cNvSpPr>
            <a:spLocks/>
          </p:cNvSpPr>
          <p:nvPr/>
        </p:nvSpPr>
        <p:spPr bwMode="auto">
          <a:xfrm>
            <a:off x="6526213" y="5597525"/>
            <a:ext cx="63500" cy="117475"/>
          </a:xfrm>
          <a:custGeom>
            <a:avLst/>
            <a:gdLst>
              <a:gd name="T0" fmla="*/ 2147483646 w 40"/>
              <a:gd name="T1" fmla="*/ 0 h 74"/>
              <a:gd name="T2" fmla="*/ 2147483646 w 40"/>
              <a:gd name="T3" fmla="*/ 2147483646 h 74"/>
              <a:gd name="T4" fmla="*/ 0 w 40"/>
              <a:gd name="T5" fmla="*/ 2147483646 h 74"/>
              <a:gd name="T6" fmla="*/ 2147483646 w 40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3" y="0"/>
                </a:moveTo>
                <a:lnTo>
                  <a:pt x="39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7" name="Freeform 82">
            <a:extLst>
              <a:ext uri="{FF2B5EF4-FFF2-40B4-BE49-F238E27FC236}">
                <a16:creationId xmlns:a16="http://schemas.microsoft.com/office/drawing/2014/main" id="{78C70A6E-138D-4EE8-BC74-17194EBDEBFF}"/>
              </a:ext>
            </a:extLst>
          </p:cNvPr>
          <p:cNvSpPr>
            <a:spLocks/>
          </p:cNvSpPr>
          <p:nvPr/>
        </p:nvSpPr>
        <p:spPr bwMode="auto">
          <a:xfrm>
            <a:off x="6362700" y="5375275"/>
            <a:ext cx="1588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147483646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8" name="Freeform 83">
            <a:extLst>
              <a:ext uri="{FF2B5EF4-FFF2-40B4-BE49-F238E27FC236}">
                <a16:creationId xmlns:a16="http://schemas.microsoft.com/office/drawing/2014/main" id="{34988D95-AA0E-4765-8A8F-1D610A116131}"/>
              </a:ext>
            </a:extLst>
          </p:cNvPr>
          <p:cNvSpPr>
            <a:spLocks/>
          </p:cNvSpPr>
          <p:nvPr/>
        </p:nvSpPr>
        <p:spPr bwMode="auto">
          <a:xfrm>
            <a:off x="6334125" y="5486400"/>
            <a:ext cx="58738" cy="114300"/>
          </a:xfrm>
          <a:custGeom>
            <a:avLst/>
            <a:gdLst>
              <a:gd name="T0" fmla="*/ 2147483646 w 37"/>
              <a:gd name="T1" fmla="*/ 0 h 72"/>
              <a:gd name="T2" fmla="*/ 2147483646 w 37"/>
              <a:gd name="T3" fmla="*/ 2147483646 h 72"/>
              <a:gd name="T4" fmla="*/ 0 w 37"/>
              <a:gd name="T5" fmla="*/ 0 h 72"/>
              <a:gd name="T6" fmla="*/ 2147483646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8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39" name="Freeform 84">
            <a:extLst>
              <a:ext uri="{FF2B5EF4-FFF2-40B4-BE49-F238E27FC236}">
                <a16:creationId xmlns:a16="http://schemas.microsoft.com/office/drawing/2014/main" id="{11E13A8F-871E-4B70-8511-D220C0295943}"/>
              </a:ext>
            </a:extLst>
          </p:cNvPr>
          <p:cNvSpPr>
            <a:spLocks/>
          </p:cNvSpPr>
          <p:nvPr/>
        </p:nvSpPr>
        <p:spPr bwMode="auto">
          <a:xfrm>
            <a:off x="8051800" y="5375275"/>
            <a:ext cx="114300" cy="339725"/>
          </a:xfrm>
          <a:custGeom>
            <a:avLst/>
            <a:gdLst>
              <a:gd name="T0" fmla="*/ 2147483646 w 72"/>
              <a:gd name="T1" fmla="*/ 0 h 214"/>
              <a:gd name="T2" fmla="*/ 0 w 72"/>
              <a:gd name="T3" fmla="*/ 2147483646 h 214"/>
              <a:gd name="T4" fmla="*/ 2147483646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71" y="0"/>
                </a:moveTo>
                <a:lnTo>
                  <a:pt x="0" y="213"/>
                </a:lnTo>
                <a:lnTo>
                  <a:pt x="7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0" name="Freeform 85">
            <a:extLst>
              <a:ext uri="{FF2B5EF4-FFF2-40B4-BE49-F238E27FC236}">
                <a16:creationId xmlns:a16="http://schemas.microsoft.com/office/drawing/2014/main" id="{023CF75F-107B-4362-BF6C-A85FDA307BA7}"/>
              </a:ext>
            </a:extLst>
          </p:cNvPr>
          <p:cNvSpPr>
            <a:spLocks/>
          </p:cNvSpPr>
          <p:nvPr/>
        </p:nvSpPr>
        <p:spPr bwMode="auto">
          <a:xfrm>
            <a:off x="8051800" y="5597525"/>
            <a:ext cx="63500" cy="117475"/>
          </a:xfrm>
          <a:custGeom>
            <a:avLst/>
            <a:gdLst>
              <a:gd name="T0" fmla="*/ 2147483646 w 40"/>
              <a:gd name="T1" fmla="*/ 2147483646 h 74"/>
              <a:gd name="T2" fmla="*/ 0 w 40"/>
              <a:gd name="T3" fmla="*/ 2147483646 h 74"/>
              <a:gd name="T4" fmla="*/ 2147483646 w 40"/>
              <a:gd name="T5" fmla="*/ 0 h 74"/>
              <a:gd name="T6" fmla="*/ 2147483646 w 40"/>
              <a:gd name="T7" fmla="*/ 2147483646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9" y="10"/>
                </a:moveTo>
                <a:lnTo>
                  <a:pt x="0" y="73"/>
                </a:lnTo>
                <a:lnTo>
                  <a:pt x="6" y="0"/>
                </a:lnTo>
                <a:lnTo>
                  <a:pt x="39" y="1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1" name="Freeform 86">
            <a:extLst>
              <a:ext uri="{FF2B5EF4-FFF2-40B4-BE49-F238E27FC236}">
                <a16:creationId xmlns:a16="http://schemas.microsoft.com/office/drawing/2014/main" id="{0E80167A-E498-4BC9-81BA-85A2C1E2B017}"/>
              </a:ext>
            </a:extLst>
          </p:cNvPr>
          <p:cNvSpPr>
            <a:spLocks/>
          </p:cNvSpPr>
          <p:nvPr/>
        </p:nvSpPr>
        <p:spPr bwMode="auto">
          <a:xfrm>
            <a:off x="8389938" y="5375275"/>
            <a:ext cx="114300" cy="339725"/>
          </a:xfrm>
          <a:custGeom>
            <a:avLst/>
            <a:gdLst>
              <a:gd name="T0" fmla="*/ 0 w 72"/>
              <a:gd name="T1" fmla="*/ 0 h 214"/>
              <a:gd name="T2" fmla="*/ 2147483646 w 72"/>
              <a:gd name="T3" fmla="*/ 2147483646 h 214"/>
              <a:gd name="T4" fmla="*/ 0 w 72"/>
              <a:gd name="T5" fmla="*/ 0 h 214"/>
              <a:gd name="T6" fmla="*/ 0 60000 65536"/>
              <a:gd name="T7" fmla="*/ 0 60000 65536"/>
              <a:gd name="T8" fmla="*/ 0 60000 65536"/>
              <a:gd name="T9" fmla="*/ 0 w 72"/>
              <a:gd name="T10" fmla="*/ 0 h 214"/>
              <a:gd name="T11" fmla="*/ 72 w 72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214">
                <a:moveTo>
                  <a:pt x="0" y="0"/>
                </a:moveTo>
                <a:lnTo>
                  <a:pt x="71" y="21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2" name="Freeform 87">
            <a:extLst>
              <a:ext uri="{FF2B5EF4-FFF2-40B4-BE49-F238E27FC236}">
                <a16:creationId xmlns:a16="http://schemas.microsoft.com/office/drawing/2014/main" id="{A707BE0A-C817-43C4-972B-4B9682BF1141}"/>
              </a:ext>
            </a:extLst>
          </p:cNvPr>
          <p:cNvSpPr>
            <a:spLocks/>
          </p:cNvSpPr>
          <p:nvPr/>
        </p:nvSpPr>
        <p:spPr bwMode="auto">
          <a:xfrm>
            <a:off x="8440738" y="5597525"/>
            <a:ext cx="63500" cy="117475"/>
          </a:xfrm>
          <a:custGeom>
            <a:avLst/>
            <a:gdLst>
              <a:gd name="T0" fmla="*/ 2147483646 w 40"/>
              <a:gd name="T1" fmla="*/ 0 h 74"/>
              <a:gd name="T2" fmla="*/ 2147483646 w 40"/>
              <a:gd name="T3" fmla="*/ 2147483646 h 74"/>
              <a:gd name="T4" fmla="*/ 0 w 40"/>
              <a:gd name="T5" fmla="*/ 2147483646 h 74"/>
              <a:gd name="T6" fmla="*/ 2147483646 w 40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3" y="0"/>
                </a:moveTo>
                <a:lnTo>
                  <a:pt x="39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3" name="Freeform 88">
            <a:extLst>
              <a:ext uri="{FF2B5EF4-FFF2-40B4-BE49-F238E27FC236}">
                <a16:creationId xmlns:a16="http://schemas.microsoft.com/office/drawing/2014/main" id="{DA90AC3A-F6BB-40F0-B4C9-4AECA910A33A}"/>
              </a:ext>
            </a:extLst>
          </p:cNvPr>
          <p:cNvSpPr>
            <a:spLocks/>
          </p:cNvSpPr>
          <p:nvPr/>
        </p:nvSpPr>
        <p:spPr bwMode="auto">
          <a:xfrm>
            <a:off x="8278813" y="5375275"/>
            <a:ext cx="1587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147483646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4" name="Freeform 89">
            <a:extLst>
              <a:ext uri="{FF2B5EF4-FFF2-40B4-BE49-F238E27FC236}">
                <a16:creationId xmlns:a16="http://schemas.microsoft.com/office/drawing/2014/main" id="{44725E0F-7E5A-411B-876A-CF84A313D267}"/>
              </a:ext>
            </a:extLst>
          </p:cNvPr>
          <p:cNvSpPr>
            <a:spLocks/>
          </p:cNvSpPr>
          <p:nvPr/>
        </p:nvSpPr>
        <p:spPr bwMode="auto">
          <a:xfrm>
            <a:off x="8248650" y="5486400"/>
            <a:ext cx="58738" cy="114300"/>
          </a:xfrm>
          <a:custGeom>
            <a:avLst/>
            <a:gdLst>
              <a:gd name="T0" fmla="*/ 2147483646 w 37"/>
              <a:gd name="T1" fmla="*/ 0 h 72"/>
              <a:gd name="T2" fmla="*/ 2147483646 w 37"/>
              <a:gd name="T3" fmla="*/ 2147483646 h 72"/>
              <a:gd name="T4" fmla="*/ 0 w 37"/>
              <a:gd name="T5" fmla="*/ 0 h 72"/>
              <a:gd name="T6" fmla="*/ 2147483646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9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5" name="Freeform 90">
            <a:extLst>
              <a:ext uri="{FF2B5EF4-FFF2-40B4-BE49-F238E27FC236}">
                <a16:creationId xmlns:a16="http://schemas.microsoft.com/office/drawing/2014/main" id="{23EC98D5-420E-40B5-9C64-0DC836F125C7}"/>
              </a:ext>
            </a:extLst>
          </p:cNvPr>
          <p:cNvSpPr>
            <a:spLocks/>
          </p:cNvSpPr>
          <p:nvPr/>
        </p:nvSpPr>
        <p:spPr bwMode="auto">
          <a:xfrm>
            <a:off x="9966325" y="5375275"/>
            <a:ext cx="115888" cy="339725"/>
          </a:xfrm>
          <a:custGeom>
            <a:avLst/>
            <a:gdLst>
              <a:gd name="T0" fmla="*/ 2147483646 w 73"/>
              <a:gd name="T1" fmla="*/ 0 h 214"/>
              <a:gd name="T2" fmla="*/ 0 w 73"/>
              <a:gd name="T3" fmla="*/ 2147483646 h 214"/>
              <a:gd name="T4" fmla="*/ 2147483646 w 73"/>
              <a:gd name="T5" fmla="*/ 0 h 214"/>
              <a:gd name="T6" fmla="*/ 0 60000 65536"/>
              <a:gd name="T7" fmla="*/ 0 60000 65536"/>
              <a:gd name="T8" fmla="*/ 0 60000 65536"/>
              <a:gd name="T9" fmla="*/ 0 w 73"/>
              <a:gd name="T10" fmla="*/ 0 h 214"/>
              <a:gd name="T11" fmla="*/ 73 w 73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214">
                <a:moveTo>
                  <a:pt x="72" y="0"/>
                </a:moveTo>
                <a:lnTo>
                  <a:pt x="0" y="213"/>
                </a:lnTo>
                <a:lnTo>
                  <a:pt x="72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6" name="Freeform 91">
            <a:extLst>
              <a:ext uri="{FF2B5EF4-FFF2-40B4-BE49-F238E27FC236}">
                <a16:creationId xmlns:a16="http://schemas.microsoft.com/office/drawing/2014/main" id="{701E996F-3A18-4723-B978-0E64478C4AAD}"/>
              </a:ext>
            </a:extLst>
          </p:cNvPr>
          <p:cNvSpPr>
            <a:spLocks/>
          </p:cNvSpPr>
          <p:nvPr/>
        </p:nvSpPr>
        <p:spPr bwMode="auto">
          <a:xfrm>
            <a:off x="9966325" y="5597525"/>
            <a:ext cx="63500" cy="117475"/>
          </a:xfrm>
          <a:custGeom>
            <a:avLst/>
            <a:gdLst>
              <a:gd name="T0" fmla="*/ 2147483646 w 40"/>
              <a:gd name="T1" fmla="*/ 2147483646 h 74"/>
              <a:gd name="T2" fmla="*/ 0 w 40"/>
              <a:gd name="T3" fmla="*/ 2147483646 h 74"/>
              <a:gd name="T4" fmla="*/ 2147483646 w 40"/>
              <a:gd name="T5" fmla="*/ 0 h 74"/>
              <a:gd name="T6" fmla="*/ 2147483646 w 40"/>
              <a:gd name="T7" fmla="*/ 2147483646 h 74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4"/>
              <a:gd name="T14" fmla="*/ 40 w 40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4">
                <a:moveTo>
                  <a:pt x="39" y="10"/>
                </a:moveTo>
                <a:lnTo>
                  <a:pt x="0" y="73"/>
                </a:lnTo>
                <a:lnTo>
                  <a:pt x="6" y="0"/>
                </a:lnTo>
                <a:lnTo>
                  <a:pt x="39" y="1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7" name="Freeform 92">
            <a:extLst>
              <a:ext uri="{FF2B5EF4-FFF2-40B4-BE49-F238E27FC236}">
                <a16:creationId xmlns:a16="http://schemas.microsoft.com/office/drawing/2014/main" id="{244BF1A8-ED90-4758-B882-DBFD3A0C7F86}"/>
              </a:ext>
            </a:extLst>
          </p:cNvPr>
          <p:cNvSpPr>
            <a:spLocks/>
          </p:cNvSpPr>
          <p:nvPr/>
        </p:nvSpPr>
        <p:spPr bwMode="auto">
          <a:xfrm>
            <a:off x="10304463" y="5375275"/>
            <a:ext cx="112712" cy="339725"/>
          </a:xfrm>
          <a:custGeom>
            <a:avLst/>
            <a:gdLst>
              <a:gd name="T0" fmla="*/ 0 w 71"/>
              <a:gd name="T1" fmla="*/ 0 h 214"/>
              <a:gd name="T2" fmla="*/ 2147483646 w 71"/>
              <a:gd name="T3" fmla="*/ 2147483646 h 214"/>
              <a:gd name="T4" fmla="*/ 0 w 71"/>
              <a:gd name="T5" fmla="*/ 0 h 214"/>
              <a:gd name="T6" fmla="*/ 0 60000 65536"/>
              <a:gd name="T7" fmla="*/ 0 60000 65536"/>
              <a:gd name="T8" fmla="*/ 0 60000 65536"/>
              <a:gd name="T9" fmla="*/ 0 w 71"/>
              <a:gd name="T10" fmla="*/ 0 h 214"/>
              <a:gd name="T11" fmla="*/ 71 w 71"/>
              <a:gd name="T12" fmla="*/ 214 h 2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" h="214">
                <a:moveTo>
                  <a:pt x="0" y="0"/>
                </a:moveTo>
                <a:lnTo>
                  <a:pt x="70" y="213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8" name="Freeform 93">
            <a:extLst>
              <a:ext uri="{FF2B5EF4-FFF2-40B4-BE49-F238E27FC236}">
                <a16:creationId xmlns:a16="http://schemas.microsoft.com/office/drawing/2014/main" id="{2B2F0840-CF68-4DA7-83A0-D14D0A0BF628}"/>
              </a:ext>
            </a:extLst>
          </p:cNvPr>
          <p:cNvSpPr>
            <a:spLocks/>
          </p:cNvSpPr>
          <p:nvPr/>
        </p:nvSpPr>
        <p:spPr bwMode="auto">
          <a:xfrm>
            <a:off x="10355263" y="5597525"/>
            <a:ext cx="61912" cy="117475"/>
          </a:xfrm>
          <a:custGeom>
            <a:avLst/>
            <a:gdLst>
              <a:gd name="T0" fmla="*/ 2147483646 w 39"/>
              <a:gd name="T1" fmla="*/ 0 h 74"/>
              <a:gd name="T2" fmla="*/ 2147483646 w 39"/>
              <a:gd name="T3" fmla="*/ 2147483646 h 74"/>
              <a:gd name="T4" fmla="*/ 0 w 39"/>
              <a:gd name="T5" fmla="*/ 2147483646 h 74"/>
              <a:gd name="T6" fmla="*/ 2147483646 w 39"/>
              <a:gd name="T7" fmla="*/ 0 h 74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4"/>
              <a:gd name="T14" fmla="*/ 39 w 39"/>
              <a:gd name="T15" fmla="*/ 74 h 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4">
                <a:moveTo>
                  <a:pt x="33" y="0"/>
                </a:moveTo>
                <a:lnTo>
                  <a:pt x="38" y="73"/>
                </a:lnTo>
                <a:lnTo>
                  <a:pt x="0" y="10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49" name="Freeform 94">
            <a:extLst>
              <a:ext uri="{FF2B5EF4-FFF2-40B4-BE49-F238E27FC236}">
                <a16:creationId xmlns:a16="http://schemas.microsoft.com/office/drawing/2014/main" id="{9121C491-5C48-4583-B391-86EBCFAD4F9A}"/>
              </a:ext>
            </a:extLst>
          </p:cNvPr>
          <p:cNvSpPr>
            <a:spLocks/>
          </p:cNvSpPr>
          <p:nvPr/>
        </p:nvSpPr>
        <p:spPr bwMode="auto">
          <a:xfrm>
            <a:off x="10193338" y="5375275"/>
            <a:ext cx="1587" cy="225425"/>
          </a:xfrm>
          <a:custGeom>
            <a:avLst/>
            <a:gdLst>
              <a:gd name="T0" fmla="*/ 0 w 1"/>
              <a:gd name="T1" fmla="*/ 0 h 142"/>
              <a:gd name="T2" fmla="*/ 0 w 1"/>
              <a:gd name="T3" fmla="*/ 2147483646 h 142"/>
              <a:gd name="T4" fmla="*/ 0 w 1"/>
              <a:gd name="T5" fmla="*/ 0 h 142"/>
              <a:gd name="T6" fmla="*/ 0 60000 65536"/>
              <a:gd name="T7" fmla="*/ 0 60000 65536"/>
              <a:gd name="T8" fmla="*/ 0 60000 65536"/>
              <a:gd name="T9" fmla="*/ 0 w 1"/>
              <a:gd name="T10" fmla="*/ 0 h 142"/>
              <a:gd name="T11" fmla="*/ 1 w 1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2">
                <a:moveTo>
                  <a:pt x="0" y="0"/>
                </a:moveTo>
                <a:lnTo>
                  <a:pt x="0" y="141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0" name="Freeform 95">
            <a:extLst>
              <a:ext uri="{FF2B5EF4-FFF2-40B4-BE49-F238E27FC236}">
                <a16:creationId xmlns:a16="http://schemas.microsoft.com/office/drawing/2014/main" id="{A68AF81C-7D3B-4464-A5CE-2C5AF6E7D202}"/>
              </a:ext>
            </a:extLst>
          </p:cNvPr>
          <p:cNvSpPr>
            <a:spLocks/>
          </p:cNvSpPr>
          <p:nvPr/>
        </p:nvSpPr>
        <p:spPr bwMode="auto">
          <a:xfrm>
            <a:off x="10163175" y="5486400"/>
            <a:ext cx="58738" cy="114300"/>
          </a:xfrm>
          <a:custGeom>
            <a:avLst/>
            <a:gdLst>
              <a:gd name="T0" fmla="*/ 2147483646 w 37"/>
              <a:gd name="T1" fmla="*/ 0 h 72"/>
              <a:gd name="T2" fmla="*/ 2147483646 w 37"/>
              <a:gd name="T3" fmla="*/ 2147483646 h 72"/>
              <a:gd name="T4" fmla="*/ 0 w 37"/>
              <a:gd name="T5" fmla="*/ 0 h 72"/>
              <a:gd name="T6" fmla="*/ 2147483646 w 37"/>
              <a:gd name="T7" fmla="*/ 0 h 72"/>
              <a:gd name="T8" fmla="*/ 0 60000 65536"/>
              <a:gd name="T9" fmla="*/ 0 60000 65536"/>
              <a:gd name="T10" fmla="*/ 0 60000 65536"/>
              <a:gd name="T11" fmla="*/ 0 60000 65536"/>
              <a:gd name="T12" fmla="*/ 0 w 37"/>
              <a:gd name="T13" fmla="*/ 0 h 72"/>
              <a:gd name="T14" fmla="*/ 37 w 3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7" h="72">
                <a:moveTo>
                  <a:pt x="36" y="0"/>
                </a:moveTo>
                <a:lnTo>
                  <a:pt x="19" y="71"/>
                </a:lnTo>
                <a:lnTo>
                  <a:pt x="0" y="0"/>
                </a:lnTo>
                <a:lnTo>
                  <a:pt x="3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1" name="Freeform 96">
            <a:extLst>
              <a:ext uri="{FF2B5EF4-FFF2-40B4-BE49-F238E27FC236}">
                <a16:creationId xmlns:a16="http://schemas.microsoft.com/office/drawing/2014/main" id="{A6FFCE6C-1BF2-414C-AF2F-ACE518587158}"/>
              </a:ext>
            </a:extLst>
          </p:cNvPr>
          <p:cNvSpPr>
            <a:spLocks/>
          </p:cNvSpPr>
          <p:nvPr/>
        </p:nvSpPr>
        <p:spPr bwMode="auto">
          <a:xfrm>
            <a:off x="4294188" y="5811838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5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2" name="Freeform 97">
            <a:extLst>
              <a:ext uri="{FF2B5EF4-FFF2-40B4-BE49-F238E27FC236}">
                <a16:creationId xmlns:a16="http://schemas.microsoft.com/office/drawing/2014/main" id="{D1246CA8-E02C-4F4A-9584-A40A2E7B7723}"/>
              </a:ext>
            </a:extLst>
          </p:cNvPr>
          <p:cNvSpPr>
            <a:spLocks/>
          </p:cNvSpPr>
          <p:nvPr/>
        </p:nvSpPr>
        <p:spPr bwMode="auto">
          <a:xfrm>
            <a:off x="4419600" y="5811838"/>
            <a:ext cx="58738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3" name="Freeform 98">
            <a:extLst>
              <a:ext uri="{FF2B5EF4-FFF2-40B4-BE49-F238E27FC236}">
                <a16:creationId xmlns:a16="http://schemas.microsoft.com/office/drawing/2014/main" id="{508884C1-D211-4CF0-B53A-710C49D4D055}"/>
              </a:ext>
            </a:extLst>
          </p:cNvPr>
          <p:cNvSpPr>
            <a:spLocks/>
          </p:cNvSpPr>
          <p:nvPr/>
        </p:nvSpPr>
        <p:spPr bwMode="auto">
          <a:xfrm>
            <a:off x="4546600" y="5811838"/>
            <a:ext cx="58738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4" name="Freeform 99">
            <a:extLst>
              <a:ext uri="{FF2B5EF4-FFF2-40B4-BE49-F238E27FC236}">
                <a16:creationId xmlns:a16="http://schemas.microsoft.com/office/drawing/2014/main" id="{E70365FC-8BC3-4431-BF9A-F24D946ECE54}"/>
              </a:ext>
            </a:extLst>
          </p:cNvPr>
          <p:cNvSpPr>
            <a:spLocks/>
          </p:cNvSpPr>
          <p:nvPr/>
        </p:nvSpPr>
        <p:spPr bwMode="auto">
          <a:xfrm>
            <a:off x="6194425" y="5811838"/>
            <a:ext cx="58738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5" name="Freeform 100">
            <a:extLst>
              <a:ext uri="{FF2B5EF4-FFF2-40B4-BE49-F238E27FC236}">
                <a16:creationId xmlns:a16="http://schemas.microsoft.com/office/drawing/2014/main" id="{14E9B5B4-6C76-4C38-A73B-E50DFCC6C548}"/>
              </a:ext>
            </a:extLst>
          </p:cNvPr>
          <p:cNvSpPr>
            <a:spLocks/>
          </p:cNvSpPr>
          <p:nvPr/>
        </p:nvSpPr>
        <p:spPr bwMode="auto">
          <a:xfrm>
            <a:off x="6321425" y="5811838"/>
            <a:ext cx="55563" cy="28575"/>
          </a:xfrm>
          <a:custGeom>
            <a:avLst/>
            <a:gdLst>
              <a:gd name="T0" fmla="*/ 2147483646 w 35"/>
              <a:gd name="T1" fmla="*/ 2147483646 h 18"/>
              <a:gd name="T2" fmla="*/ 2147483646 w 35"/>
              <a:gd name="T3" fmla="*/ 0 h 18"/>
              <a:gd name="T4" fmla="*/ 0 w 35"/>
              <a:gd name="T5" fmla="*/ 2147483646 h 18"/>
              <a:gd name="T6" fmla="*/ 2147483646 w 35"/>
              <a:gd name="T7" fmla="*/ 2147483646 h 18"/>
              <a:gd name="T8" fmla="*/ 2147483646 w 35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"/>
              <a:gd name="T16" fmla="*/ 0 h 18"/>
              <a:gd name="T17" fmla="*/ 35 w 35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" h="18">
                <a:moveTo>
                  <a:pt x="34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4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6" name="Freeform 101">
            <a:extLst>
              <a:ext uri="{FF2B5EF4-FFF2-40B4-BE49-F238E27FC236}">
                <a16:creationId xmlns:a16="http://schemas.microsoft.com/office/drawing/2014/main" id="{B3AFDF6A-2303-4671-B717-C834BD51FB44}"/>
              </a:ext>
            </a:extLst>
          </p:cNvPr>
          <p:cNvSpPr>
            <a:spLocks/>
          </p:cNvSpPr>
          <p:nvPr/>
        </p:nvSpPr>
        <p:spPr bwMode="auto">
          <a:xfrm>
            <a:off x="6446838" y="5811838"/>
            <a:ext cx="58737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7" name="Freeform 102">
            <a:extLst>
              <a:ext uri="{FF2B5EF4-FFF2-40B4-BE49-F238E27FC236}">
                <a16:creationId xmlns:a16="http://schemas.microsoft.com/office/drawing/2014/main" id="{D238A404-9430-4C6C-8BD0-888A0AE94F86}"/>
              </a:ext>
            </a:extLst>
          </p:cNvPr>
          <p:cNvSpPr>
            <a:spLocks/>
          </p:cNvSpPr>
          <p:nvPr/>
        </p:nvSpPr>
        <p:spPr bwMode="auto">
          <a:xfrm>
            <a:off x="8108950" y="5811838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8" name="Freeform 103">
            <a:extLst>
              <a:ext uri="{FF2B5EF4-FFF2-40B4-BE49-F238E27FC236}">
                <a16:creationId xmlns:a16="http://schemas.microsoft.com/office/drawing/2014/main" id="{02D69C2B-6861-4F22-800F-EDF4CAE25835}"/>
              </a:ext>
            </a:extLst>
          </p:cNvPr>
          <p:cNvSpPr>
            <a:spLocks/>
          </p:cNvSpPr>
          <p:nvPr/>
        </p:nvSpPr>
        <p:spPr bwMode="auto">
          <a:xfrm>
            <a:off x="8234363" y="5811838"/>
            <a:ext cx="60325" cy="28575"/>
          </a:xfrm>
          <a:custGeom>
            <a:avLst/>
            <a:gdLst>
              <a:gd name="T0" fmla="*/ 2147483646 w 38"/>
              <a:gd name="T1" fmla="*/ 2147483646 h 18"/>
              <a:gd name="T2" fmla="*/ 2147483646 w 38"/>
              <a:gd name="T3" fmla="*/ 0 h 18"/>
              <a:gd name="T4" fmla="*/ 0 w 38"/>
              <a:gd name="T5" fmla="*/ 2147483646 h 18"/>
              <a:gd name="T6" fmla="*/ 2147483646 w 38"/>
              <a:gd name="T7" fmla="*/ 2147483646 h 18"/>
              <a:gd name="T8" fmla="*/ 2147483646 w 38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"/>
              <a:gd name="T16" fmla="*/ 0 h 18"/>
              <a:gd name="T17" fmla="*/ 38 w 38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" h="18">
                <a:moveTo>
                  <a:pt x="37" y="9"/>
                </a:moveTo>
                <a:lnTo>
                  <a:pt x="18" y="0"/>
                </a:lnTo>
                <a:lnTo>
                  <a:pt x="0" y="9"/>
                </a:lnTo>
                <a:lnTo>
                  <a:pt x="18" y="17"/>
                </a:lnTo>
                <a:lnTo>
                  <a:pt x="37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59" name="Freeform 104">
            <a:extLst>
              <a:ext uri="{FF2B5EF4-FFF2-40B4-BE49-F238E27FC236}">
                <a16:creationId xmlns:a16="http://schemas.microsoft.com/office/drawing/2014/main" id="{C0E3DD90-655B-49CE-BE43-0572872D3B05}"/>
              </a:ext>
            </a:extLst>
          </p:cNvPr>
          <p:cNvSpPr>
            <a:spLocks/>
          </p:cNvSpPr>
          <p:nvPr/>
        </p:nvSpPr>
        <p:spPr bwMode="auto">
          <a:xfrm>
            <a:off x="8362950" y="5811838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0" name="Freeform 105">
            <a:extLst>
              <a:ext uri="{FF2B5EF4-FFF2-40B4-BE49-F238E27FC236}">
                <a16:creationId xmlns:a16="http://schemas.microsoft.com/office/drawing/2014/main" id="{2F208D51-2189-4E6E-83E0-81999AD5E7E2}"/>
              </a:ext>
            </a:extLst>
          </p:cNvPr>
          <p:cNvSpPr>
            <a:spLocks/>
          </p:cNvSpPr>
          <p:nvPr/>
        </p:nvSpPr>
        <p:spPr bwMode="auto">
          <a:xfrm>
            <a:off x="10037763" y="5811838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1" name="Freeform 106">
            <a:extLst>
              <a:ext uri="{FF2B5EF4-FFF2-40B4-BE49-F238E27FC236}">
                <a16:creationId xmlns:a16="http://schemas.microsoft.com/office/drawing/2014/main" id="{1B191EDF-8B10-458E-BACD-3A15A874CECA}"/>
              </a:ext>
            </a:extLst>
          </p:cNvPr>
          <p:cNvSpPr>
            <a:spLocks/>
          </p:cNvSpPr>
          <p:nvPr/>
        </p:nvSpPr>
        <p:spPr bwMode="auto">
          <a:xfrm>
            <a:off x="10163175" y="5811838"/>
            <a:ext cx="58738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9"/>
                </a:moveTo>
                <a:lnTo>
                  <a:pt x="19" y="0"/>
                </a:lnTo>
                <a:lnTo>
                  <a:pt x="0" y="9"/>
                </a:lnTo>
                <a:lnTo>
                  <a:pt x="19" y="17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2" name="Freeform 107">
            <a:extLst>
              <a:ext uri="{FF2B5EF4-FFF2-40B4-BE49-F238E27FC236}">
                <a16:creationId xmlns:a16="http://schemas.microsoft.com/office/drawing/2014/main" id="{555AABA7-08A4-4C74-B7B3-6A933F5DED6A}"/>
              </a:ext>
            </a:extLst>
          </p:cNvPr>
          <p:cNvSpPr>
            <a:spLocks/>
          </p:cNvSpPr>
          <p:nvPr/>
        </p:nvSpPr>
        <p:spPr bwMode="auto">
          <a:xfrm>
            <a:off x="10290175" y="5811838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9"/>
                </a:moveTo>
                <a:lnTo>
                  <a:pt x="17" y="0"/>
                </a:lnTo>
                <a:lnTo>
                  <a:pt x="0" y="9"/>
                </a:lnTo>
                <a:lnTo>
                  <a:pt x="17" y="17"/>
                </a:lnTo>
                <a:lnTo>
                  <a:pt x="35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3" name="Freeform 108">
            <a:extLst>
              <a:ext uri="{FF2B5EF4-FFF2-40B4-BE49-F238E27FC236}">
                <a16:creationId xmlns:a16="http://schemas.microsoft.com/office/drawing/2014/main" id="{D9A18FDD-479E-497E-89B5-581752332D86}"/>
              </a:ext>
            </a:extLst>
          </p:cNvPr>
          <p:cNvSpPr>
            <a:spLocks/>
          </p:cNvSpPr>
          <p:nvPr/>
        </p:nvSpPr>
        <p:spPr bwMode="auto">
          <a:xfrm>
            <a:off x="9121775" y="5262563"/>
            <a:ext cx="58738" cy="30162"/>
          </a:xfrm>
          <a:custGeom>
            <a:avLst/>
            <a:gdLst>
              <a:gd name="T0" fmla="*/ 2147483646 w 37"/>
              <a:gd name="T1" fmla="*/ 2147483646 h 19"/>
              <a:gd name="T2" fmla="*/ 2147483646 w 37"/>
              <a:gd name="T3" fmla="*/ 0 h 19"/>
              <a:gd name="T4" fmla="*/ 0 w 37"/>
              <a:gd name="T5" fmla="*/ 2147483646 h 19"/>
              <a:gd name="T6" fmla="*/ 2147483646 w 37"/>
              <a:gd name="T7" fmla="*/ 2147483646 h 19"/>
              <a:gd name="T8" fmla="*/ 2147483646 w 37"/>
              <a:gd name="T9" fmla="*/ 2147483646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9"/>
              <a:gd name="T17" fmla="*/ 37 w 37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9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8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4" name="Freeform 109">
            <a:extLst>
              <a:ext uri="{FF2B5EF4-FFF2-40B4-BE49-F238E27FC236}">
                <a16:creationId xmlns:a16="http://schemas.microsoft.com/office/drawing/2014/main" id="{A16404D0-1C70-4DEF-AFA8-F04D6F1F2A23}"/>
              </a:ext>
            </a:extLst>
          </p:cNvPr>
          <p:cNvSpPr>
            <a:spLocks/>
          </p:cNvSpPr>
          <p:nvPr/>
        </p:nvSpPr>
        <p:spPr bwMode="auto">
          <a:xfrm>
            <a:off x="9248775" y="5262563"/>
            <a:ext cx="57150" cy="30162"/>
          </a:xfrm>
          <a:custGeom>
            <a:avLst/>
            <a:gdLst>
              <a:gd name="T0" fmla="*/ 2147483646 w 36"/>
              <a:gd name="T1" fmla="*/ 2147483646 h 19"/>
              <a:gd name="T2" fmla="*/ 2147483646 w 36"/>
              <a:gd name="T3" fmla="*/ 0 h 19"/>
              <a:gd name="T4" fmla="*/ 0 w 36"/>
              <a:gd name="T5" fmla="*/ 2147483646 h 19"/>
              <a:gd name="T6" fmla="*/ 2147483646 w 36"/>
              <a:gd name="T7" fmla="*/ 2147483646 h 19"/>
              <a:gd name="T8" fmla="*/ 2147483646 w 36"/>
              <a:gd name="T9" fmla="*/ 2147483646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9"/>
              <a:gd name="T17" fmla="*/ 36 w 36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9">
                <a:moveTo>
                  <a:pt x="35" y="9"/>
                </a:moveTo>
                <a:lnTo>
                  <a:pt x="18" y="0"/>
                </a:lnTo>
                <a:lnTo>
                  <a:pt x="0" y="9"/>
                </a:lnTo>
                <a:lnTo>
                  <a:pt x="18" y="18"/>
                </a:lnTo>
                <a:lnTo>
                  <a:pt x="35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5" name="Freeform 110">
            <a:extLst>
              <a:ext uri="{FF2B5EF4-FFF2-40B4-BE49-F238E27FC236}">
                <a16:creationId xmlns:a16="http://schemas.microsoft.com/office/drawing/2014/main" id="{C63D55DC-701D-499A-872A-6E5C9CA2B0F7}"/>
              </a:ext>
            </a:extLst>
          </p:cNvPr>
          <p:cNvSpPr>
            <a:spLocks/>
          </p:cNvSpPr>
          <p:nvPr/>
        </p:nvSpPr>
        <p:spPr bwMode="auto">
          <a:xfrm>
            <a:off x="9375775" y="5262563"/>
            <a:ext cx="58738" cy="30162"/>
          </a:xfrm>
          <a:custGeom>
            <a:avLst/>
            <a:gdLst>
              <a:gd name="T0" fmla="*/ 2147483646 w 37"/>
              <a:gd name="T1" fmla="*/ 2147483646 h 19"/>
              <a:gd name="T2" fmla="*/ 2147483646 w 37"/>
              <a:gd name="T3" fmla="*/ 0 h 19"/>
              <a:gd name="T4" fmla="*/ 0 w 37"/>
              <a:gd name="T5" fmla="*/ 2147483646 h 19"/>
              <a:gd name="T6" fmla="*/ 2147483646 w 37"/>
              <a:gd name="T7" fmla="*/ 2147483646 h 19"/>
              <a:gd name="T8" fmla="*/ 2147483646 w 37"/>
              <a:gd name="T9" fmla="*/ 2147483646 h 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9"/>
              <a:gd name="T17" fmla="*/ 37 w 37"/>
              <a:gd name="T18" fmla="*/ 19 h 1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9">
                <a:moveTo>
                  <a:pt x="36" y="9"/>
                </a:moveTo>
                <a:lnTo>
                  <a:pt x="18" y="0"/>
                </a:lnTo>
                <a:lnTo>
                  <a:pt x="0" y="9"/>
                </a:lnTo>
                <a:lnTo>
                  <a:pt x="18" y="18"/>
                </a:lnTo>
                <a:lnTo>
                  <a:pt x="36" y="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6" name="Freeform 111">
            <a:extLst>
              <a:ext uri="{FF2B5EF4-FFF2-40B4-BE49-F238E27FC236}">
                <a16:creationId xmlns:a16="http://schemas.microsoft.com/office/drawing/2014/main" id="{E57FC246-620C-4AFA-8E14-B80E3A9A14AD}"/>
              </a:ext>
            </a:extLst>
          </p:cNvPr>
          <p:cNvSpPr>
            <a:spLocks/>
          </p:cNvSpPr>
          <p:nvPr/>
        </p:nvSpPr>
        <p:spPr bwMode="auto">
          <a:xfrm>
            <a:off x="7110413" y="4603750"/>
            <a:ext cx="55562" cy="28575"/>
          </a:xfrm>
          <a:custGeom>
            <a:avLst/>
            <a:gdLst>
              <a:gd name="T0" fmla="*/ 2147483646 w 35"/>
              <a:gd name="T1" fmla="*/ 2147483646 h 18"/>
              <a:gd name="T2" fmla="*/ 2147483646 w 35"/>
              <a:gd name="T3" fmla="*/ 0 h 18"/>
              <a:gd name="T4" fmla="*/ 0 w 35"/>
              <a:gd name="T5" fmla="*/ 2147483646 h 18"/>
              <a:gd name="T6" fmla="*/ 2147483646 w 35"/>
              <a:gd name="T7" fmla="*/ 2147483646 h 18"/>
              <a:gd name="T8" fmla="*/ 2147483646 w 35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"/>
              <a:gd name="T16" fmla="*/ 0 h 18"/>
              <a:gd name="T17" fmla="*/ 35 w 35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" h="18">
                <a:moveTo>
                  <a:pt x="34" y="8"/>
                </a:moveTo>
                <a:lnTo>
                  <a:pt x="17" y="0"/>
                </a:lnTo>
                <a:lnTo>
                  <a:pt x="0" y="8"/>
                </a:lnTo>
                <a:lnTo>
                  <a:pt x="17" y="17"/>
                </a:lnTo>
                <a:lnTo>
                  <a:pt x="34" y="8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7" name="Freeform 112">
            <a:extLst>
              <a:ext uri="{FF2B5EF4-FFF2-40B4-BE49-F238E27FC236}">
                <a16:creationId xmlns:a16="http://schemas.microsoft.com/office/drawing/2014/main" id="{B54F7F0C-7AD4-4CC2-BB3C-0C2E04A1C4C9}"/>
              </a:ext>
            </a:extLst>
          </p:cNvPr>
          <p:cNvSpPr>
            <a:spLocks/>
          </p:cNvSpPr>
          <p:nvPr/>
        </p:nvSpPr>
        <p:spPr bwMode="auto">
          <a:xfrm>
            <a:off x="7234238" y="4603750"/>
            <a:ext cx="60325" cy="28575"/>
          </a:xfrm>
          <a:custGeom>
            <a:avLst/>
            <a:gdLst>
              <a:gd name="T0" fmla="*/ 2147483646 w 38"/>
              <a:gd name="T1" fmla="*/ 2147483646 h 18"/>
              <a:gd name="T2" fmla="*/ 2147483646 w 38"/>
              <a:gd name="T3" fmla="*/ 0 h 18"/>
              <a:gd name="T4" fmla="*/ 0 w 38"/>
              <a:gd name="T5" fmla="*/ 2147483646 h 18"/>
              <a:gd name="T6" fmla="*/ 2147483646 w 38"/>
              <a:gd name="T7" fmla="*/ 2147483646 h 18"/>
              <a:gd name="T8" fmla="*/ 2147483646 w 38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8"/>
              <a:gd name="T16" fmla="*/ 0 h 18"/>
              <a:gd name="T17" fmla="*/ 38 w 38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8" h="18">
                <a:moveTo>
                  <a:pt x="37" y="8"/>
                </a:moveTo>
                <a:lnTo>
                  <a:pt x="19" y="0"/>
                </a:lnTo>
                <a:lnTo>
                  <a:pt x="0" y="8"/>
                </a:lnTo>
                <a:lnTo>
                  <a:pt x="19" y="17"/>
                </a:lnTo>
                <a:lnTo>
                  <a:pt x="37" y="8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8" name="Freeform 113">
            <a:extLst>
              <a:ext uri="{FF2B5EF4-FFF2-40B4-BE49-F238E27FC236}">
                <a16:creationId xmlns:a16="http://schemas.microsoft.com/office/drawing/2014/main" id="{7916E7F5-0401-4A13-A122-D2B7C74DEC1B}"/>
              </a:ext>
            </a:extLst>
          </p:cNvPr>
          <p:cNvSpPr>
            <a:spLocks/>
          </p:cNvSpPr>
          <p:nvPr/>
        </p:nvSpPr>
        <p:spPr bwMode="auto">
          <a:xfrm>
            <a:off x="7362825" y="4603750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8"/>
                </a:moveTo>
                <a:lnTo>
                  <a:pt x="17" y="0"/>
                </a:lnTo>
                <a:lnTo>
                  <a:pt x="0" y="8"/>
                </a:lnTo>
                <a:lnTo>
                  <a:pt x="17" y="17"/>
                </a:lnTo>
                <a:lnTo>
                  <a:pt x="35" y="8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69" name="Freeform 114">
            <a:extLst>
              <a:ext uri="{FF2B5EF4-FFF2-40B4-BE49-F238E27FC236}">
                <a16:creationId xmlns:a16="http://schemas.microsoft.com/office/drawing/2014/main" id="{A30EDBE7-76F9-4FBB-A368-23909F0C9EED}"/>
              </a:ext>
            </a:extLst>
          </p:cNvPr>
          <p:cNvSpPr>
            <a:spLocks/>
          </p:cNvSpPr>
          <p:nvPr/>
        </p:nvSpPr>
        <p:spPr bwMode="auto">
          <a:xfrm>
            <a:off x="5264150" y="5249863"/>
            <a:ext cx="58738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8"/>
                </a:moveTo>
                <a:lnTo>
                  <a:pt x="18" y="0"/>
                </a:lnTo>
                <a:lnTo>
                  <a:pt x="0" y="8"/>
                </a:lnTo>
                <a:lnTo>
                  <a:pt x="18" y="17"/>
                </a:lnTo>
                <a:lnTo>
                  <a:pt x="36" y="8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70" name="Freeform 115">
            <a:extLst>
              <a:ext uri="{FF2B5EF4-FFF2-40B4-BE49-F238E27FC236}">
                <a16:creationId xmlns:a16="http://schemas.microsoft.com/office/drawing/2014/main" id="{AC99F6D3-46AF-4CFA-A1EB-B413EBE6AFF3}"/>
              </a:ext>
            </a:extLst>
          </p:cNvPr>
          <p:cNvSpPr>
            <a:spLocks/>
          </p:cNvSpPr>
          <p:nvPr/>
        </p:nvSpPr>
        <p:spPr bwMode="auto">
          <a:xfrm>
            <a:off x="5392738" y="5249863"/>
            <a:ext cx="57150" cy="28575"/>
          </a:xfrm>
          <a:custGeom>
            <a:avLst/>
            <a:gdLst>
              <a:gd name="T0" fmla="*/ 2147483646 w 36"/>
              <a:gd name="T1" fmla="*/ 2147483646 h 18"/>
              <a:gd name="T2" fmla="*/ 2147483646 w 36"/>
              <a:gd name="T3" fmla="*/ 0 h 18"/>
              <a:gd name="T4" fmla="*/ 0 w 36"/>
              <a:gd name="T5" fmla="*/ 2147483646 h 18"/>
              <a:gd name="T6" fmla="*/ 2147483646 w 36"/>
              <a:gd name="T7" fmla="*/ 2147483646 h 18"/>
              <a:gd name="T8" fmla="*/ 2147483646 w 36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"/>
              <a:gd name="T16" fmla="*/ 0 h 18"/>
              <a:gd name="T17" fmla="*/ 36 w 36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" h="18">
                <a:moveTo>
                  <a:pt x="35" y="8"/>
                </a:moveTo>
                <a:lnTo>
                  <a:pt x="17" y="0"/>
                </a:lnTo>
                <a:lnTo>
                  <a:pt x="0" y="8"/>
                </a:lnTo>
                <a:lnTo>
                  <a:pt x="17" y="17"/>
                </a:lnTo>
                <a:lnTo>
                  <a:pt x="35" y="8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71" name="Freeform 116">
            <a:extLst>
              <a:ext uri="{FF2B5EF4-FFF2-40B4-BE49-F238E27FC236}">
                <a16:creationId xmlns:a16="http://schemas.microsoft.com/office/drawing/2014/main" id="{69675C70-2509-419E-B64C-BD8624E492A1}"/>
              </a:ext>
            </a:extLst>
          </p:cNvPr>
          <p:cNvSpPr>
            <a:spLocks/>
          </p:cNvSpPr>
          <p:nvPr/>
        </p:nvSpPr>
        <p:spPr bwMode="auto">
          <a:xfrm>
            <a:off x="5518150" y="5249863"/>
            <a:ext cx="58738" cy="28575"/>
          </a:xfrm>
          <a:custGeom>
            <a:avLst/>
            <a:gdLst>
              <a:gd name="T0" fmla="*/ 2147483646 w 37"/>
              <a:gd name="T1" fmla="*/ 2147483646 h 18"/>
              <a:gd name="T2" fmla="*/ 2147483646 w 37"/>
              <a:gd name="T3" fmla="*/ 0 h 18"/>
              <a:gd name="T4" fmla="*/ 0 w 37"/>
              <a:gd name="T5" fmla="*/ 2147483646 h 18"/>
              <a:gd name="T6" fmla="*/ 2147483646 w 37"/>
              <a:gd name="T7" fmla="*/ 2147483646 h 18"/>
              <a:gd name="T8" fmla="*/ 2147483646 w 37"/>
              <a:gd name="T9" fmla="*/ 2147483646 h 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"/>
              <a:gd name="T16" fmla="*/ 0 h 18"/>
              <a:gd name="T17" fmla="*/ 37 w 37"/>
              <a:gd name="T18" fmla="*/ 18 h 1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" h="18">
                <a:moveTo>
                  <a:pt x="36" y="8"/>
                </a:moveTo>
                <a:lnTo>
                  <a:pt x="18" y="0"/>
                </a:lnTo>
                <a:lnTo>
                  <a:pt x="0" y="8"/>
                </a:lnTo>
                <a:lnTo>
                  <a:pt x="18" y="17"/>
                </a:lnTo>
                <a:lnTo>
                  <a:pt x="36" y="8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72" name="Freeform 117">
            <a:extLst>
              <a:ext uri="{FF2B5EF4-FFF2-40B4-BE49-F238E27FC236}">
                <a16:creationId xmlns:a16="http://schemas.microsoft.com/office/drawing/2014/main" id="{C7A088DE-0D6C-4EEE-B352-93EC5877BAE1}"/>
              </a:ext>
            </a:extLst>
          </p:cNvPr>
          <p:cNvSpPr>
            <a:spLocks/>
          </p:cNvSpPr>
          <p:nvPr/>
        </p:nvSpPr>
        <p:spPr bwMode="auto">
          <a:xfrm>
            <a:off x="3897313" y="3575050"/>
            <a:ext cx="1587" cy="1912938"/>
          </a:xfrm>
          <a:custGeom>
            <a:avLst/>
            <a:gdLst>
              <a:gd name="T0" fmla="*/ 0 w 1"/>
              <a:gd name="T1" fmla="*/ 0 h 1205"/>
              <a:gd name="T2" fmla="*/ 0 w 1"/>
              <a:gd name="T3" fmla="*/ 2147483646 h 1205"/>
              <a:gd name="T4" fmla="*/ 0 w 1"/>
              <a:gd name="T5" fmla="*/ 0 h 1205"/>
              <a:gd name="T6" fmla="*/ 0 60000 65536"/>
              <a:gd name="T7" fmla="*/ 0 60000 65536"/>
              <a:gd name="T8" fmla="*/ 0 60000 65536"/>
              <a:gd name="T9" fmla="*/ 0 w 1"/>
              <a:gd name="T10" fmla="*/ 0 h 1205"/>
              <a:gd name="T11" fmla="*/ 1 w 1"/>
              <a:gd name="T12" fmla="*/ 1205 h 1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205">
                <a:moveTo>
                  <a:pt x="0" y="0"/>
                </a:moveTo>
                <a:lnTo>
                  <a:pt x="0" y="1204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73" name="Freeform 118">
            <a:extLst>
              <a:ext uri="{FF2B5EF4-FFF2-40B4-BE49-F238E27FC236}">
                <a16:creationId xmlns:a16="http://schemas.microsoft.com/office/drawing/2014/main" id="{059FF501-6EA1-424F-8B20-C73132AE1E0D}"/>
              </a:ext>
            </a:extLst>
          </p:cNvPr>
          <p:cNvSpPr>
            <a:spLocks/>
          </p:cNvSpPr>
          <p:nvPr/>
        </p:nvSpPr>
        <p:spPr bwMode="auto">
          <a:xfrm>
            <a:off x="3911600" y="5478463"/>
            <a:ext cx="114300" cy="1587"/>
          </a:xfrm>
          <a:custGeom>
            <a:avLst/>
            <a:gdLst>
              <a:gd name="T0" fmla="*/ 0 w 72"/>
              <a:gd name="T1" fmla="*/ 0 h 1"/>
              <a:gd name="T2" fmla="*/ 2147483646 w 72"/>
              <a:gd name="T3" fmla="*/ 0 h 1"/>
              <a:gd name="T4" fmla="*/ 0 w 72"/>
              <a:gd name="T5" fmla="*/ 0 h 1"/>
              <a:gd name="T6" fmla="*/ 0 60000 65536"/>
              <a:gd name="T7" fmla="*/ 0 60000 65536"/>
              <a:gd name="T8" fmla="*/ 0 60000 65536"/>
              <a:gd name="T9" fmla="*/ 0 w 72"/>
              <a:gd name="T10" fmla="*/ 0 h 1"/>
              <a:gd name="T11" fmla="*/ 72 w 72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" h="1">
                <a:moveTo>
                  <a:pt x="0" y="0"/>
                </a:moveTo>
                <a:lnTo>
                  <a:pt x="71" y="0"/>
                </a:lnTo>
                <a:lnTo>
                  <a:pt x="0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74" name="Freeform 119">
            <a:extLst>
              <a:ext uri="{FF2B5EF4-FFF2-40B4-BE49-F238E27FC236}">
                <a16:creationId xmlns:a16="http://schemas.microsoft.com/office/drawing/2014/main" id="{F67C1588-D830-430B-99A2-A20DACACDFA8}"/>
              </a:ext>
            </a:extLst>
          </p:cNvPr>
          <p:cNvSpPr>
            <a:spLocks/>
          </p:cNvSpPr>
          <p:nvPr/>
        </p:nvSpPr>
        <p:spPr bwMode="auto">
          <a:xfrm>
            <a:off x="3897313" y="3575050"/>
            <a:ext cx="142875" cy="1588"/>
          </a:xfrm>
          <a:custGeom>
            <a:avLst/>
            <a:gdLst>
              <a:gd name="T0" fmla="*/ 0 w 90"/>
              <a:gd name="T1" fmla="*/ 0 h 1"/>
              <a:gd name="T2" fmla="*/ 2147483646 w 90"/>
              <a:gd name="T3" fmla="*/ 0 h 1"/>
              <a:gd name="T4" fmla="*/ 0 w 90"/>
              <a:gd name="T5" fmla="*/ 0 h 1"/>
              <a:gd name="T6" fmla="*/ 0 60000 65536"/>
              <a:gd name="T7" fmla="*/ 0 60000 65536"/>
              <a:gd name="T8" fmla="*/ 0 60000 65536"/>
              <a:gd name="T9" fmla="*/ 0 w 90"/>
              <a:gd name="T10" fmla="*/ 0 h 1"/>
              <a:gd name="T11" fmla="*/ 90 w 90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" h="1">
                <a:moveTo>
                  <a:pt x="0" y="0"/>
                </a:moveTo>
                <a:lnTo>
                  <a:pt x="89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75" name="Freeform 120">
            <a:extLst>
              <a:ext uri="{FF2B5EF4-FFF2-40B4-BE49-F238E27FC236}">
                <a16:creationId xmlns:a16="http://schemas.microsoft.com/office/drawing/2014/main" id="{0A1FDC96-0B10-4006-B685-FFC495FD6F62}"/>
              </a:ext>
            </a:extLst>
          </p:cNvPr>
          <p:cNvSpPr>
            <a:spLocks/>
          </p:cNvSpPr>
          <p:nvPr/>
        </p:nvSpPr>
        <p:spPr bwMode="auto">
          <a:xfrm>
            <a:off x="3097213" y="5541963"/>
            <a:ext cx="7800975" cy="1587"/>
          </a:xfrm>
          <a:custGeom>
            <a:avLst/>
            <a:gdLst>
              <a:gd name="T0" fmla="*/ 0 w 4914"/>
              <a:gd name="T1" fmla="*/ 0 h 1"/>
              <a:gd name="T2" fmla="*/ 2147483646 w 4914"/>
              <a:gd name="T3" fmla="*/ 0 h 1"/>
              <a:gd name="T4" fmla="*/ 0 w 4914"/>
              <a:gd name="T5" fmla="*/ 0 h 1"/>
              <a:gd name="T6" fmla="*/ 0 60000 65536"/>
              <a:gd name="T7" fmla="*/ 0 60000 65536"/>
              <a:gd name="T8" fmla="*/ 0 60000 65536"/>
              <a:gd name="T9" fmla="*/ 0 w 4914"/>
              <a:gd name="T10" fmla="*/ 0 h 1"/>
              <a:gd name="T11" fmla="*/ 4914 w 4914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14" h="1">
                <a:moveTo>
                  <a:pt x="0" y="0"/>
                </a:moveTo>
                <a:lnTo>
                  <a:pt x="4913" y="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76" name="Freeform 121">
            <a:extLst>
              <a:ext uri="{FF2B5EF4-FFF2-40B4-BE49-F238E27FC236}">
                <a16:creationId xmlns:a16="http://schemas.microsoft.com/office/drawing/2014/main" id="{99FB7A1C-F24F-4258-873E-6DA779574063}"/>
              </a:ext>
            </a:extLst>
          </p:cNvPr>
          <p:cNvSpPr>
            <a:spLocks/>
          </p:cNvSpPr>
          <p:nvPr/>
        </p:nvSpPr>
        <p:spPr bwMode="auto">
          <a:xfrm>
            <a:off x="3784600" y="6121400"/>
            <a:ext cx="450850" cy="228600"/>
          </a:xfrm>
          <a:custGeom>
            <a:avLst/>
            <a:gdLst>
              <a:gd name="T0" fmla="*/ 0 w 284"/>
              <a:gd name="T1" fmla="*/ 2147483646 h 144"/>
              <a:gd name="T2" fmla="*/ 0 w 284"/>
              <a:gd name="T3" fmla="*/ 0 h 144"/>
              <a:gd name="T4" fmla="*/ 2147483646 w 284"/>
              <a:gd name="T5" fmla="*/ 0 h 144"/>
              <a:gd name="T6" fmla="*/ 2147483646 w 284"/>
              <a:gd name="T7" fmla="*/ 2147483646 h 144"/>
              <a:gd name="T8" fmla="*/ 0 w 284"/>
              <a:gd name="T9" fmla="*/ 2147483646 h 1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4"/>
              <a:gd name="T17" fmla="*/ 284 w 284"/>
              <a:gd name="T18" fmla="*/ 144 h 1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4">
                <a:moveTo>
                  <a:pt x="0" y="143"/>
                </a:moveTo>
                <a:lnTo>
                  <a:pt x="0" y="0"/>
                </a:lnTo>
                <a:lnTo>
                  <a:pt x="283" y="0"/>
                </a:lnTo>
                <a:lnTo>
                  <a:pt x="283" y="143"/>
                </a:lnTo>
                <a:lnTo>
                  <a:pt x="0" y="143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77" name="Freeform 122">
            <a:extLst>
              <a:ext uri="{FF2B5EF4-FFF2-40B4-BE49-F238E27FC236}">
                <a16:creationId xmlns:a16="http://schemas.microsoft.com/office/drawing/2014/main" id="{0C89DEA7-B6E8-4C71-A4C8-1B211FBDEE4E}"/>
              </a:ext>
            </a:extLst>
          </p:cNvPr>
          <p:cNvSpPr>
            <a:spLocks/>
          </p:cNvSpPr>
          <p:nvPr/>
        </p:nvSpPr>
        <p:spPr bwMode="auto">
          <a:xfrm>
            <a:off x="6597650" y="6127750"/>
            <a:ext cx="450850" cy="227013"/>
          </a:xfrm>
          <a:custGeom>
            <a:avLst/>
            <a:gdLst>
              <a:gd name="T0" fmla="*/ 0 w 284"/>
              <a:gd name="T1" fmla="*/ 2147483646 h 143"/>
              <a:gd name="T2" fmla="*/ 0 w 284"/>
              <a:gd name="T3" fmla="*/ 0 h 143"/>
              <a:gd name="T4" fmla="*/ 2147483646 w 284"/>
              <a:gd name="T5" fmla="*/ 0 h 143"/>
              <a:gd name="T6" fmla="*/ 2147483646 w 284"/>
              <a:gd name="T7" fmla="*/ 2147483646 h 143"/>
              <a:gd name="T8" fmla="*/ 0 w 284"/>
              <a:gd name="T9" fmla="*/ 2147483646 h 1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84"/>
              <a:gd name="T16" fmla="*/ 0 h 143"/>
              <a:gd name="T17" fmla="*/ 284 w 284"/>
              <a:gd name="T18" fmla="*/ 143 h 1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84" h="143">
                <a:moveTo>
                  <a:pt x="0" y="142"/>
                </a:moveTo>
                <a:lnTo>
                  <a:pt x="0" y="0"/>
                </a:lnTo>
                <a:lnTo>
                  <a:pt x="283" y="0"/>
                </a:lnTo>
                <a:lnTo>
                  <a:pt x="283" y="142"/>
                </a:lnTo>
                <a:lnTo>
                  <a:pt x="0" y="14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78" name="Freeform 123">
            <a:extLst>
              <a:ext uri="{FF2B5EF4-FFF2-40B4-BE49-F238E27FC236}">
                <a16:creationId xmlns:a16="http://schemas.microsoft.com/office/drawing/2014/main" id="{58A82652-1616-4B72-8909-402847CE342D}"/>
              </a:ext>
            </a:extLst>
          </p:cNvPr>
          <p:cNvSpPr>
            <a:spLocks/>
          </p:cNvSpPr>
          <p:nvPr/>
        </p:nvSpPr>
        <p:spPr bwMode="auto">
          <a:xfrm>
            <a:off x="4233863" y="5919788"/>
            <a:ext cx="69850" cy="187325"/>
          </a:xfrm>
          <a:custGeom>
            <a:avLst/>
            <a:gdLst>
              <a:gd name="T0" fmla="*/ 2147483646 w 44"/>
              <a:gd name="T1" fmla="*/ 0 h 118"/>
              <a:gd name="T2" fmla="*/ 2147483646 w 44"/>
              <a:gd name="T3" fmla="*/ 2147483646 h 118"/>
              <a:gd name="T4" fmla="*/ 2147483646 w 44"/>
              <a:gd name="T5" fmla="*/ 2147483646 h 118"/>
              <a:gd name="T6" fmla="*/ 2147483646 w 44"/>
              <a:gd name="T7" fmla="*/ 2147483646 h 118"/>
              <a:gd name="T8" fmla="*/ 0 w 44"/>
              <a:gd name="T9" fmla="*/ 2147483646 h 118"/>
              <a:gd name="T10" fmla="*/ 2147483646 w 44"/>
              <a:gd name="T11" fmla="*/ 0 h 11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4"/>
              <a:gd name="T19" fmla="*/ 0 h 118"/>
              <a:gd name="T20" fmla="*/ 44 w 44"/>
              <a:gd name="T21" fmla="*/ 118 h 11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4" h="118">
                <a:moveTo>
                  <a:pt x="9" y="0"/>
                </a:moveTo>
                <a:lnTo>
                  <a:pt x="19" y="11"/>
                </a:lnTo>
                <a:lnTo>
                  <a:pt x="43" y="62"/>
                </a:lnTo>
                <a:lnTo>
                  <a:pt x="9" y="108"/>
                </a:lnTo>
                <a:lnTo>
                  <a:pt x="0" y="117"/>
                </a:lnTo>
                <a:lnTo>
                  <a:pt x="9" y="0"/>
                </a:ln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79" name="Freeform 124">
            <a:extLst>
              <a:ext uri="{FF2B5EF4-FFF2-40B4-BE49-F238E27FC236}">
                <a16:creationId xmlns:a16="http://schemas.microsoft.com/office/drawing/2014/main" id="{C53520B6-EE10-45BA-A8A4-060F7FA04DCC}"/>
              </a:ext>
            </a:extLst>
          </p:cNvPr>
          <p:cNvSpPr>
            <a:spLocks/>
          </p:cNvSpPr>
          <p:nvPr/>
        </p:nvSpPr>
        <p:spPr bwMode="auto">
          <a:xfrm>
            <a:off x="4233863" y="6011863"/>
            <a:ext cx="104775" cy="95250"/>
          </a:xfrm>
          <a:custGeom>
            <a:avLst/>
            <a:gdLst>
              <a:gd name="T0" fmla="*/ 2147483646 w 66"/>
              <a:gd name="T1" fmla="*/ 2147483646 h 60"/>
              <a:gd name="T2" fmla="*/ 0 w 66"/>
              <a:gd name="T3" fmla="*/ 2147483646 h 60"/>
              <a:gd name="T4" fmla="*/ 2147483646 w 66"/>
              <a:gd name="T5" fmla="*/ 0 h 60"/>
              <a:gd name="T6" fmla="*/ 2147483646 w 66"/>
              <a:gd name="T7" fmla="*/ 2147483646 h 60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60"/>
              <a:gd name="T14" fmla="*/ 66 w 66"/>
              <a:gd name="T15" fmla="*/ 60 h 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60">
                <a:moveTo>
                  <a:pt x="65" y="26"/>
                </a:moveTo>
                <a:lnTo>
                  <a:pt x="0" y="59"/>
                </a:lnTo>
                <a:lnTo>
                  <a:pt x="42" y="0"/>
                </a:lnTo>
                <a:lnTo>
                  <a:pt x="65" y="26"/>
                </a:ln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cap="rnd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80" name="Rectangle 125">
            <a:extLst>
              <a:ext uri="{FF2B5EF4-FFF2-40B4-BE49-F238E27FC236}">
                <a16:creationId xmlns:a16="http://schemas.microsoft.com/office/drawing/2014/main" id="{EF8298FB-C7C5-4909-9762-A6FE80ACA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4211638"/>
            <a:ext cx="760413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400" b="1">
                <a:latin typeface="Arial" panose="020B0604020202020204" pitchFamily="34" charset="0"/>
              </a:rPr>
              <a:t>Noduri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19581" name="Rectangle 126">
            <a:extLst>
              <a:ext uri="{FF2B5EF4-FFF2-40B4-BE49-F238E27FC236}">
                <a16:creationId xmlns:a16="http://schemas.microsoft.com/office/drawing/2014/main" id="{4F7527DF-B44D-4D54-932F-C311A89E2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563" y="4465638"/>
            <a:ext cx="779462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400" b="1">
                <a:latin typeface="Arial" panose="020B0604020202020204" pitchFamily="34" charset="0"/>
              </a:rPr>
              <a:t>Interne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19582" name="Rectangle 127">
            <a:extLst>
              <a:ext uri="{FF2B5EF4-FFF2-40B4-BE49-F238E27FC236}">
                <a16:creationId xmlns:a16="http://schemas.microsoft.com/office/drawing/2014/main" id="{B9C81C98-E1E9-4CE8-8389-C342BCECA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2438" y="5854700"/>
            <a:ext cx="76993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400" b="1">
                <a:latin typeface="Arial" panose="020B0604020202020204" pitchFamily="34" charset="0"/>
              </a:rPr>
              <a:t>Frunză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  <p:grpSp>
        <p:nvGrpSpPr>
          <p:cNvPr id="19583" name="Group 128">
            <a:extLst>
              <a:ext uri="{FF2B5EF4-FFF2-40B4-BE49-F238E27FC236}">
                <a16:creationId xmlns:a16="http://schemas.microsoft.com/office/drawing/2014/main" id="{389439AD-A065-4C5F-8A0E-312093432D1C}"/>
              </a:ext>
            </a:extLst>
          </p:cNvPr>
          <p:cNvGrpSpPr>
            <a:grpSpLocks/>
          </p:cNvGrpSpPr>
          <p:nvPr/>
        </p:nvGrpSpPr>
        <p:grpSpPr bwMode="auto">
          <a:xfrm>
            <a:off x="4702175" y="6130925"/>
            <a:ext cx="1296988" cy="538163"/>
            <a:chOff x="1341" y="3457"/>
            <a:chExt cx="817" cy="339"/>
          </a:xfrm>
        </p:grpSpPr>
        <p:sp>
          <p:nvSpPr>
            <p:cNvPr id="19597" name="Rectangle 129">
              <a:extLst>
                <a:ext uri="{FF2B5EF4-FFF2-40B4-BE49-F238E27FC236}">
                  <a16:creationId xmlns:a16="http://schemas.microsoft.com/office/drawing/2014/main" id="{49E9271B-768F-4EBF-938C-8C9F115C6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" y="3457"/>
              <a:ext cx="45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o-RO" altLang="en-US" sz="1400" b="1">
                  <a:latin typeface="Arial" panose="020B0604020202020204" pitchFamily="34" charset="0"/>
                </a:rPr>
                <a:t>Pagini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  <p:sp>
          <p:nvSpPr>
            <p:cNvPr id="19598" name="Rectangle 130">
              <a:extLst>
                <a:ext uri="{FF2B5EF4-FFF2-40B4-BE49-F238E27FC236}">
                  <a16:creationId xmlns:a16="http://schemas.microsoft.com/office/drawing/2014/main" id="{8E7D28E3-F114-4448-9AAC-6404A3B04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1" y="3604"/>
              <a:ext cx="81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o-RO" altLang="en-US" sz="1400" b="1">
                  <a:latin typeface="Arial" panose="020B0604020202020204" pitchFamily="34" charset="0"/>
                </a:rPr>
                <a:t>suplimentare</a:t>
              </a:r>
              <a:endParaRPr lang="en-US" altLang="en-US" sz="1400" b="1">
                <a:latin typeface="Arial" panose="020B0604020202020204" pitchFamily="34" charset="0"/>
              </a:endParaRPr>
            </a:p>
          </p:txBody>
        </p:sp>
      </p:grpSp>
      <p:sp>
        <p:nvSpPr>
          <p:cNvPr id="19584" name="Rectangle 131">
            <a:extLst>
              <a:ext uri="{FF2B5EF4-FFF2-40B4-BE49-F238E27FC236}">
                <a16:creationId xmlns:a16="http://schemas.microsoft.com/office/drawing/2014/main" id="{63173B39-80AC-4297-AE37-8D7D8F77C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013" y="5589588"/>
            <a:ext cx="719137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400" b="1">
                <a:latin typeface="Arial" panose="020B0604020202020204" pitchFamily="34" charset="0"/>
              </a:rPr>
              <a:t>Pagini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  <p:sp>
        <p:nvSpPr>
          <p:cNvPr id="19585" name="Arc 132">
            <a:extLst>
              <a:ext uri="{FF2B5EF4-FFF2-40B4-BE49-F238E27FC236}">
                <a16:creationId xmlns:a16="http://schemas.microsoft.com/office/drawing/2014/main" id="{D8963B8D-507A-41FE-AE52-EFB078957CF3}"/>
              </a:ext>
            </a:extLst>
          </p:cNvPr>
          <p:cNvSpPr>
            <a:spLocks/>
          </p:cNvSpPr>
          <p:nvPr/>
        </p:nvSpPr>
        <p:spPr bwMode="auto">
          <a:xfrm>
            <a:off x="4249738" y="5905500"/>
            <a:ext cx="152400" cy="1524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solidFill>
            <a:schemeClr val="accent1"/>
          </a:solidFill>
          <a:ln w="19050" cap="rnd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9586" name="Arc 133">
            <a:extLst>
              <a:ext uri="{FF2B5EF4-FFF2-40B4-BE49-F238E27FC236}">
                <a16:creationId xmlns:a16="http://schemas.microsoft.com/office/drawing/2014/main" id="{49055500-959D-4D29-8E79-891E2BC576FC}"/>
              </a:ext>
            </a:extLst>
          </p:cNvPr>
          <p:cNvSpPr>
            <a:spLocks/>
          </p:cNvSpPr>
          <p:nvPr/>
        </p:nvSpPr>
        <p:spPr bwMode="auto">
          <a:xfrm>
            <a:off x="4249738" y="6053138"/>
            <a:ext cx="152400" cy="152400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2147483646 h 21600"/>
              <a:gd name="T4" fmla="*/ 0 w 21600"/>
              <a:gd name="T5" fmla="*/ 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</a:path>
              <a:path w="21600" h="21600" stroke="0" extrusionOk="0">
                <a:moveTo>
                  <a:pt x="21600" y="0"/>
                </a:moveTo>
                <a:cubicBezTo>
                  <a:pt x="21600" y="11929"/>
                  <a:pt x="11929" y="21599"/>
                  <a:pt x="0" y="2160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1"/>
          </a:solidFill>
          <a:ln w="19050" cap="rnd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/>
          <a:p>
            <a:endParaRPr lang="en-GB"/>
          </a:p>
        </p:txBody>
      </p:sp>
      <p:grpSp>
        <p:nvGrpSpPr>
          <p:cNvPr id="19587" name="Group 134">
            <a:extLst>
              <a:ext uri="{FF2B5EF4-FFF2-40B4-BE49-F238E27FC236}">
                <a16:creationId xmlns:a16="http://schemas.microsoft.com/office/drawing/2014/main" id="{8D296464-C0A6-4B00-BD96-A82FC09EF851}"/>
              </a:ext>
            </a:extLst>
          </p:cNvPr>
          <p:cNvGrpSpPr>
            <a:grpSpLocks/>
          </p:cNvGrpSpPr>
          <p:nvPr/>
        </p:nvGrpSpPr>
        <p:grpSpPr bwMode="auto">
          <a:xfrm>
            <a:off x="7053263" y="5905500"/>
            <a:ext cx="168275" cy="300038"/>
            <a:chOff x="2822" y="3315"/>
            <a:chExt cx="106" cy="189"/>
          </a:xfrm>
        </p:grpSpPr>
        <p:sp>
          <p:nvSpPr>
            <p:cNvPr id="19593" name="Freeform 135">
              <a:extLst>
                <a:ext uri="{FF2B5EF4-FFF2-40B4-BE49-F238E27FC236}">
                  <a16:creationId xmlns:a16="http://schemas.microsoft.com/office/drawing/2014/main" id="{1A9D82F4-DD18-4C24-98EB-E66501052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3324"/>
              <a:ext cx="44" cy="118"/>
            </a:xfrm>
            <a:custGeom>
              <a:avLst/>
              <a:gdLst>
                <a:gd name="T0" fmla="*/ 9 w 44"/>
                <a:gd name="T1" fmla="*/ 0 h 118"/>
                <a:gd name="T2" fmla="*/ 19 w 44"/>
                <a:gd name="T3" fmla="*/ 11 h 118"/>
                <a:gd name="T4" fmla="*/ 43 w 44"/>
                <a:gd name="T5" fmla="*/ 62 h 118"/>
                <a:gd name="T6" fmla="*/ 9 w 44"/>
                <a:gd name="T7" fmla="*/ 108 h 118"/>
                <a:gd name="T8" fmla="*/ 0 w 44"/>
                <a:gd name="T9" fmla="*/ 117 h 118"/>
                <a:gd name="T10" fmla="*/ 9 w 44"/>
                <a:gd name="T11" fmla="*/ 0 h 1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4"/>
                <a:gd name="T19" fmla="*/ 0 h 118"/>
                <a:gd name="T20" fmla="*/ 44 w 44"/>
                <a:gd name="T21" fmla="*/ 118 h 1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4" h="118">
                  <a:moveTo>
                    <a:pt x="9" y="0"/>
                  </a:moveTo>
                  <a:lnTo>
                    <a:pt x="19" y="11"/>
                  </a:lnTo>
                  <a:lnTo>
                    <a:pt x="43" y="62"/>
                  </a:lnTo>
                  <a:lnTo>
                    <a:pt x="9" y="108"/>
                  </a:lnTo>
                  <a:lnTo>
                    <a:pt x="0" y="117"/>
                  </a:lnTo>
                  <a:lnTo>
                    <a:pt x="9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94" name="Freeform 136">
              <a:extLst>
                <a:ext uri="{FF2B5EF4-FFF2-40B4-BE49-F238E27FC236}">
                  <a16:creationId xmlns:a16="http://schemas.microsoft.com/office/drawing/2014/main" id="{5F305D7D-B5B9-4347-B43E-B11A90F2A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2" y="3382"/>
              <a:ext cx="66" cy="60"/>
            </a:xfrm>
            <a:custGeom>
              <a:avLst/>
              <a:gdLst>
                <a:gd name="T0" fmla="*/ 65 w 66"/>
                <a:gd name="T1" fmla="*/ 26 h 60"/>
                <a:gd name="T2" fmla="*/ 0 w 66"/>
                <a:gd name="T3" fmla="*/ 59 h 60"/>
                <a:gd name="T4" fmla="*/ 42 w 66"/>
                <a:gd name="T5" fmla="*/ 0 h 60"/>
                <a:gd name="T6" fmla="*/ 65 w 66"/>
                <a:gd name="T7" fmla="*/ 26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6"/>
                <a:gd name="T13" fmla="*/ 0 h 60"/>
                <a:gd name="T14" fmla="*/ 66 w 66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6" h="60">
                  <a:moveTo>
                    <a:pt x="65" y="26"/>
                  </a:moveTo>
                  <a:lnTo>
                    <a:pt x="0" y="59"/>
                  </a:lnTo>
                  <a:lnTo>
                    <a:pt x="42" y="0"/>
                  </a:lnTo>
                  <a:lnTo>
                    <a:pt x="65" y="2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 cap="rnd">
                  <a:solidFill>
                    <a:srgbClr val="000000"/>
                  </a:solidFill>
                  <a:round/>
                  <a:headEnd type="none" w="sm" len="sm"/>
                  <a:tailEnd type="none" w="sm" len="sm"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595" name="Arc 137">
              <a:extLst>
                <a:ext uri="{FF2B5EF4-FFF2-40B4-BE49-F238E27FC236}">
                  <a16:creationId xmlns:a16="http://schemas.microsoft.com/office/drawing/2014/main" id="{D2824882-902D-4444-A97C-6B502F541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315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solidFill>
              <a:schemeClr val="accent1"/>
            </a:solidFill>
            <a:ln w="19050" cap="rnd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596" name="Arc 138">
              <a:extLst>
                <a:ext uri="{FF2B5EF4-FFF2-40B4-BE49-F238E27FC236}">
                  <a16:creationId xmlns:a16="http://schemas.microsoft.com/office/drawing/2014/main" id="{9C169C83-ACA8-499C-A107-03FC0BC3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408"/>
              <a:ext cx="96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/>
            </a:solidFill>
            <a:ln w="19050" cap="rnd">
              <a:solidFill>
                <a:schemeClr val="tx1"/>
              </a:solidFill>
              <a:round/>
              <a:headEnd type="none" w="sm" len="sm"/>
              <a:tailEnd type="stealth" w="med" len="med"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9588" name="Line 139">
            <a:extLst>
              <a:ext uri="{FF2B5EF4-FFF2-40B4-BE49-F238E27FC236}">
                <a16:creationId xmlns:a16="http://schemas.microsoft.com/office/drawing/2014/main" id="{E958CF4B-19D4-42BB-B250-21719A0585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49938" y="6281738"/>
            <a:ext cx="6858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89" name="Line 140">
            <a:extLst>
              <a:ext uri="{FF2B5EF4-FFF2-40B4-BE49-F238E27FC236}">
                <a16:creationId xmlns:a16="http://schemas.microsoft.com/office/drawing/2014/main" id="{036CE6EB-C1E5-41F9-8772-DBB23D97120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93138" y="5976938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90" name="Line 141">
            <a:extLst>
              <a:ext uri="{FF2B5EF4-FFF2-40B4-BE49-F238E27FC236}">
                <a16:creationId xmlns:a16="http://schemas.microsoft.com/office/drawing/2014/main" id="{1CC532F6-2D12-4AB4-8618-3FCB87F0BE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02738" y="5976938"/>
            <a:ext cx="3810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91" name="Line 142">
            <a:extLst>
              <a:ext uri="{FF2B5EF4-FFF2-40B4-BE49-F238E27FC236}">
                <a16:creationId xmlns:a16="http://schemas.microsoft.com/office/drawing/2014/main" id="{C8091C6F-8706-492C-929D-F87D23CFF5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31338" y="5976938"/>
            <a:ext cx="91440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9592" name="Rectangle 143">
            <a:extLst>
              <a:ext uri="{FF2B5EF4-FFF2-40B4-BE49-F238E27FC236}">
                <a16:creationId xmlns:a16="http://schemas.microsoft.com/office/drawing/2014/main" id="{90A5AC96-8028-4822-9974-F44D32D4C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1063" y="6394450"/>
            <a:ext cx="1614487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400" b="1">
                <a:latin typeface="Arial" panose="020B0604020202020204" pitchFamily="34" charset="0"/>
              </a:rPr>
              <a:t>Pagini principale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44EC54C-FCF3-4C19-863A-32311DCB5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463"/>
            <a:ext cx="10439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Observa</a:t>
            </a:r>
            <a:r>
              <a:rPr lang="ro-RO" altLang="en-US" sz="4400"/>
              <a:t>ț</a:t>
            </a:r>
            <a:r>
              <a:rPr lang="en-US" altLang="en-US" sz="4400"/>
              <a:t>ii </a:t>
            </a:r>
            <a:r>
              <a:rPr lang="ro-RO" altLang="en-US" sz="4400"/>
              <a:t>asupra</a:t>
            </a:r>
            <a:r>
              <a:rPr lang="en-US" altLang="en-US" sz="4400"/>
              <a:t> ISAM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E746414-FF1A-4A90-8BD9-A5C5B5DB3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385888"/>
            <a:ext cx="6748463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r>
              <a:rPr lang="en-US" altLang="en-US" sz="2200"/>
              <a:t> </a:t>
            </a:r>
            <a:r>
              <a:rPr lang="en-US" altLang="en-US" sz="2200" i="1"/>
              <a:t>Creare fisier</a:t>
            </a:r>
            <a:r>
              <a:rPr lang="en-US" altLang="en-US" sz="2200"/>
              <a:t>:  paginile (de date) frunz</a:t>
            </a:r>
            <a:r>
              <a:rPr lang="ro-RO" altLang="en-US" sz="2200"/>
              <a:t>ă</a:t>
            </a:r>
            <a:r>
              <a:rPr lang="en-US" altLang="en-US" sz="2200"/>
              <a:t> sunt alocate secvential, sortate dupa cheia de c</a:t>
            </a:r>
            <a:r>
              <a:rPr lang="ro-RO" altLang="en-US" sz="2200"/>
              <a:t>ă</a:t>
            </a:r>
            <a:r>
              <a:rPr lang="en-US" altLang="en-US" sz="2200"/>
              <a:t>utare; apoi se memoreaz</a:t>
            </a:r>
            <a:r>
              <a:rPr lang="ro-RO" altLang="en-US" sz="2200"/>
              <a:t>ă</a:t>
            </a:r>
            <a:r>
              <a:rPr lang="en-US" altLang="en-US" sz="2200"/>
              <a:t> paginile index, apoi spa</a:t>
            </a:r>
            <a:r>
              <a:rPr lang="ro-RO" altLang="en-US" sz="2200"/>
              <a:t>ț</a:t>
            </a:r>
            <a:r>
              <a:rPr lang="en-US" altLang="en-US" sz="2200"/>
              <a:t>iul pentru paginile </a:t>
            </a:r>
            <a:r>
              <a:rPr lang="ro-RO" altLang="en-US" sz="2200"/>
              <a:t>suplimentare</a:t>
            </a:r>
            <a:r>
              <a:rPr lang="en-US" altLang="en-US" sz="2200"/>
              <a:t>.</a:t>
            </a:r>
          </a:p>
          <a:p>
            <a:pPr eaLnBrk="1" hangingPunct="1"/>
            <a:r>
              <a:rPr lang="en-US" altLang="en-US" sz="2200" i="1">
                <a:solidFill>
                  <a:schemeClr val="folHlink"/>
                </a:solidFill>
              </a:rPr>
              <a:t> Intr</a:t>
            </a:r>
            <a:r>
              <a:rPr lang="ro-RO" altLang="en-US" sz="2200" i="1">
                <a:solidFill>
                  <a:schemeClr val="folHlink"/>
                </a:solidFill>
              </a:rPr>
              <a:t>ă</a:t>
            </a:r>
            <a:r>
              <a:rPr lang="en-US" altLang="en-US" sz="2200" i="1">
                <a:solidFill>
                  <a:schemeClr val="folHlink"/>
                </a:solidFill>
              </a:rPr>
              <a:t>ri index </a:t>
            </a:r>
            <a:r>
              <a:rPr lang="en-US" altLang="en-US" sz="2200">
                <a:solidFill>
                  <a:schemeClr val="folHlink"/>
                </a:solidFill>
              </a:rPr>
              <a:t>:  &lt;val cheie c</a:t>
            </a:r>
            <a:r>
              <a:rPr lang="ro-RO" altLang="en-US" sz="2200">
                <a:solidFill>
                  <a:schemeClr val="folHlink"/>
                </a:solidFill>
              </a:rPr>
              <a:t>ă</a:t>
            </a:r>
            <a:r>
              <a:rPr lang="en-US" altLang="en-US" sz="2200">
                <a:solidFill>
                  <a:schemeClr val="folHlink"/>
                </a:solidFill>
              </a:rPr>
              <a:t>utare, id pagin</a:t>
            </a:r>
            <a:r>
              <a:rPr lang="ro-RO" altLang="en-US" sz="2200">
                <a:solidFill>
                  <a:schemeClr val="folHlink"/>
                </a:solidFill>
              </a:rPr>
              <a:t>ă</a:t>
            </a:r>
            <a:r>
              <a:rPr lang="en-US" altLang="en-US" sz="2200">
                <a:solidFill>
                  <a:schemeClr val="folHlink"/>
                </a:solidFill>
              </a:rPr>
              <a:t>&gt;</a:t>
            </a:r>
            <a:r>
              <a:rPr lang="en-US" altLang="en-US" sz="2200"/>
              <a:t>; vor </a:t>
            </a:r>
            <a:r>
              <a:rPr lang="en-US" altLang="en-US" sz="2200">
                <a:solidFill>
                  <a:schemeClr val="folHlink"/>
                </a:solidFill>
              </a:rPr>
              <a:t>`direc</a:t>
            </a:r>
            <a:r>
              <a:rPr lang="ro-RO" altLang="en-US" sz="2200">
                <a:solidFill>
                  <a:schemeClr val="folHlink"/>
                </a:solidFill>
              </a:rPr>
              <a:t>ț</a:t>
            </a:r>
            <a:r>
              <a:rPr lang="en-US" altLang="en-US" sz="2200">
                <a:solidFill>
                  <a:schemeClr val="folHlink"/>
                </a:solidFill>
              </a:rPr>
              <a:t>iona’ c</a:t>
            </a:r>
            <a:r>
              <a:rPr lang="ro-RO" altLang="en-US" sz="2200">
                <a:solidFill>
                  <a:schemeClr val="folHlink"/>
                </a:solidFill>
              </a:rPr>
              <a:t>ă</a:t>
            </a:r>
            <a:r>
              <a:rPr lang="en-US" altLang="en-US" sz="2200">
                <a:solidFill>
                  <a:schemeClr val="folHlink"/>
                </a:solidFill>
              </a:rPr>
              <a:t>utarea c</a:t>
            </a:r>
            <a:r>
              <a:rPr lang="ro-RO" altLang="en-US" sz="2200">
                <a:solidFill>
                  <a:schemeClr val="folHlink"/>
                </a:solidFill>
              </a:rPr>
              <a:t>ă</a:t>
            </a:r>
            <a:r>
              <a:rPr lang="en-US" altLang="en-US" sz="2200">
                <a:solidFill>
                  <a:schemeClr val="folHlink"/>
                </a:solidFill>
              </a:rPr>
              <a:t>tre </a:t>
            </a:r>
            <a:r>
              <a:rPr lang="en-US" altLang="en-US" sz="2200" i="1">
                <a:solidFill>
                  <a:schemeClr val="folHlink"/>
                </a:solidFill>
              </a:rPr>
              <a:t>paginile de date </a:t>
            </a:r>
            <a:r>
              <a:rPr lang="en-US" altLang="en-US" sz="2200"/>
              <a:t>(frunze).</a:t>
            </a:r>
          </a:p>
          <a:p>
            <a:pPr eaLnBrk="1" hangingPunct="1"/>
            <a:r>
              <a:rPr lang="en-US" altLang="en-US" sz="2200" i="1" u="sng"/>
              <a:t>C</a:t>
            </a:r>
            <a:r>
              <a:rPr lang="ro-RO" altLang="en-US" sz="2200" i="1" u="sng"/>
              <a:t>ă</a:t>
            </a:r>
            <a:r>
              <a:rPr lang="en-US" altLang="en-US" sz="2200" i="1" u="sng"/>
              <a:t>utare</a:t>
            </a:r>
            <a:r>
              <a:rPr lang="en-US" altLang="en-US" sz="2200"/>
              <a:t>:  Compar</a:t>
            </a:r>
            <a:r>
              <a:rPr lang="ro-RO" altLang="en-US" sz="2200"/>
              <a:t>ă</a:t>
            </a:r>
            <a:r>
              <a:rPr lang="en-US" altLang="en-US" sz="2200"/>
              <a:t>ri ale cheii pornind de la r</a:t>
            </a:r>
            <a:r>
              <a:rPr lang="ro-RO" altLang="en-US" sz="2200"/>
              <a:t>ă</a:t>
            </a:r>
            <a:r>
              <a:rPr lang="en-US" altLang="en-US" sz="2200"/>
              <a:t>d</a:t>
            </a:r>
            <a:r>
              <a:rPr lang="ro-RO" altLang="en-US" sz="2200"/>
              <a:t>ă</a:t>
            </a:r>
            <a:r>
              <a:rPr lang="en-US" altLang="en-US" sz="2200"/>
              <a:t>cina spre frunze.  Cost log </a:t>
            </a:r>
            <a:r>
              <a:rPr lang="en-US" altLang="en-US" sz="2200" baseline="-25000"/>
              <a:t>F </a:t>
            </a:r>
            <a:r>
              <a:rPr lang="en-US" altLang="en-US" sz="2200"/>
              <a:t>N ; F = num</a:t>
            </a:r>
            <a:r>
              <a:rPr lang="ro-RO" altLang="en-US" sz="2200"/>
              <a:t>ă</a:t>
            </a:r>
            <a:r>
              <a:rPr lang="en-US" altLang="en-US" sz="2200"/>
              <a:t>r intr</a:t>
            </a:r>
            <a:r>
              <a:rPr lang="ro-RO" altLang="en-US" sz="2200"/>
              <a:t>ă</a:t>
            </a:r>
            <a:r>
              <a:rPr lang="en-US" altLang="en-US" sz="2200"/>
              <a:t>ri/pg index, N = num</a:t>
            </a:r>
            <a:r>
              <a:rPr lang="ro-RO" altLang="en-US" sz="2200"/>
              <a:t>ă</a:t>
            </a:r>
            <a:r>
              <a:rPr lang="en-US" altLang="en-US" sz="2200"/>
              <a:t>rul  paginilor frunz</a:t>
            </a:r>
            <a:r>
              <a:rPr lang="ro-RO" altLang="en-US" sz="2200"/>
              <a:t>ă</a:t>
            </a:r>
            <a:endParaRPr lang="en-US" altLang="en-US" sz="2200"/>
          </a:p>
          <a:p>
            <a:pPr eaLnBrk="1" hangingPunct="1"/>
            <a:r>
              <a:rPr lang="en-US" altLang="en-US" sz="2200" i="1" u="sng"/>
              <a:t>Inserare</a:t>
            </a:r>
            <a:r>
              <a:rPr lang="en-US" altLang="en-US" sz="2200"/>
              <a:t>:  C</a:t>
            </a:r>
            <a:r>
              <a:rPr lang="ro-RO" altLang="en-US" sz="2200"/>
              <a:t>ă</a:t>
            </a:r>
            <a:r>
              <a:rPr lang="en-US" altLang="en-US" sz="2200"/>
              <a:t>utare pagin</a:t>
            </a:r>
            <a:r>
              <a:rPr lang="ro-RO" altLang="en-US" sz="2200"/>
              <a:t>ă</a:t>
            </a:r>
            <a:r>
              <a:rPr lang="en-US" altLang="en-US" sz="2200"/>
              <a:t> frunz</a:t>
            </a:r>
            <a:r>
              <a:rPr lang="ro-RO" altLang="en-US" sz="2200"/>
              <a:t>ă</a:t>
            </a:r>
            <a:r>
              <a:rPr lang="en-US" altLang="en-US" sz="2200"/>
              <a:t> </a:t>
            </a:r>
            <a:r>
              <a:rPr lang="ro-RO" altLang="en-US" sz="2200"/>
              <a:t>ș</a:t>
            </a:r>
            <a:r>
              <a:rPr lang="en-US" altLang="en-US" sz="2200"/>
              <a:t>i ad</a:t>
            </a:r>
            <a:r>
              <a:rPr lang="ro-RO" altLang="en-US" sz="2200"/>
              <a:t>ă</a:t>
            </a:r>
            <a:r>
              <a:rPr lang="en-US" altLang="en-US" sz="2200"/>
              <a:t>ugare </a:t>
            </a:r>
            <a:r>
              <a:rPr lang="ro-RO" altLang="en-US" sz="2200"/>
              <a:t>î</a:t>
            </a:r>
            <a:r>
              <a:rPr lang="en-US" altLang="en-US" sz="2200"/>
              <a:t>nregistrare.</a:t>
            </a:r>
          </a:p>
          <a:p>
            <a:pPr eaLnBrk="1" hangingPunct="1"/>
            <a:r>
              <a:rPr lang="ro-RO" altLang="en-US" sz="2200" i="1" u="sng"/>
              <a:t>Ș</a:t>
            </a:r>
            <a:r>
              <a:rPr lang="en-US" altLang="en-US" sz="2200" i="1" u="sng"/>
              <a:t>tergere</a:t>
            </a:r>
            <a:r>
              <a:rPr lang="en-US" altLang="en-US" sz="2200"/>
              <a:t>:  G</a:t>
            </a:r>
            <a:r>
              <a:rPr lang="ro-RO" altLang="en-US" sz="2200"/>
              <a:t>ă</a:t>
            </a:r>
            <a:r>
              <a:rPr lang="en-US" altLang="en-US" sz="2200"/>
              <a:t>sire </a:t>
            </a:r>
            <a:r>
              <a:rPr lang="ro-RO" altLang="en-US" sz="2200"/>
              <a:t>ș</a:t>
            </a:r>
            <a:r>
              <a:rPr lang="en-US" altLang="en-US" sz="2200"/>
              <a:t>i eliminare </a:t>
            </a:r>
            <a:r>
              <a:rPr lang="ro-RO" altLang="en-US" sz="2200"/>
              <a:t>î</a:t>
            </a:r>
            <a:r>
              <a:rPr lang="en-US" altLang="en-US" sz="2200"/>
              <a:t>nregistrare din frunz</a:t>
            </a:r>
            <a:r>
              <a:rPr lang="ro-RO" altLang="en-US" sz="2200"/>
              <a:t>ă</a:t>
            </a:r>
            <a:r>
              <a:rPr lang="en-US" altLang="en-US" sz="2200"/>
              <a:t>; dac</a:t>
            </a:r>
            <a:r>
              <a:rPr lang="ro-RO" altLang="en-US" sz="2200"/>
              <a:t>ă</a:t>
            </a:r>
            <a:r>
              <a:rPr lang="en-US" altLang="en-US" sz="2200"/>
              <a:t> e cazul, se dealoc</a:t>
            </a:r>
            <a:r>
              <a:rPr lang="ro-RO" altLang="en-US" sz="2200"/>
              <a:t>ă</a:t>
            </a:r>
            <a:r>
              <a:rPr lang="en-US" altLang="en-US" sz="2200"/>
              <a:t> o pagina </a:t>
            </a:r>
            <a:r>
              <a:rPr lang="ro-RO" altLang="en-US" sz="2200"/>
              <a:t>suplimentară</a:t>
            </a:r>
            <a:r>
              <a:rPr lang="en-US" altLang="en-US" sz="2200"/>
              <a:t> (</a:t>
            </a:r>
            <a:r>
              <a:rPr lang="en-US" altLang="en-US" sz="2200" i="1"/>
              <a:t>overflow</a:t>
            </a:r>
            <a:r>
              <a:rPr lang="en-US" altLang="en-US" sz="2200"/>
              <a:t>)</a:t>
            </a:r>
          </a:p>
        </p:txBody>
      </p:sp>
      <p:sp>
        <p:nvSpPr>
          <p:cNvPr id="21508" name="Freeform 5">
            <a:extLst>
              <a:ext uri="{FF2B5EF4-FFF2-40B4-BE49-F238E27FC236}">
                <a16:creationId xmlns:a16="http://schemas.microsoft.com/office/drawing/2014/main" id="{218CFAC4-0FAF-49C3-8BEC-DFA5B4B8A01E}"/>
              </a:ext>
            </a:extLst>
          </p:cNvPr>
          <p:cNvSpPr>
            <a:spLocks/>
          </p:cNvSpPr>
          <p:nvPr/>
        </p:nvSpPr>
        <p:spPr bwMode="auto">
          <a:xfrm>
            <a:off x="9391650" y="1192213"/>
            <a:ext cx="1930400" cy="3048000"/>
          </a:xfrm>
          <a:custGeom>
            <a:avLst/>
            <a:gdLst>
              <a:gd name="T0" fmla="*/ 0 w 1216"/>
              <a:gd name="T1" fmla="*/ 2147483646 h 2113"/>
              <a:gd name="T2" fmla="*/ 0 w 1216"/>
              <a:gd name="T3" fmla="*/ 0 h 2113"/>
              <a:gd name="T4" fmla="*/ 2147483646 w 1216"/>
              <a:gd name="T5" fmla="*/ 0 h 2113"/>
              <a:gd name="T6" fmla="*/ 2147483646 w 1216"/>
              <a:gd name="T7" fmla="*/ 2147483646 h 2113"/>
              <a:gd name="T8" fmla="*/ 0 w 1216"/>
              <a:gd name="T9" fmla="*/ 2147483646 h 21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16"/>
              <a:gd name="T16" fmla="*/ 0 h 2113"/>
              <a:gd name="T17" fmla="*/ 1216 w 1216"/>
              <a:gd name="T18" fmla="*/ 2113 h 211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16" h="2113">
                <a:moveTo>
                  <a:pt x="0" y="2112"/>
                </a:moveTo>
                <a:lnTo>
                  <a:pt x="0" y="0"/>
                </a:lnTo>
                <a:lnTo>
                  <a:pt x="1215" y="0"/>
                </a:lnTo>
                <a:lnTo>
                  <a:pt x="1215" y="2112"/>
                </a:lnTo>
                <a:lnTo>
                  <a:pt x="0" y="2112"/>
                </a:lnTo>
              </a:path>
            </a:pathLst>
          </a:custGeom>
          <a:solidFill>
            <a:schemeClr val="accent1"/>
          </a:solidFill>
          <a:ln w="2540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509" name="Freeform 6">
            <a:extLst>
              <a:ext uri="{FF2B5EF4-FFF2-40B4-BE49-F238E27FC236}">
                <a16:creationId xmlns:a16="http://schemas.microsoft.com/office/drawing/2014/main" id="{9750505A-92D8-489E-9F18-0320DB8E9F44}"/>
              </a:ext>
            </a:extLst>
          </p:cNvPr>
          <p:cNvSpPr>
            <a:spLocks/>
          </p:cNvSpPr>
          <p:nvPr/>
        </p:nvSpPr>
        <p:spPr bwMode="auto">
          <a:xfrm>
            <a:off x="9405938" y="2185988"/>
            <a:ext cx="1901825" cy="1587"/>
          </a:xfrm>
          <a:custGeom>
            <a:avLst/>
            <a:gdLst>
              <a:gd name="T0" fmla="*/ 0 w 1198"/>
              <a:gd name="T1" fmla="*/ 0 h 1"/>
              <a:gd name="T2" fmla="*/ 2147483646 w 1198"/>
              <a:gd name="T3" fmla="*/ 0 h 1"/>
              <a:gd name="T4" fmla="*/ 0 w 1198"/>
              <a:gd name="T5" fmla="*/ 0 h 1"/>
              <a:gd name="T6" fmla="*/ 0 60000 65536"/>
              <a:gd name="T7" fmla="*/ 0 60000 65536"/>
              <a:gd name="T8" fmla="*/ 0 60000 65536"/>
              <a:gd name="T9" fmla="*/ 0 w 1198"/>
              <a:gd name="T10" fmla="*/ 0 h 1"/>
              <a:gd name="T11" fmla="*/ 1198 w 1198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8" h="1">
                <a:moveTo>
                  <a:pt x="0" y="0"/>
                </a:moveTo>
                <a:lnTo>
                  <a:pt x="1197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2540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510" name="Freeform 7">
            <a:extLst>
              <a:ext uri="{FF2B5EF4-FFF2-40B4-BE49-F238E27FC236}">
                <a16:creationId xmlns:a16="http://schemas.microsoft.com/office/drawing/2014/main" id="{C8EB2785-68DA-4971-8B20-05C7AC539FFA}"/>
              </a:ext>
            </a:extLst>
          </p:cNvPr>
          <p:cNvSpPr>
            <a:spLocks/>
          </p:cNvSpPr>
          <p:nvPr/>
        </p:nvSpPr>
        <p:spPr bwMode="auto">
          <a:xfrm>
            <a:off x="9391650" y="3254375"/>
            <a:ext cx="1930400" cy="1588"/>
          </a:xfrm>
          <a:custGeom>
            <a:avLst/>
            <a:gdLst>
              <a:gd name="T0" fmla="*/ 0 w 1216"/>
              <a:gd name="T1" fmla="*/ 0 h 1"/>
              <a:gd name="T2" fmla="*/ 2147483646 w 1216"/>
              <a:gd name="T3" fmla="*/ 0 h 1"/>
              <a:gd name="T4" fmla="*/ 0 w 1216"/>
              <a:gd name="T5" fmla="*/ 0 h 1"/>
              <a:gd name="T6" fmla="*/ 0 60000 65536"/>
              <a:gd name="T7" fmla="*/ 0 60000 65536"/>
              <a:gd name="T8" fmla="*/ 0 60000 65536"/>
              <a:gd name="T9" fmla="*/ 0 w 1216"/>
              <a:gd name="T10" fmla="*/ 0 h 1"/>
              <a:gd name="T11" fmla="*/ 1216 w 1216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16" h="1">
                <a:moveTo>
                  <a:pt x="0" y="0"/>
                </a:moveTo>
                <a:lnTo>
                  <a:pt x="1215" y="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2540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1511" name="Rectangle 8">
            <a:extLst>
              <a:ext uri="{FF2B5EF4-FFF2-40B4-BE49-F238E27FC236}">
                <a16:creationId xmlns:a16="http://schemas.microsoft.com/office/drawing/2014/main" id="{F4AB4D72-9324-4CF8-A3B7-74F847E5F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20263" y="1573213"/>
            <a:ext cx="1524000" cy="3508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>
                <a:solidFill>
                  <a:schemeClr val="folHlink"/>
                </a:solidFill>
                <a:latin typeface="Arial" panose="020B0604020202020204" pitchFamily="34" charset="0"/>
              </a:rPr>
              <a:t>Data Pages</a:t>
            </a:r>
          </a:p>
        </p:txBody>
      </p:sp>
      <p:sp>
        <p:nvSpPr>
          <p:cNvPr id="21512" name="Rectangle 9">
            <a:extLst>
              <a:ext uri="{FF2B5EF4-FFF2-40B4-BE49-F238E27FC236}">
                <a16:creationId xmlns:a16="http://schemas.microsoft.com/office/drawing/2014/main" id="{071AAAE9-6615-42E4-9019-A710A052B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4700" y="2563813"/>
            <a:ext cx="1458913" cy="350837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>
                <a:solidFill>
                  <a:schemeClr val="folHlink"/>
                </a:solidFill>
                <a:latin typeface="Arial" panose="020B0604020202020204" pitchFamily="34" charset="0"/>
              </a:rPr>
              <a:t>Index Pages</a:t>
            </a:r>
          </a:p>
        </p:txBody>
      </p:sp>
      <p:sp>
        <p:nvSpPr>
          <p:cNvPr id="21513" name="Rectangle 10">
            <a:extLst>
              <a:ext uri="{FF2B5EF4-FFF2-40B4-BE49-F238E27FC236}">
                <a16:creationId xmlns:a16="http://schemas.microsoft.com/office/drawing/2014/main" id="{4631DC1A-D2D9-4F41-8BBD-1613899B5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0550" y="3587750"/>
            <a:ext cx="1809750" cy="3508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>
                <a:solidFill>
                  <a:schemeClr val="folHlink"/>
                </a:solidFill>
                <a:latin typeface="Arial" panose="020B0604020202020204" pitchFamily="34" charset="0"/>
              </a:rPr>
              <a:t>Overflow pages</a:t>
            </a:r>
          </a:p>
        </p:txBody>
      </p:sp>
      <p:sp>
        <p:nvSpPr>
          <p:cNvPr id="21514" name="Rectangle 11">
            <a:extLst>
              <a:ext uri="{FF2B5EF4-FFF2-40B4-BE49-F238E27FC236}">
                <a16:creationId xmlns:a16="http://schemas.microsoft.com/office/drawing/2014/main" id="{6AD65A4B-081D-4EF5-BF6D-E6BDF8117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3063" y="4684713"/>
            <a:ext cx="2133600" cy="1998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buClr>
                <a:schemeClr val="tx1"/>
              </a:buClr>
              <a:buFont typeface="Monotype Sorts"/>
              <a:buNone/>
            </a:pPr>
            <a:r>
              <a:rPr lang="en-US" altLang="en-US" sz="2000" b="1">
                <a:solidFill>
                  <a:schemeClr val="folHlink"/>
                </a:solidFill>
              </a:rPr>
              <a:t>Structura arborescent</a:t>
            </a:r>
            <a:r>
              <a:rPr lang="ro-RO" altLang="en-US" sz="2000" b="1">
                <a:solidFill>
                  <a:schemeClr val="folHlink"/>
                </a:solidFill>
              </a:rPr>
              <a:t>ă</a:t>
            </a:r>
            <a:r>
              <a:rPr lang="en-US" altLang="en-US" sz="2000" b="1">
                <a:solidFill>
                  <a:schemeClr val="folHlink"/>
                </a:solidFill>
              </a:rPr>
              <a:t> static</a:t>
            </a:r>
            <a:r>
              <a:rPr lang="ro-RO" altLang="en-US" sz="2000" b="1">
                <a:solidFill>
                  <a:schemeClr val="folHlink"/>
                </a:solidFill>
              </a:rPr>
              <a:t>ă</a:t>
            </a:r>
            <a:r>
              <a:rPr lang="en-US" altLang="en-US" sz="2000">
                <a:solidFill>
                  <a:schemeClr val="folHlink"/>
                </a:solidFill>
              </a:rPr>
              <a:t>:  </a:t>
            </a:r>
            <a:r>
              <a:rPr lang="en-US" altLang="en-US" sz="2000" i="1">
                <a:solidFill>
                  <a:schemeClr val="folHlink"/>
                </a:solidFill>
              </a:rPr>
              <a:t>inserarea/</a:t>
            </a:r>
            <a:r>
              <a:rPr lang="ro-RO" altLang="en-US" sz="2000" i="1">
                <a:solidFill>
                  <a:schemeClr val="folHlink"/>
                </a:solidFill>
              </a:rPr>
              <a:t>ș</a:t>
            </a:r>
            <a:r>
              <a:rPr lang="en-US" altLang="en-US" sz="2000" i="1">
                <a:solidFill>
                  <a:schemeClr val="folHlink"/>
                </a:solidFill>
              </a:rPr>
              <a:t>tergerea</a:t>
            </a:r>
          </a:p>
          <a:p>
            <a:pPr algn="ctr">
              <a:buClr>
                <a:schemeClr val="tx1"/>
              </a:buClr>
              <a:buFont typeface="Monotype Sorts"/>
              <a:buNone/>
            </a:pPr>
            <a:r>
              <a:rPr lang="en-US" altLang="en-US" sz="2000" i="1">
                <a:solidFill>
                  <a:schemeClr val="folHlink"/>
                </a:solidFill>
              </a:rPr>
              <a:t>afecteaz</a:t>
            </a:r>
            <a:r>
              <a:rPr lang="ro-RO" altLang="en-US" sz="2000" i="1">
                <a:solidFill>
                  <a:schemeClr val="folHlink"/>
                </a:solidFill>
              </a:rPr>
              <a:t>ă</a:t>
            </a:r>
            <a:r>
              <a:rPr lang="en-US" altLang="en-US" sz="2000" i="1">
                <a:solidFill>
                  <a:schemeClr val="folHlink"/>
                </a:solidFill>
              </a:rPr>
              <a:t> doar frunzele</a:t>
            </a:r>
            <a:r>
              <a:rPr lang="en-US" altLang="en-US" sz="2000">
                <a:solidFill>
                  <a:schemeClr val="folHlink"/>
                </a:solidFill>
              </a:rPr>
              <a:t>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016F494-5DAD-43C5-AFEB-AB34D2575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66688"/>
            <a:ext cx="10439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/>
              <a:t>Ex</a:t>
            </a:r>
            <a:r>
              <a:rPr lang="ro-RO" altLang="en-US" sz="4400"/>
              <a:t>e</a:t>
            </a:r>
            <a:r>
              <a:rPr lang="en-US" altLang="en-US" sz="4400"/>
              <a:t>mplu arbore ISAM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51341957-130D-422A-8E0C-9200D9AB3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1819275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r>
              <a:rPr lang="en-US" altLang="en-US"/>
              <a:t> Fiecare nod poate stoca 2 inregistr</a:t>
            </a:r>
            <a:r>
              <a:rPr lang="ro-RO" altLang="en-US"/>
              <a:t>ă</a:t>
            </a:r>
            <a:r>
              <a:rPr lang="en-US" altLang="en-US"/>
              <a:t>ri;</a:t>
            </a:r>
          </a:p>
        </p:txBody>
      </p:sp>
      <p:sp>
        <p:nvSpPr>
          <p:cNvPr id="22532" name="Freeform 6">
            <a:extLst>
              <a:ext uri="{FF2B5EF4-FFF2-40B4-BE49-F238E27FC236}">
                <a16:creationId xmlns:a16="http://schemas.microsoft.com/office/drawing/2014/main" id="{5D0361EF-E543-47B4-B18C-28638D093C1E}"/>
              </a:ext>
            </a:extLst>
          </p:cNvPr>
          <p:cNvSpPr>
            <a:spLocks/>
          </p:cNvSpPr>
          <p:nvPr/>
        </p:nvSpPr>
        <p:spPr bwMode="auto">
          <a:xfrm>
            <a:off x="3238500" y="5362575"/>
            <a:ext cx="1109663" cy="495300"/>
          </a:xfrm>
          <a:custGeom>
            <a:avLst/>
            <a:gdLst>
              <a:gd name="T0" fmla="*/ 0 w 699"/>
              <a:gd name="T1" fmla="*/ 2147483646 h 312"/>
              <a:gd name="T2" fmla="*/ 0 w 699"/>
              <a:gd name="T3" fmla="*/ 0 h 312"/>
              <a:gd name="T4" fmla="*/ 2147483646 w 699"/>
              <a:gd name="T5" fmla="*/ 0 h 312"/>
              <a:gd name="T6" fmla="*/ 2147483646 w 699"/>
              <a:gd name="T7" fmla="*/ 2147483646 h 312"/>
              <a:gd name="T8" fmla="*/ 0 w 699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9"/>
              <a:gd name="T16" fmla="*/ 0 h 312"/>
              <a:gd name="T17" fmla="*/ 699 w 699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9" h="312">
                <a:moveTo>
                  <a:pt x="0" y="311"/>
                </a:moveTo>
                <a:lnTo>
                  <a:pt x="0" y="0"/>
                </a:lnTo>
                <a:lnTo>
                  <a:pt x="698" y="0"/>
                </a:lnTo>
                <a:lnTo>
                  <a:pt x="698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3" name="Freeform 7">
            <a:extLst>
              <a:ext uri="{FF2B5EF4-FFF2-40B4-BE49-F238E27FC236}">
                <a16:creationId xmlns:a16="http://schemas.microsoft.com/office/drawing/2014/main" id="{D06B12B1-CFBB-43F4-9267-CCA27F57632C}"/>
              </a:ext>
            </a:extLst>
          </p:cNvPr>
          <p:cNvSpPr>
            <a:spLocks/>
          </p:cNvSpPr>
          <p:nvPr/>
        </p:nvSpPr>
        <p:spPr bwMode="auto">
          <a:xfrm>
            <a:off x="4592638" y="5362575"/>
            <a:ext cx="1111250" cy="495300"/>
          </a:xfrm>
          <a:custGeom>
            <a:avLst/>
            <a:gdLst>
              <a:gd name="T0" fmla="*/ 0 w 700"/>
              <a:gd name="T1" fmla="*/ 2147483646 h 312"/>
              <a:gd name="T2" fmla="*/ 0 w 700"/>
              <a:gd name="T3" fmla="*/ 0 h 312"/>
              <a:gd name="T4" fmla="*/ 2147483646 w 700"/>
              <a:gd name="T5" fmla="*/ 0 h 312"/>
              <a:gd name="T6" fmla="*/ 2147483646 w 700"/>
              <a:gd name="T7" fmla="*/ 2147483646 h 312"/>
              <a:gd name="T8" fmla="*/ 0 w 700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0"/>
              <a:gd name="T16" fmla="*/ 0 h 312"/>
              <a:gd name="T17" fmla="*/ 700 w 700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4" name="Freeform 8">
            <a:extLst>
              <a:ext uri="{FF2B5EF4-FFF2-40B4-BE49-F238E27FC236}">
                <a16:creationId xmlns:a16="http://schemas.microsoft.com/office/drawing/2014/main" id="{103774DE-16E9-4306-8E1E-BFD14266CBF6}"/>
              </a:ext>
            </a:extLst>
          </p:cNvPr>
          <p:cNvSpPr>
            <a:spLocks/>
          </p:cNvSpPr>
          <p:nvPr/>
        </p:nvSpPr>
        <p:spPr bwMode="auto">
          <a:xfrm>
            <a:off x="5949950" y="5362575"/>
            <a:ext cx="1111250" cy="495300"/>
          </a:xfrm>
          <a:custGeom>
            <a:avLst/>
            <a:gdLst>
              <a:gd name="T0" fmla="*/ 0 w 700"/>
              <a:gd name="T1" fmla="*/ 2147483646 h 312"/>
              <a:gd name="T2" fmla="*/ 0 w 700"/>
              <a:gd name="T3" fmla="*/ 0 h 312"/>
              <a:gd name="T4" fmla="*/ 2147483646 w 700"/>
              <a:gd name="T5" fmla="*/ 0 h 312"/>
              <a:gd name="T6" fmla="*/ 2147483646 w 700"/>
              <a:gd name="T7" fmla="*/ 2147483646 h 312"/>
              <a:gd name="T8" fmla="*/ 0 w 700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0"/>
              <a:gd name="T16" fmla="*/ 0 h 312"/>
              <a:gd name="T17" fmla="*/ 700 w 700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5" name="Freeform 9">
            <a:extLst>
              <a:ext uri="{FF2B5EF4-FFF2-40B4-BE49-F238E27FC236}">
                <a16:creationId xmlns:a16="http://schemas.microsoft.com/office/drawing/2014/main" id="{334DBA23-20AC-40E3-8EE6-C511A9B65454}"/>
              </a:ext>
            </a:extLst>
          </p:cNvPr>
          <p:cNvSpPr>
            <a:spLocks/>
          </p:cNvSpPr>
          <p:nvPr/>
        </p:nvSpPr>
        <p:spPr bwMode="auto">
          <a:xfrm>
            <a:off x="7307263" y="5362575"/>
            <a:ext cx="1109662" cy="495300"/>
          </a:xfrm>
          <a:custGeom>
            <a:avLst/>
            <a:gdLst>
              <a:gd name="T0" fmla="*/ 0 w 699"/>
              <a:gd name="T1" fmla="*/ 2147483646 h 312"/>
              <a:gd name="T2" fmla="*/ 0 w 699"/>
              <a:gd name="T3" fmla="*/ 0 h 312"/>
              <a:gd name="T4" fmla="*/ 2147483646 w 699"/>
              <a:gd name="T5" fmla="*/ 0 h 312"/>
              <a:gd name="T6" fmla="*/ 2147483646 w 699"/>
              <a:gd name="T7" fmla="*/ 2147483646 h 312"/>
              <a:gd name="T8" fmla="*/ 0 w 699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99"/>
              <a:gd name="T16" fmla="*/ 0 h 312"/>
              <a:gd name="T17" fmla="*/ 699 w 699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99" h="312">
                <a:moveTo>
                  <a:pt x="0" y="311"/>
                </a:moveTo>
                <a:lnTo>
                  <a:pt x="0" y="0"/>
                </a:lnTo>
                <a:lnTo>
                  <a:pt x="698" y="0"/>
                </a:lnTo>
                <a:lnTo>
                  <a:pt x="698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6" name="Freeform 10">
            <a:extLst>
              <a:ext uri="{FF2B5EF4-FFF2-40B4-BE49-F238E27FC236}">
                <a16:creationId xmlns:a16="http://schemas.microsoft.com/office/drawing/2014/main" id="{2402A04B-A30F-444A-AD81-55F054D62375}"/>
              </a:ext>
            </a:extLst>
          </p:cNvPr>
          <p:cNvSpPr>
            <a:spLocks/>
          </p:cNvSpPr>
          <p:nvPr/>
        </p:nvSpPr>
        <p:spPr bwMode="auto">
          <a:xfrm>
            <a:off x="8661400" y="5362575"/>
            <a:ext cx="1112838" cy="495300"/>
          </a:xfrm>
          <a:custGeom>
            <a:avLst/>
            <a:gdLst>
              <a:gd name="T0" fmla="*/ 0 w 701"/>
              <a:gd name="T1" fmla="*/ 2147483646 h 312"/>
              <a:gd name="T2" fmla="*/ 0 w 701"/>
              <a:gd name="T3" fmla="*/ 0 h 312"/>
              <a:gd name="T4" fmla="*/ 2147483646 w 701"/>
              <a:gd name="T5" fmla="*/ 0 h 312"/>
              <a:gd name="T6" fmla="*/ 2147483646 w 701"/>
              <a:gd name="T7" fmla="*/ 2147483646 h 312"/>
              <a:gd name="T8" fmla="*/ 0 w 701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1"/>
              <a:gd name="T16" fmla="*/ 0 h 312"/>
              <a:gd name="T17" fmla="*/ 701 w 701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1" h="312">
                <a:moveTo>
                  <a:pt x="0" y="311"/>
                </a:moveTo>
                <a:lnTo>
                  <a:pt x="0" y="0"/>
                </a:lnTo>
                <a:lnTo>
                  <a:pt x="700" y="0"/>
                </a:lnTo>
                <a:lnTo>
                  <a:pt x="700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7" name="Freeform 11">
            <a:extLst>
              <a:ext uri="{FF2B5EF4-FFF2-40B4-BE49-F238E27FC236}">
                <a16:creationId xmlns:a16="http://schemas.microsoft.com/office/drawing/2014/main" id="{C315E779-E476-4962-848B-487CCAA1C8D2}"/>
              </a:ext>
            </a:extLst>
          </p:cNvPr>
          <p:cNvSpPr>
            <a:spLocks/>
          </p:cNvSpPr>
          <p:nvPr/>
        </p:nvSpPr>
        <p:spPr bwMode="auto">
          <a:xfrm>
            <a:off x="10017125" y="5362575"/>
            <a:ext cx="1114425" cy="495300"/>
          </a:xfrm>
          <a:custGeom>
            <a:avLst/>
            <a:gdLst>
              <a:gd name="T0" fmla="*/ 0 w 702"/>
              <a:gd name="T1" fmla="*/ 2147483646 h 312"/>
              <a:gd name="T2" fmla="*/ 0 w 702"/>
              <a:gd name="T3" fmla="*/ 0 h 312"/>
              <a:gd name="T4" fmla="*/ 2147483646 w 702"/>
              <a:gd name="T5" fmla="*/ 0 h 312"/>
              <a:gd name="T6" fmla="*/ 2147483646 w 702"/>
              <a:gd name="T7" fmla="*/ 2147483646 h 312"/>
              <a:gd name="T8" fmla="*/ 0 w 702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2"/>
              <a:gd name="T16" fmla="*/ 0 h 312"/>
              <a:gd name="T17" fmla="*/ 702 w 702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2" h="312">
                <a:moveTo>
                  <a:pt x="0" y="311"/>
                </a:moveTo>
                <a:lnTo>
                  <a:pt x="0" y="0"/>
                </a:lnTo>
                <a:lnTo>
                  <a:pt x="701" y="0"/>
                </a:lnTo>
                <a:lnTo>
                  <a:pt x="701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8" name="Freeform 12">
            <a:extLst>
              <a:ext uri="{FF2B5EF4-FFF2-40B4-BE49-F238E27FC236}">
                <a16:creationId xmlns:a16="http://schemas.microsoft.com/office/drawing/2014/main" id="{A4CE252F-52FF-45A0-9A63-6C9BCACF71D7}"/>
              </a:ext>
            </a:extLst>
          </p:cNvPr>
          <p:cNvSpPr>
            <a:spLocks/>
          </p:cNvSpPr>
          <p:nvPr/>
        </p:nvSpPr>
        <p:spPr bwMode="auto">
          <a:xfrm>
            <a:off x="4592638" y="4133850"/>
            <a:ext cx="1111250" cy="493713"/>
          </a:xfrm>
          <a:custGeom>
            <a:avLst/>
            <a:gdLst>
              <a:gd name="T0" fmla="*/ 0 w 700"/>
              <a:gd name="T1" fmla="*/ 2147483646 h 311"/>
              <a:gd name="T2" fmla="*/ 0 w 700"/>
              <a:gd name="T3" fmla="*/ 0 h 311"/>
              <a:gd name="T4" fmla="*/ 2147483646 w 700"/>
              <a:gd name="T5" fmla="*/ 0 h 311"/>
              <a:gd name="T6" fmla="*/ 2147483646 w 700"/>
              <a:gd name="T7" fmla="*/ 2147483646 h 311"/>
              <a:gd name="T8" fmla="*/ 0 w 700"/>
              <a:gd name="T9" fmla="*/ 2147483646 h 3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0"/>
              <a:gd name="T16" fmla="*/ 0 h 311"/>
              <a:gd name="T17" fmla="*/ 700 w 700"/>
              <a:gd name="T18" fmla="*/ 311 h 3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0" h="311">
                <a:moveTo>
                  <a:pt x="0" y="310"/>
                </a:moveTo>
                <a:lnTo>
                  <a:pt x="0" y="0"/>
                </a:lnTo>
                <a:lnTo>
                  <a:pt x="699" y="0"/>
                </a:lnTo>
                <a:lnTo>
                  <a:pt x="699" y="310"/>
                </a:lnTo>
                <a:lnTo>
                  <a:pt x="0" y="31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39" name="Freeform 13">
            <a:extLst>
              <a:ext uri="{FF2B5EF4-FFF2-40B4-BE49-F238E27FC236}">
                <a16:creationId xmlns:a16="http://schemas.microsoft.com/office/drawing/2014/main" id="{56C35C70-FE00-4DC8-AFE0-D0035E4474D8}"/>
              </a:ext>
            </a:extLst>
          </p:cNvPr>
          <p:cNvSpPr>
            <a:spLocks/>
          </p:cNvSpPr>
          <p:nvPr/>
        </p:nvSpPr>
        <p:spPr bwMode="auto">
          <a:xfrm>
            <a:off x="4719638" y="4133850"/>
            <a:ext cx="1587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0" name="Freeform 14">
            <a:extLst>
              <a:ext uri="{FF2B5EF4-FFF2-40B4-BE49-F238E27FC236}">
                <a16:creationId xmlns:a16="http://schemas.microsoft.com/office/drawing/2014/main" id="{9EC96CA3-3037-4671-8B68-A06F22839E91}"/>
              </a:ext>
            </a:extLst>
          </p:cNvPr>
          <p:cNvSpPr>
            <a:spLocks/>
          </p:cNvSpPr>
          <p:nvPr/>
        </p:nvSpPr>
        <p:spPr bwMode="auto">
          <a:xfrm>
            <a:off x="5086350" y="4133850"/>
            <a:ext cx="1588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1" name="Freeform 15">
            <a:extLst>
              <a:ext uri="{FF2B5EF4-FFF2-40B4-BE49-F238E27FC236}">
                <a16:creationId xmlns:a16="http://schemas.microsoft.com/office/drawing/2014/main" id="{7665AD22-1BE3-4922-8E48-B21B72AB3D35}"/>
              </a:ext>
            </a:extLst>
          </p:cNvPr>
          <p:cNvSpPr>
            <a:spLocks/>
          </p:cNvSpPr>
          <p:nvPr/>
        </p:nvSpPr>
        <p:spPr bwMode="auto">
          <a:xfrm>
            <a:off x="5210175" y="4133850"/>
            <a:ext cx="1588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2" name="Freeform 16">
            <a:extLst>
              <a:ext uri="{FF2B5EF4-FFF2-40B4-BE49-F238E27FC236}">
                <a16:creationId xmlns:a16="http://schemas.microsoft.com/office/drawing/2014/main" id="{49963059-5EC5-4469-B027-C12E48DF6554}"/>
              </a:ext>
            </a:extLst>
          </p:cNvPr>
          <p:cNvSpPr>
            <a:spLocks/>
          </p:cNvSpPr>
          <p:nvPr/>
        </p:nvSpPr>
        <p:spPr bwMode="auto">
          <a:xfrm>
            <a:off x="5581650" y="4133850"/>
            <a:ext cx="1588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3" name="Freeform 17">
            <a:extLst>
              <a:ext uri="{FF2B5EF4-FFF2-40B4-BE49-F238E27FC236}">
                <a16:creationId xmlns:a16="http://schemas.microsoft.com/office/drawing/2014/main" id="{23083323-E8A2-4543-87EA-A71B08B0E219}"/>
              </a:ext>
            </a:extLst>
          </p:cNvPr>
          <p:cNvSpPr>
            <a:spLocks/>
          </p:cNvSpPr>
          <p:nvPr/>
        </p:nvSpPr>
        <p:spPr bwMode="auto">
          <a:xfrm>
            <a:off x="8661400" y="4133850"/>
            <a:ext cx="1112838" cy="493713"/>
          </a:xfrm>
          <a:custGeom>
            <a:avLst/>
            <a:gdLst>
              <a:gd name="T0" fmla="*/ 0 w 701"/>
              <a:gd name="T1" fmla="*/ 2147483646 h 311"/>
              <a:gd name="T2" fmla="*/ 0 w 701"/>
              <a:gd name="T3" fmla="*/ 0 h 311"/>
              <a:gd name="T4" fmla="*/ 2147483646 w 701"/>
              <a:gd name="T5" fmla="*/ 0 h 311"/>
              <a:gd name="T6" fmla="*/ 2147483646 w 701"/>
              <a:gd name="T7" fmla="*/ 2147483646 h 311"/>
              <a:gd name="T8" fmla="*/ 0 w 701"/>
              <a:gd name="T9" fmla="*/ 2147483646 h 3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1"/>
              <a:gd name="T16" fmla="*/ 0 h 311"/>
              <a:gd name="T17" fmla="*/ 701 w 701"/>
              <a:gd name="T18" fmla="*/ 311 h 3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1" h="311">
                <a:moveTo>
                  <a:pt x="0" y="310"/>
                </a:moveTo>
                <a:lnTo>
                  <a:pt x="0" y="0"/>
                </a:lnTo>
                <a:lnTo>
                  <a:pt x="700" y="0"/>
                </a:lnTo>
                <a:lnTo>
                  <a:pt x="700" y="310"/>
                </a:lnTo>
                <a:lnTo>
                  <a:pt x="0" y="31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4" name="Freeform 18">
            <a:extLst>
              <a:ext uri="{FF2B5EF4-FFF2-40B4-BE49-F238E27FC236}">
                <a16:creationId xmlns:a16="http://schemas.microsoft.com/office/drawing/2014/main" id="{E9F167E8-0301-476C-A906-BE074557F50C}"/>
              </a:ext>
            </a:extLst>
          </p:cNvPr>
          <p:cNvSpPr>
            <a:spLocks/>
          </p:cNvSpPr>
          <p:nvPr/>
        </p:nvSpPr>
        <p:spPr bwMode="auto">
          <a:xfrm>
            <a:off x="8786813" y="4133850"/>
            <a:ext cx="1587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5" name="Freeform 19">
            <a:extLst>
              <a:ext uri="{FF2B5EF4-FFF2-40B4-BE49-F238E27FC236}">
                <a16:creationId xmlns:a16="http://schemas.microsoft.com/office/drawing/2014/main" id="{E0256840-753A-40EB-A170-703CE292ABF9}"/>
              </a:ext>
            </a:extLst>
          </p:cNvPr>
          <p:cNvSpPr>
            <a:spLocks/>
          </p:cNvSpPr>
          <p:nvPr/>
        </p:nvSpPr>
        <p:spPr bwMode="auto">
          <a:xfrm>
            <a:off x="9155113" y="4133850"/>
            <a:ext cx="1587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6" name="Freeform 20">
            <a:extLst>
              <a:ext uri="{FF2B5EF4-FFF2-40B4-BE49-F238E27FC236}">
                <a16:creationId xmlns:a16="http://schemas.microsoft.com/office/drawing/2014/main" id="{94B083BC-BA61-416D-8C06-4874F1271D33}"/>
              </a:ext>
            </a:extLst>
          </p:cNvPr>
          <p:cNvSpPr>
            <a:spLocks/>
          </p:cNvSpPr>
          <p:nvPr/>
        </p:nvSpPr>
        <p:spPr bwMode="auto">
          <a:xfrm>
            <a:off x="9278938" y="4133850"/>
            <a:ext cx="1587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7" name="Freeform 21">
            <a:extLst>
              <a:ext uri="{FF2B5EF4-FFF2-40B4-BE49-F238E27FC236}">
                <a16:creationId xmlns:a16="http://schemas.microsoft.com/office/drawing/2014/main" id="{259EF45C-0B56-4AB3-9360-6853750DAD8F}"/>
              </a:ext>
            </a:extLst>
          </p:cNvPr>
          <p:cNvSpPr>
            <a:spLocks/>
          </p:cNvSpPr>
          <p:nvPr/>
        </p:nvSpPr>
        <p:spPr bwMode="auto">
          <a:xfrm>
            <a:off x="9648825" y="4133850"/>
            <a:ext cx="1588" cy="493713"/>
          </a:xfrm>
          <a:custGeom>
            <a:avLst/>
            <a:gdLst>
              <a:gd name="T0" fmla="*/ 0 w 1"/>
              <a:gd name="T1" fmla="*/ 0 h 311"/>
              <a:gd name="T2" fmla="*/ 0 w 1"/>
              <a:gd name="T3" fmla="*/ 2147483646 h 311"/>
              <a:gd name="T4" fmla="*/ 0 w 1"/>
              <a:gd name="T5" fmla="*/ 0 h 311"/>
              <a:gd name="T6" fmla="*/ 0 60000 65536"/>
              <a:gd name="T7" fmla="*/ 0 60000 65536"/>
              <a:gd name="T8" fmla="*/ 0 60000 65536"/>
              <a:gd name="T9" fmla="*/ 0 w 1"/>
              <a:gd name="T10" fmla="*/ 0 h 311"/>
              <a:gd name="T11" fmla="*/ 1 w 1"/>
              <a:gd name="T12" fmla="*/ 311 h 31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1">
                <a:moveTo>
                  <a:pt x="0" y="0"/>
                </a:moveTo>
                <a:lnTo>
                  <a:pt x="0" y="31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8" name="Freeform 22">
            <a:extLst>
              <a:ext uri="{FF2B5EF4-FFF2-40B4-BE49-F238E27FC236}">
                <a16:creationId xmlns:a16="http://schemas.microsoft.com/office/drawing/2014/main" id="{DE6695F4-2364-4114-8DA0-0B297D1C9C78}"/>
              </a:ext>
            </a:extLst>
          </p:cNvPr>
          <p:cNvSpPr>
            <a:spLocks/>
          </p:cNvSpPr>
          <p:nvPr/>
        </p:nvSpPr>
        <p:spPr bwMode="auto">
          <a:xfrm>
            <a:off x="6565900" y="3025775"/>
            <a:ext cx="1111250" cy="495300"/>
          </a:xfrm>
          <a:custGeom>
            <a:avLst/>
            <a:gdLst>
              <a:gd name="T0" fmla="*/ 0 w 700"/>
              <a:gd name="T1" fmla="*/ 2147483646 h 312"/>
              <a:gd name="T2" fmla="*/ 0 w 700"/>
              <a:gd name="T3" fmla="*/ 0 h 312"/>
              <a:gd name="T4" fmla="*/ 2147483646 w 700"/>
              <a:gd name="T5" fmla="*/ 0 h 312"/>
              <a:gd name="T6" fmla="*/ 2147483646 w 700"/>
              <a:gd name="T7" fmla="*/ 2147483646 h 312"/>
              <a:gd name="T8" fmla="*/ 0 w 700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00"/>
              <a:gd name="T16" fmla="*/ 0 h 312"/>
              <a:gd name="T17" fmla="*/ 700 w 700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00" h="312">
                <a:moveTo>
                  <a:pt x="0" y="311"/>
                </a:moveTo>
                <a:lnTo>
                  <a:pt x="0" y="0"/>
                </a:lnTo>
                <a:lnTo>
                  <a:pt x="699" y="0"/>
                </a:lnTo>
                <a:lnTo>
                  <a:pt x="699" y="311"/>
                </a:lnTo>
                <a:lnTo>
                  <a:pt x="0" y="3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49" name="Freeform 23">
            <a:extLst>
              <a:ext uri="{FF2B5EF4-FFF2-40B4-BE49-F238E27FC236}">
                <a16:creationId xmlns:a16="http://schemas.microsoft.com/office/drawing/2014/main" id="{44717661-DDCB-4742-8F69-1E654255DC84}"/>
              </a:ext>
            </a:extLst>
          </p:cNvPr>
          <p:cNvSpPr>
            <a:spLocks/>
          </p:cNvSpPr>
          <p:nvPr/>
        </p:nvSpPr>
        <p:spPr bwMode="auto">
          <a:xfrm>
            <a:off x="6689725" y="3025775"/>
            <a:ext cx="1588" cy="495300"/>
          </a:xfrm>
          <a:custGeom>
            <a:avLst/>
            <a:gdLst>
              <a:gd name="T0" fmla="*/ 0 w 1"/>
              <a:gd name="T1" fmla="*/ 0 h 312"/>
              <a:gd name="T2" fmla="*/ 0 w 1"/>
              <a:gd name="T3" fmla="*/ 2147483646 h 312"/>
              <a:gd name="T4" fmla="*/ 0 w 1"/>
              <a:gd name="T5" fmla="*/ 0 h 312"/>
              <a:gd name="T6" fmla="*/ 0 60000 65536"/>
              <a:gd name="T7" fmla="*/ 0 60000 65536"/>
              <a:gd name="T8" fmla="*/ 0 60000 65536"/>
              <a:gd name="T9" fmla="*/ 0 w 1"/>
              <a:gd name="T10" fmla="*/ 0 h 312"/>
              <a:gd name="T11" fmla="*/ 1 w 1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0" name="Freeform 24">
            <a:extLst>
              <a:ext uri="{FF2B5EF4-FFF2-40B4-BE49-F238E27FC236}">
                <a16:creationId xmlns:a16="http://schemas.microsoft.com/office/drawing/2014/main" id="{8C71C08A-BFBA-46E2-B166-BAD2DA88229B}"/>
              </a:ext>
            </a:extLst>
          </p:cNvPr>
          <p:cNvSpPr>
            <a:spLocks/>
          </p:cNvSpPr>
          <p:nvPr/>
        </p:nvSpPr>
        <p:spPr bwMode="auto">
          <a:xfrm>
            <a:off x="7059613" y="3025775"/>
            <a:ext cx="1587" cy="495300"/>
          </a:xfrm>
          <a:custGeom>
            <a:avLst/>
            <a:gdLst>
              <a:gd name="T0" fmla="*/ 0 w 1"/>
              <a:gd name="T1" fmla="*/ 0 h 312"/>
              <a:gd name="T2" fmla="*/ 0 w 1"/>
              <a:gd name="T3" fmla="*/ 2147483646 h 312"/>
              <a:gd name="T4" fmla="*/ 0 w 1"/>
              <a:gd name="T5" fmla="*/ 0 h 312"/>
              <a:gd name="T6" fmla="*/ 0 60000 65536"/>
              <a:gd name="T7" fmla="*/ 0 60000 65536"/>
              <a:gd name="T8" fmla="*/ 0 60000 65536"/>
              <a:gd name="T9" fmla="*/ 0 w 1"/>
              <a:gd name="T10" fmla="*/ 0 h 312"/>
              <a:gd name="T11" fmla="*/ 1 w 1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1" name="Freeform 25">
            <a:extLst>
              <a:ext uri="{FF2B5EF4-FFF2-40B4-BE49-F238E27FC236}">
                <a16:creationId xmlns:a16="http://schemas.microsoft.com/office/drawing/2014/main" id="{7851C6DC-44AA-4195-9FA5-05CF7494BAE3}"/>
              </a:ext>
            </a:extLst>
          </p:cNvPr>
          <p:cNvSpPr>
            <a:spLocks/>
          </p:cNvSpPr>
          <p:nvPr/>
        </p:nvSpPr>
        <p:spPr bwMode="auto">
          <a:xfrm>
            <a:off x="7183438" y="3025775"/>
            <a:ext cx="1587" cy="495300"/>
          </a:xfrm>
          <a:custGeom>
            <a:avLst/>
            <a:gdLst>
              <a:gd name="T0" fmla="*/ 0 w 1"/>
              <a:gd name="T1" fmla="*/ 0 h 312"/>
              <a:gd name="T2" fmla="*/ 0 w 1"/>
              <a:gd name="T3" fmla="*/ 2147483646 h 312"/>
              <a:gd name="T4" fmla="*/ 0 w 1"/>
              <a:gd name="T5" fmla="*/ 0 h 312"/>
              <a:gd name="T6" fmla="*/ 0 60000 65536"/>
              <a:gd name="T7" fmla="*/ 0 60000 65536"/>
              <a:gd name="T8" fmla="*/ 0 60000 65536"/>
              <a:gd name="T9" fmla="*/ 0 w 1"/>
              <a:gd name="T10" fmla="*/ 0 h 312"/>
              <a:gd name="T11" fmla="*/ 1 w 1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2" name="Freeform 26">
            <a:extLst>
              <a:ext uri="{FF2B5EF4-FFF2-40B4-BE49-F238E27FC236}">
                <a16:creationId xmlns:a16="http://schemas.microsoft.com/office/drawing/2014/main" id="{C867ACC6-80F7-4EF2-A830-B1CEB1828CA5}"/>
              </a:ext>
            </a:extLst>
          </p:cNvPr>
          <p:cNvSpPr>
            <a:spLocks/>
          </p:cNvSpPr>
          <p:nvPr/>
        </p:nvSpPr>
        <p:spPr bwMode="auto">
          <a:xfrm>
            <a:off x="7553325" y="3025775"/>
            <a:ext cx="1588" cy="495300"/>
          </a:xfrm>
          <a:custGeom>
            <a:avLst/>
            <a:gdLst>
              <a:gd name="T0" fmla="*/ 0 w 1"/>
              <a:gd name="T1" fmla="*/ 0 h 312"/>
              <a:gd name="T2" fmla="*/ 0 w 1"/>
              <a:gd name="T3" fmla="*/ 2147483646 h 312"/>
              <a:gd name="T4" fmla="*/ 0 w 1"/>
              <a:gd name="T5" fmla="*/ 0 h 312"/>
              <a:gd name="T6" fmla="*/ 0 60000 65536"/>
              <a:gd name="T7" fmla="*/ 0 60000 65536"/>
              <a:gd name="T8" fmla="*/ 0 60000 65536"/>
              <a:gd name="T9" fmla="*/ 0 w 1"/>
              <a:gd name="T10" fmla="*/ 0 h 312"/>
              <a:gd name="T11" fmla="*/ 1 w 1"/>
              <a:gd name="T12" fmla="*/ 312 h 3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12">
                <a:moveTo>
                  <a:pt x="0" y="0"/>
                </a:moveTo>
                <a:lnTo>
                  <a:pt x="0" y="3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3" name="Freeform 27">
            <a:extLst>
              <a:ext uri="{FF2B5EF4-FFF2-40B4-BE49-F238E27FC236}">
                <a16:creationId xmlns:a16="http://schemas.microsoft.com/office/drawing/2014/main" id="{EEE45D1F-FD4C-4D94-8F12-DE643D4D1F05}"/>
              </a:ext>
            </a:extLst>
          </p:cNvPr>
          <p:cNvSpPr>
            <a:spLocks/>
          </p:cNvSpPr>
          <p:nvPr/>
        </p:nvSpPr>
        <p:spPr bwMode="auto">
          <a:xfrm>
            <a:off x="5702300" y="3411538"/>
            <a:ext cx="912813" cy="663575"/>
          </a:xfrm>
          <a:custGeom>
            <a:avLst/>
            <a:gdLst>
              <a:gd name="T0" fmla="*/ 2147483646 w 575"/>
              <a:gd name="T1" fmla="*/ 0 h 418"/>
              <a:gd name="T2" fmla="*/ 0 w 575"/>
              <a:gd name="T3" fmla="*/ 2147483646 h 418"/>
              <a:gd name="T4" fmla="*/ 2147483646 w 575"/>
              <a:gd name="T5" fmla="*/ 0 h 418"/>
              <a:gd name="T6" fmla="*/ 0 60000 65536"/>
              <a:gd name="T7" fmla="*/ 0 60000 65536"/>
              <a:gd name="T8" fmla="*/ 0 60000 65536"/>
              <a:gd name="T9" fmla="*/ 0 w 575"/>
              <a:gd name="T10" fmla="*/ 0 h 418"/>
              <a:gd name="T11" fmla="*/ 575 w 575"/>
              <a:gd name="T12" fmla="*/ 418 h 4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" h="418">
                <a:moveTo>
                  <a:pt x="574" y="0"/>
                </a:moveTo>
                <a:lnTo>
                  <a:pt x="0" y="417"/>
                </a:lnTo>
                <a:lnTo>
                  <a:pt x="574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4" name="Freeform 28">
            <a:extLst>
              <a:ext uri="{FF2B5EF4-FFF2-40B4-BE49-F238E27FC236}">
                <a16:creationId xmlns:a16="http://schemas.microsoft.com/office/drawing/2014/main" id="{097BBE61-AD58-4D8F-A021-D38BD52E0794}"/>
              </a:ext>
            </a:extLst>
          </p:cNvPr>
          <p:cNvSpPr>
            <a:spLocks/>
          </p:cNvSpPr>
          <p:nvPr/>
        </p:nvSpPr>
        <p:spPr bwMode="auto">
          <a:xfrm>
            <a:off x="5702300" y="3951288"/>
            <a:ext cx="149225" cy="123825"/>
          </a:xfrm>
          <a:custGeom>
            <a:avLst/>
            <a:gdLst>
              <a:gd name="T0" fmla="*/ 2147483646 w 94"/>
              <a:gd name="T1" fmla="*/ 2147483646 h 78"/>
              <a:gd name="T2" fmla="*/ 0 w 94"/>
              <a:gd name="T3" fmla="*/ 2147483646 h 78"/>
              <a:gd name="T4" fmla="*/ 2147483646 w 94"/>
              <a:gd name="T5" fmla="*/ 0 h 78"/>
              <a:gd name="T6" fmla="*/ 2147483646 w 94"/>
              <a:gd name="T7" fmla="*/ 2147483646 h 78"/>
              <a:gd name="T8" fmla="*/ 0 60000 65536"/>
              <a:gd name="T9" fmla="*/ 0 60000 65536"/>
              <a:gd name="T10" fmla="*/ 0 60000 65536"/>
              <a:gd name="T11" fmla="*/ 0 60000 65536"/>
              <a:gd name="T12" fmla="*/ 0 w 94"/>
              <a:gd name="T13" fmla="*/ 0 h 78"/>
              <a:gd name="T14" fmla="*/ 94 w 94"/>
              <a:gd name="T15" fmla="*/ 78 h 7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" h="78">
                <a:moveTo>
                  <a:pt x="93" y="39"/>
                </a:moveTo>
                <a:lnTo>
                  <a:pt x="0" y="77"/>
                </a:lnTo>
                <a:lnTo>
                  <a:pt x="65" y="0"/>
                </a:lnTo>
                <a:lnTo>
                  <a:pt x="93" y="39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5" name="Freeform 29">
            <a:extLst>
              <a:ext uri="{FF2B5EF4-FFF2-40B4-BE49-F238E27FC236}">
                <a16:creationId xmlns:a16="http://schemas.microsoft.com/office/drawing/2014/main" id="{239C020B-8DB6-4725-B399-935233F31D6D}"/>
              </a:ext>
            </a:extLst>
          </p:cNvPr>
          <p:cNvSpPr>
            <a:spLocks/>
          </p:cNvSpPr>
          <p:nvPr/>
        </p:nvSpPr>
        <p:spPr bwMode="auto">
          <a:xfrm>
            <a:off x="7107238" y="3379788"/>
            <a:ext cx="1541462" cy="709612"/>
          </a:xfrm>
          <a:custGeom>
            <a:avLst/>
            <a:gdLst>
              <a:gd name="T0" fmla="*/ 0 w 971"/>
              <a:gd name="T1" fmla="*/ 0 h 447"/>
              <a:gd name="T2" fmla="*/ 2147483646 w 971"/>
              <a:gd name="T3" fmla="*/ 2147483646 h 447"/>
              <a:gd name="T4" fmla="*/ 0 w 971"/>
              <a:gd name="T5" fmla="*/ 0 h 447"/>
              <a:gd name="T6" fmla="*/ 0 60000 65536"/>
              <a:gd name="T7" fmla="*/ 0 60000 65536"/>
              <a:gd name="T8" fmla="*/ 0 60000 65536"/>
              <a:gd name="T9" fmla="*/ 0 w 971"/>
              <a:gd name="T10" fmla="*/ 0 h 447"/>
              <a:gd name="T11" fmla="*/ 971 w 971"/>
              <a:gd name="T12" fmla="*/ 447 h 4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1" h="447">
                <a:moveTo>
                  <a:pt x="0" y="0"/>
                </a:moveTo>
                <a:lnTo>
                  <a:pt x="970" y="44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6" name="Freeform 30">
            <a:extLst>
              <a:ext uri="{FF2B5EF4-FFF2-40B4-BE49-F238E27FC236}">
                <a16:creationId xmlns:a16="http://schemas.microsoft.com/office/drawing/2014/main" id="{7F44F9CD-1A94-4BC0-9DED-FA16D14A16E2}"/>
              </a:ext>
            </a:extLst>
          </p:cNvPr>
          <p:cNvSpPr>
            <a:spLocks/>
          </p:cNvSpPr>
          <p:nvPr/>
        </p:nvSpPr>
        <p:spPr bwMode="auto">
          <a:xfrm>
            <a:off x="8489950" y="3989388"/>
            <a:ext cx="158750" cy="100012"/>
          </a:xfrm>
          <a:custGeom>
            <a:avLst/>
            <a:gdLst>
              <a:gd name="T0" fmla="*/ 2147483646 w 100"/>
              <a:gd name="T1" fmla="*/ 0 h 63"/>
              <a:gd name="T2" fmla="*/ 2147483646 w 100"/>
              <a:gd name="T3" fmla="*/ 2147483646 h 63"/>
              <a:gd name="T4" fmla="*/ 0 w 100"/>
              <a:gd name="T5" fmla="*/ 2147483646 h 63"/>
              <a:gd name="T6" fmla="*/ 2147483646 w 100"/>
              <a:gd name="T7" fmla="*/ 0 h 63"/>
              <a:gd name="T8" fmla="*/ 0 60000 65536"/>
              <a:gd name="T9" fmla="*/ 0 60000 65536"/>
              <a:gd name="T10" fmla="*/ 0 60000 65536"/>
              <a:gd name="T11" fmla="*/ 0 60000 65536"/>
              <a:gd name="T12" fmla="*/ 0 w 100"/>
              <a:gd name="T13" fmla="*/ 0 h 63"/>
              <a:gd name="T14" fmla="*/ 100 w 100"/>
              <a:gd name="T15" fmla="*/ 63 h 6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0" h="63">
                <a:moveTo>
                  <a:pt x="21" y="0"/>
                </a:moveTo>
                <a:lnTo>
                  <a:pt x="99" y="62"/>
                </a:lnTo>
                <a:lnTo>
                  <a:pt x="0" y="44"/>
                </a:lnTo>
                <a:lnTo>
                  <a:pt x="21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7" name="Freeform 31">
            <a:extLst>
              <a:ext uri="{FF2B5EF4-FFF2-40B4-BE49-F238E27FC236}">
                <a16:creationId xmlns:a16="http://schemas.microsoft.com/office/drawing/2014/main" id="{AC422526-C28C-4AB8-A86E-78F0C661954F}"/>
              </a:ext>
            </a:extLst>
          </p:cNvPr>
          <p:cNvSpPr>
            <a:spLocks/>
          </p:cNvSpPr>
          <p:nvPr/>
        </p:nvSpPr>
        <p:spPr bwMode="auto">
          <a:xfrm>
            <a:off x="4224338" y="4548188"/>
            <a:ext cx="431800" cy="771525"/>
          </a:xfrm>
          <a:custGeom>
            <a:avLst/>
            <a:gdLst>
              <a:gd name="T0" fmla="*/ 2147483646 w 272"/>
              <a:gd name="T1" fmla="*/ 0 h 486"/>
              <a:gd name="T2" fmla="*/ 0 w 272"/>
              <a:gd name="T3" fmla="*/ 2147483646 h 486"/>
              <a:gd name="T4" fmla="*/ 2147483646 w 272"/>
              <a:gd name="T5" fmla="*/ 0 h 486"/>
              <a:gd name="T6" fmla="*/ 0 60000 65536"/>
              <a:gd name="T7" fmla="*/ 0 60000 65536"/>
              <a:gd name="T8" fmla="*/ 0 60000 65536"/>
              <a:gd name="T9" fmla="*/ 0 w 272"/>
              <a:gd name="T10" fmla="*/ 0 h 486"/>
              <a:gd name="T11" fmla="*/ 272 w 272"/>
              <a:gd name="T12" fmla="*/ 486 h 4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2" h="486">
                <a:moveTo>
                  <a:pt x="271" y="0"/>
                </a:moveTo>
                <a:lnTo>
                  <a:pt x="0" y="485"/>
                </a:lnTo>
                <a:lnTo>
                  <a:pt x="271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8" name="Freeform 32">
            <a:extLst>
              <a:ext uri="{FF2B5EF4-FFF2-40B4-BE49-F238E27FC236}">
                <a16:creationId xmlns:a16="http://schemas.microsoft.com/office/drawing/2014/main" id="{45DC00DA-4619-44C7-B1CC-D399287A1D60}"/>
              </a:ext>
            </a:extLst>
          </p:cNvPr>
          <p:cNvSpPr>
            <a:spLocks/>
          </p:cNvSpPr>
          <p:nvPr/>
        </p:nvSpPr>
        <p:spPr bwMode="auto">
          <a:xfrm>
            <a:off x="4224338" y="5164138"/>
            <a:ext cx="109537" cy="155575"/>
          </a:xfrm>
          <a:custGeom>
            <a:avLst/>
            <a:gdLst>
              <a:gd name="T0" fmla="*/ 2147483646 w 69"/>
              <a:gd name="T1" fmla="*/ 2147483646 h 98"/>
              <a:gd name="T2" fmla="*/ 0 w 69"/>
              <a:gd name="T3" fmla="*/ 2147483646 h 98"/>
              <a:gd name="T4" fmla="*/ 2147483646 w 69"/>
              <a:gd name="T5" fmla="*/ 0 h 98"/>
              <a:gd name="T6" fmla="*/ 2147483646 w 69"/>
              <a:gd name="T7" fmla="*/ 2147483646 h 98"/>
              <a:gd name="T8" fmla="*/ 0 60000 65536"/>
              <a:gd name="T9" fmla="*/ 0 60000 65536"/>
              <a:gd name="T10" fmla="*/ 0 60000 65536"/>
              <a:gd name="T11" fmla="*/ 0 60000 65536"/>
              <a:gd name="T12" fmla="*/ 0 w 69"/>
              <a:gd name="T13" fmla="*/ 0 h 98"/>
              <a:gd name="T14" fmla="*/ 69 w 69"/>
              <a:gd name="T15" fmla="*/ 98 h 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" h="98">
                <a:moveTo>
                  <a:pt x="68" y="25"/>
                </a:moveTo>
                <a:lnTo>
                  <a:pt x="0" y="97"/>
                </a:lnTo>
                <a:lnTo>
                  <a:pt x="26" y="0"/>
                </a:lnTo>
                <a:lnTo>
                  <a:pt x="68" y="25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59" name="Freeform 33">
            <a:extLst>
              <a:ext uri="{FF2B5EF4-FFF2-40B4-BE49-F238E27FC236}">
                <a16:creationId xmlns:a16="http://schemas.microsoft.com/office/drawing/2014/main" id="{3BB11E74-9762-4A49-A89E-8596E7D74F4E}"/>
              </a:ext>
            </a:extLst>
          </p:cNvPr>
          <p:cNvSpPr>
            <a:spLocks/>
          </p:cNvSpPr>
          <p:nvPr/>
        </p:nvSpPr>
        <p:spPr bwMode="auto">
          <a:xfrm>
            <a:off x="5148263" y="4518025"/>
            <a:ext cx="1587" cy="801688"/>
          </a:xfrm>
          <a:custGeom>
            <a:avLst/>
            <a:gdLst>
              <a:gd name="T0" fmla="*/ 0 w 1"/>
              <a:gd name="T1" fmla="*/ 0 h 505"/>
              <a:gd name="T2" fmla="*/ 0 w 1"/>
              <a:gd name="T3" fmla="*/ 2147483646 h 505"/>
              <a:gd name="T4" fmla="*/ 0 w 1"/>
              <a:gd name="T5" fmla="*/ 0 h 505"/>
              <a:gd name="T6" fmla="*/ 0 60000 65536"/>
              <a:gd name="T7" fmla="*/ 0 60000 65536"/>
              <a:gd name="T8" fmla="*/ 0 60000 65536"/>
              <a:gd name="T9" fmla="*/ 0 w 1"/>
              <a:gd name="T10" fmla="*/ 0 h 505"/>
              <a:gd name="T11" fmla="*/ 1 w 1"/>
              <a:gd name="T12" fmla="*/ 505 h 5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505">
                <a:moveTo>
                  <a:pt x="0" y="0"/>
                </a:moveTo>
                <a:lnTo>
                  <a:pt x="0" y="50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0" name="Freeform 34">
            <a:extLst>
              <a:ext uri="{FF2B5EF4-FFF2-40B4-BE49-F238E27FC236}">
                <a16:creationId xmlns:a16="http://schemas.microsoft.com/office/drawing/2014/main" id="{0976D66F-8A8F-4AA7-A9D6-93514B3CC721}"/>
              </a:ext>
            </a:extLst>
          </p:cNvPr>
          <p:cNvSpPr>
            <a:spLocks/>
          </p:cNvSpPr>
          <p:nvPr/>
        </p:nvSpPr>
        <p:spPr bwMode="auto">
          <a:xfrm>
            <a:off x="5110163" y="5164138"/>
            <a:ext cx="79375" cy="155575"/>
          </a:xfrm>
          <a:custGeom>
            <a:avLst/>
            <a:gdLst>
              <a:gd name="T0" fmla="*/ 2147483646 w 50"/>
              <a:gd name="T1" fmla="*/ 0 h 98"/>
              <a:gd name="T2" fmla="*/ 2147483646 w 50"/>
              <a:gd name="T3" fmla="*/ 2147483646 h 98"/>
              <a:gd name="T4" fmla="*/ 0 w 50"/>
              <a:gd name="T5" fmla="*/ 0 h 98"/>
              <a:gd name="T6" fmla="*/ 2147483646 w 50"/>
              <a:gd name="T7" fmla="*/ 0 h 98"/>
              <a:gd name="T8" fmla="*/ 0 60000 65536"/>
              <a:gd name="T9" fmla="*/ 0 60000 65536"/>
              <a:gd name="T10" fmla="*/ 0 60000 65536"/>
              <a:gd name="T11" fmla="*/ 0 60000 65536"/>
              <a:gd name="T12" fmla="*/ 0 w 50"/>
              <a:gd name="T13" fmla="*/ 0 h 98"/>
              <a:gd name="T14" fmla="*/ 50 w 50"/>
              <a:gd name="T15" fmla="*/ 98 h 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" h="98">
                <a:moveTo>
                  <a:pt x="49" y="0"/>
                </a:moveTo>
                <a:lnTo>
                  <a:pt x="24" y="97"/>
                </a:lnTo>
                <a:lnTo>
                  <a:pt x="0" y="0"/>
                </a:lnTo>
                <a:lnTo>
                  <a:pt x="49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1" name="Freeform 35">
            <a:extLst>
              <a:ext uri="{FF2B5EF4-FFF2-40B4-BE49-F238E27FC236}">
                <a16:creationId xmlns:a16="http://schemas.microsoft.com/office/drawing/2014/main" id="{D175F62E-1C88-4226-908F-028BA93466C4}"/>
              </a:ext>
            </a:extLst>
          </p:cNvPr>
          <p:cNvSpPr>
            <a:spLocks/>
          </p:cNvSpPr>
          <p:nvPr/>
        </p:nvSpPr>
        <p:spPr bwMode="auto">
          <a:xfrm>
            <a:off x="5641975" y="4487863"/>
            <a:ext cx="339725" cy="815975"/>
          </a:xfrm>
          <a:custGeom>
            <a:avLst/>
            <a:gdLst>
              <a:gd name="T0" fmla="*/ 0 w 214"/>
              <a:gd name="T1" fmla="*/ 0 h 514"/>
              <a:gd name="T2" fmla="*/ 2147483646 w 214"/>
              <a:gd name="T3" fmla="*/ 2147483646 h 514"/>
              <a:gd name="T4" fmla="*/ 0 w 214"/>
              <a:gd name="T5" fmla="*/ 0 h 514"/>
              <a:gd name="T6" fmla="*/ 0 60000 65536"/>
              <a:gd name="T7" fmla="*/ 0 60000 65536"/>
              <a:gd name="T8" fmla="*/ 0 60000 65536"/>
              <a:gd name="T9" fmla="*/ 0 w 214"/>
              <a:gd name="T10" fmla="*/ 0 h 514"/>
              <a:gd name="T11" fmla="*/ 214 w 214"/>
              <a:gd name="T12" fmla="*/ 514 h 5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" h="514">
                <a:moveTo>
                  <a:pt x="0" y="0"/>
                </a:moveTo>
                <a:lnTo>
                  <a:pt x="213" y="51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2" name="Freeform 36">
            <a:extLst>
              <a:ext uri="{FF2B5EF4-FFF2-40B4-BE49-F238E27FC236}">
                <a16:creationId xmlns:a16="http://schemas.microsoft.com/office/drawing/2014/main" id="{73969DB8-484F-4F3C-AC24-3E2F5F9F836D}"/>
              </a:ext>
            </a:extLst>
          </p:cNvPr>
          <p:cNvSpPr>
            <a:spLocks/>
          </p:cNvSpPr>
          <p:nvPr/>
        </p:nvSpPr>
        <p:spPr bwMode="auto">
          <a:xfrm>
            <a:off x="5886450" y="5145088"/>
            <a:ext cx="95250" cy="158750"/>
          </a:xfrm>
          <a:custGeom>
            <a:avLst/>
            <a:gdLst>
              <a:gd name="T0" fmla="*/ 2147483646 w 60"/>
              <a:gd name="T1" fmla="*/ 0 h 100"/>
              <a:gd name="T2" fmla="*/ 2147483646 w 60"/>
              <a:gd name="T3" fmla="*/ 2147483646 h 100"/>
              <a:gd name="T4" fmla="*/ 0 w 60"/>
              <a:gd name="T5" fmla="*/ 2147483646 h 100"/>
              <a:gd name="T6" fmla="*/ 2147483646 w 60"/>
              <a:gd name="T7" fmla="*/ 0 h 100"/>
              <a:gd name="T8" fmla="*/ 0 60000 65536"/>
              <a:gd name="T9" fmla="*/ 0 60000 65536"/>
              <a:gd name="T10" fmla="*/ 0 60000 65536"/>
              <a:gd name="T11" fmla="*/ 0 60000 65536"/>
              <a:gd name="T12" fmla="*/ 0 w 60"/>
              <a:gd name="T13" fmla="*/ 0 h 100"/>
              <a:gd name="T14" fmla="*/ 60 w 60"/>
              <a:gd name="T15" fmla="*/ 100 h 1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" h="100">
                <a:moveTo>
                  <a:pt x="45" y="0"/>
                </a:moveTo>
                <a:lnTo>
                  <a:pt x="59" y="99"/>
                </a:lnTo>
                <a:lnTo>
                  <a:pt x="0" y="18"/>
                </a:lnTo>
                <a:lnTo>
                  <a:pt x="45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3" name="Freeform 37">
            <a:extLst>
              <a:ext uri="{FF2B5EF4-FFF2-40B4-BE49-F238E27FC236}">
                <a16:creationId xmlns:a16="http://schemas.microsoft.com/office/drawing/2014/main" id="{0E2AB309-FEF6-430B-AFF2-8C9F5BBCEB93}"/>
              </a:ext>
            </a:extLst>
          </p:cNvPr>
          <p:cNvSpPr>
            <a:spLocks/>
          </p:cNvSpPr>
          <p:nvPr/>
        </p:nvSpPr>
        <p:spPr bwMode="auto">
          <a:xfrm>
            <a:off x="8323263" y="4502150"/>
            <a:ext cx="403225" cy="787400"/>
          </a:xfrm>
          <a:custGeom>
            <a:avLst/>
            <a:gdLst>
              <a:gd name="T0" fmla="*/ 2147483646 w 254"/>
              <a:gd name="T1" fmla="*/ 0 h 496"/>
              <a:gd name="T2" fmla="*/ 0 w 254"/>
              <a:gd name="T3" fmla="*/ 2147483646 h 496"/>
              <a:gd name="T4" fmla="*/ 2147483646 w 254"/>
              <a:gd name="T5" fmla="*/ 0 h 496"/>
              <a:gd name="T6" fmla="*/ 0 60000 65536"/>
              <a:gd name="T7" fmla="*/ 0 60000 65536"/>
              <a:gd name="T8" fmla="*/ 0 60000 65536"/>
              <a:gd name="T9" fmla="*/ 0 w 254"/>
              <a:gd name="T10" fmla="*/ 0 h 496"/>
              <a:gd name="T11" fmla="*/ 254 w 254"/>
              <a:gd name="T12" fmla="*/ 496 h 4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4" h="496">
                <a:moveTo>
                  <a:pt x="253" y="0"/>
                </a:moveTo>
                <a:lnTo>
                  <a:pt x="0" y="495"/>
                </a:lnTo>
                <a:lnTo>
                  <a:pt x="253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4" name="Freeform 38">
            <a:extLst>
              <a:ext uri="{FF2B5EF4-FFF2-40B4-BE49-F238E27FC236}">
                <a16:creationId xmlns:a16="http://schemas.microsoft.com/office/drawing/2014/main" id="{53D1DDA0-9446-44E3-8DFA-972FA2AD2D07}"/>
              </a:ext>
            </a:extLst>
          </p:cNvPr>
          <p:cNvSpPr>
            <a:spLocks/>
          </p:cNvSpPr>
          <p:nvPr/>
        </p:nvSpPr>
        <p:spPr bwMode="auto">
          <a:xfrm>
            <a:off x="8323263" y="5133975"/>
            <a:ext cx="106362" cy="155575"/>
          </a:xfrm>
          <a:custGeom>
            <a:avLst/>
            <a:gdLst>
              <a:gd name="T0" fmla="*/ 2147483646 w 67"/>
              <a:gd name="T1" fmla="*/ 2147483646 h 98"/>
              <a:gd name="T2" fmla="*/ 0 w 67"/>
              <a:gd name="T3" fmla="*/ 2147483646 h 98"/>
              <a:gd name="T4" fmla="*/ 2147483646 w 67"/>
              <a:gd name="T5" fmla="*/ 0 h 98"/>
              <a:gd name="T6" fmla="*/ 2147483646 w 67"/>
              <a:gd name="T7" fmla="*/ 2147483646 h 98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98"/>
              <a:gd name="T14" fmla="*/ 67 w 67"/>
              <a:gd name="T15" fmla="*/ 98 h 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98">
                <a:moveTo>
                  <a:pt x="66" y="21"/>
                </a:moveTo>
                <a:lnTo>
                  <a:pt x="0" y="97"/>
                </a:lnTo>
                <a:lnTo>
                  <a:pt x="23" y="0"/>
                </a:lnTo>
                <a:lnTo>
                  <a:pt x="66" y="21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5" name="Freeform 39">
            <a:extLst>
              <a:ext uri="{FF2B5EF4-FFF2-40B4-BE49-F238E27FC236}">
                <a16:creationId xmlns:a16="http://schemas.microsoft.com/office/drawing/2014/main" id="{6465E7D2-0C8C-4165-84D1-0B145F96EB14}"/>
              </a:ext>
            </a:extLst>
          </p:cNvPr>
          <p:cNvSpPr>
            <a:spLocks/>
          </p:cNvSpPr>
          <p:nvPr/>
        </p:nvSpPr>
        <p:spPr bwMode="auto">
          <a:xfrm>
            <a:off x="9217025" y="4518025"/>
            <a:ext cx="1588" cy="755650"/>
          </a:xfrm>
          <a:custGeom>
            <a:avLst/>
            <a:gdLst>
              <a:gd name="T0" fmla="*/ 0 w 1"/>
              <a:gd name="T1" fmla="*/ 0 h 476"/>
              <a:gd name="T2" fmla="*/ 0 w 1"/>
              <a:gd name="T3" fmla="*/ 2147483646 h 476"/>
              <a:gd name="T4" fmla="*/ 0 w 1"/>
              <a:gd name="T5" fmla="*/ 0 h 476"/>
              <a:gd name="T6" fmla="*/ 0 60000 65536"/>
              <a:gd name="T7" fmla="*/ 0 60000 65536"/>
              <a:gd name="T8" fmla="*/ 0 60000 65536"/>
              <a:gd name="T9" fmla="*/ 0 w 1"/>
              <a:gd name="T10" fmla="*/ 0 h 476"/>
              <a:gd name="T11" fmla="*/ 1 w 1"/>
              <a:gd name="T12" fmla="*/ 476 h 4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76">
                <a:moveTo>
                  <a:pt x="0" y="0"/>
                </a:moveTo>
                <a:lnTo>
                  <a:pt x="0" y="475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6" name="Freeform 40">
            <a:extLst>
              <a:ext uri="{FF2B5EF4-FFF2-40B4-BE49-F238E27FC236}">
                <a16:creationId xmlns:a16="http://schemas.microsoft.com/office/drawing/2014/main" id="{19EFA0DD-E700-4745-9AF3-1ADFBF3DEA3E}"/>
              </a:ext>
            </a:extLst>
          </p:cNvPr>
          <p:cNvSpPr>
            <a:spLocks/>
          </p:cNvSpPr>
          <p:nvPr/>
        </p:nvSpPr>
        <p:spPr bwMode="auto">
          <a:xfrm>
            <a:off x="9178925" y="5118100"/>
            <a:ext cx="77788" cy="155575"/>
          </a:xfrm>
          <a:custGeom>
            <a:avLst/>
            <a:gdLst>
              <a:gd name="T0" fmla="*/ 2147483646 w 49"/>
              <a:gd name="T1" fmla="*/ 0 h 98"/>
              <a:gd name="T2" fmla="*/ 2147483646 w 49"/>
              <a:gd name="T3" fmla="*/ 2147483646 h 98"/>
              <a:gd name="T4" fmla="*/ 0 w 49"/>
              <a:gd name="T5" fmla="*/ 0 h 98"/>
              <a:gd name="T6" fmla="*/ 2147483646 w 49"/>
              <a:gd name="T7" fmla="*/ 0 h 98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98"/>
              <a:gd name="T14" fmla="*/ 49 w 49"/>
              <a:gd name="T15" fmla="*/ 98 h 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98">
                <a:moveTo>
                  <a:pt x="48" y="0"/>
                </a:moveTo>
                <a:lnTo>
                  <a:pt x="24" y="97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7" name="Freeform 41">
            <a:extLst>
              <a:ext uri="{FF2B5EF4-FFF2-40B4-BE49-F238E27FC236}">
                <a16:creationId xmlns:a16="http://schemas.microsoft.com/office/drawing/2014/main" id="{A61A8D1E-B8E7-4689-AA42-195B0D6049DC}"/>
              </a:ext>
            </a:extLst>
          </p:cNvPr>
          <p:cNvSpPr>
            <a:spLocks/>
          </p:cNvSpPr>
          <p:nvPr/>
        </p:nvSpPr>
        <p:spPr bwMode="auto">
          <a:xfrm>
            <a:off x="9710738" y="4532313"/>
            <a:ext cx="401637" cy="757237"/>
          </a:xfrm>
          <a:custGeom>
            <a:avLst/>
            <a:gdLst>
              <a:gd name="T0" fmla="*/ 0 w 253"/>
              <a:gd name="T1" fmla="*/ 0 h 477"/>
              <a:gd name="T2" fmla="*/ 2147483646 w 253"/>
              <a:gd name="T3" fmla="*/ 2147483646 h 477"/>
              <a:gd name="T4" fmla="*/ 0 w 253"/>
              <a:gd name="T5" fmla="*/ 0 h 477"/>
              <a:gd name="T6" fmla="*/ 0 60000 65536"/>
              <a:gd name="T7" fmla="*/ 0 60000 65536"/>
              <a:gd name="T8" fmla="*/ 0 60000 65536"/>
              <a:gd name="T9" fmla="*/ 0 w 253"/>
              <a:gd name="T10" fmla="*/ 0 h 477"/>
              <a:gd name="T11" fmla="*/ 253 w 253"/>
              <a:gd name="T12" fmla="*/ 477 h 4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3" h="477">
                <a:moveTo>
                  <a:pt x="0" y="0"/>
                </a:moveTo>
                <a:lnTo>
                  <a:pt x="252" y="47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8" name="Freeform 42">
            <a:extLst>
              <a:ext uri="{FF2B5EF4-FFF2-40B4-BE49-F238E27FC236}">
                <a16:creationId xmlns:a16="http://schemas.microsoft.com/office/drawing/2014/main" id="{0899F671-ADE0-49F3-BAF0-EE04792AF544}"/>
              </a:ext>
            </a:extLst>
          </p:cNvPr>
          <p:cNvSpPr>
            <a:spLocks/>
          </p:cNvSpPr>
          <p:nvPr/>
        </p:nvSpPr>
        <p:spPr bwMode="auto">
          <a:xfrm>
            <a:off x="10006013" y="5133975"/>
            <a:ext cx="106362" cy="155575"/>
          </a:xfrm>
          <a:custGeom>
            <a:avLst/>
            <a:gdLst>
              <a:gd name="T0" fmla="*/ 2147483646 w 67"/>
              <a:gd name="T1" fmla="*/ 0 h 98"/>
              <a:gd name="T2" fmla="*/ 2147483646 w 67"/>
              <a:gd name="T3" fmla="*/ 2147483646 h 98"/>
              <a:gd name="T4" fmla="*/ 0 w 67"/>
              <a:gd name="T5" fmla="*/ 2147483646 h 98"/>
              <a:gd name="T6" fmla="*/ 2147483646 w 67"/>
              <a:gd name="T7" fmla="*/ 0 h 98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98"/>
              <a:gd name="T14" fmla="*/ 67 w 67"/>
              <a:gd name="T15" fmla="*/ 98 h 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98">
                <a:moveTo>
                  <a:pt x="42" y="0"/>
                </a:moveTo>
                <a:lnTo>
                  <a:pt x="66" y="97"/>
                </a:lnTo>
                <a:lnTo>
                  <a:pt x="0" y="22"/>
                </a:lnTo>
                <a:lnTo>
                  <a:pt x="42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69" name="Freeform 43">
            <a:extLst>
              <a:ext uri="{FF2B5EF4-FFF2-40B4-BE49-F238E27FC236}">
                <a16:creationId xmlns:a16="http://schemas.microsoft.com/office/drawing/2014/main" id="{72EFBBA5-5244-47E1-8923-197F2E7B96A4}"/>
              </a:ext>
            </a:extLst>
          </p:cNvPr>
          <p:cNvSpPr>
            <a:spLocks/>
          </p:cNvSpPr>
          <p:nvPr/>
        </p:nvSpPr>
        <p:spPr bwMode="auto">
          <a:xfrm>
            <a:off x="3792538" y="5378450"/>
            <a:ext cx="74612" cy="479425"/>
          </a:xfrm>
          <a:custGeom>
            <a:avLst/>
            <a:gdLst>
              <a:gd name="T0" fmla="*/ 0 w 1"/>
              <a:gd name="T1" fmla="*/ 0 h 283"/>
              <a:gd name="T2" fmla="*/ 0 w 1"/>
              <a:gd name="T3" fmla="*/ 2147483646 h 283"/>
              <a:gd name="T4" fmla="*/ 0 w 1"/>
              <a:gd name="T5" fmla="*/ 0 h 283"/>
              <a:gd name="T6" fmla="*/ 0 60000 65536"/>
              <a:gd name="T7" fmla="*/ 0 60000 65536"/>
              <a:gd name="T8" fmla="*/ 0 60000 65536"/>
              <a:gd name="T9" fmla="*/ 0 w 1"/>
              <a:gd name="T10" fmla="*/ 0 h 283"/>
              <a:gd name="T11" fmla="*/ 1 w 1"/>
              <a:gd name="T12" fmla="*/ 283 h 2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83">
                <a:moveTo>
                  <a:pt x="0" y="0"/>
                </a:moveTo>
                <a:lnTo>
                  <a:pt x="0" y="2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0" name="Freeform 44">
            <a:extLst>
              <a:ext uri="{FF2B5EF4-FFF2-40B4-BE49-F238E27FC236}">
                <a16:creationId xmlns:a16="http://schemas.microsoft.com/office/drawing/2014/main" id="{359A9546-C87E-45E6-9FD8-2EBD677CF098}"/>
              </a:ext>
            </a:extLst>
          </p:cNvPr>
          <p:cNvSpPr>
            <a:spLocks/>
          </p:cNvSpPr>
          <p:nvPr/>
        </p:nvSpPr>
        <p:spPr bwMode="auto">
          <a:xfrm>
            <a:off x="5143500" y="5324475"/>
            <a:ext cx="76200" cy="541338"/>
          </a:xfrm>
          <a:custGeom>
            <a:avLst/>
            <a:gdLst>
              <a:gd name="T0" fmla="*/ 0 w 1"/>
              <a:gd name="T1" fmla="*/ 0 h 293"/>
              <a:gd name="T2" fmla="*/ 0 w 1"/>
              <a:gd name="T3" fmla="*/ 2147483646 h 293"/>
              <a:gd name="T4" fmla="*/ 0 w 1"/>
              <a:gd name="T5" fmla="*/ 0 h 293"/>
              <a:gd name="T6" fmla="*/ 0 60000 65536"/>
              <a:gd name="T7" fmla="*/ 0 60000 65536"/>
              <a:gd name="T8" fmla="*/ 0 60000 65536"/>
              <a:gd name="T9" fmla="*/ 0 w 1"/>
              <a:gd name="T10" fmla="*/ 0 h 293"/>
              <a:gd name="T11" fmla="*/ 1 w 1"/>
              <a:gd name="T12" fmla="*/ 293 h 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3">
                <a:moveTo>
                  <a:pt x="0" y="0"/>
                </a:moveTo>
                <a:lnTo>
                  <a:pt x="0" y="29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1" name="Freeform 45">
            <a:extLst>
              <a:ext uri="{FF2B5EF4-FFF2-40B4-BE49-F238E27FC236}">
                <a16:creationId xmlns:a16="http://schemas.microsoft.com/office/drawing/2014/main" id="{79929643-2286-4E53-AD5B-A51D6D29232B}"/>
              </a:ext>
            </a:extLst>
          </p:cNvPr>
          <p:cNvSpPr>
            <a:spLocks/>
          </p:cNvSpPr>
          <p:nvPr/>
        </p:nvSpPr>
        <p:spPr bwMode="auto">
          <a:xfrm>
            <a:off x="6505575" y="5362575"/>
            <a:ext cx="1588" cy="479425"/>
          </a:xfrm>
          <a:custGeom>
            <a:avLst/>
            <a:gdLst>
              <a:gd name="T0" fmla="*/ 0 w 1"/>
              <a:gd name="T1" fmla="*/ 0 h 302"/>
              <a:gd name="T2" fmla="*/ 0 w 1"/>
              <a:gd name="T3" fmla="*/ 2147483646 h 302"/>
              <a:gd name="T4" fmla="*/ 0 w 1"/>
              <a:gd name="T5" fmla="*/ 0 h 302"/>
              <a:gd name="T6" fmla="*/ 0 60000 65536"/>
              <a:gd name="T7" fmla="*/ 0 60000 65536"/>
              <a:gd name="T8" fmla="*/ 0 60000 65536"/>
              <a:gd name="T9" fmla="*/ 0 w 1"/>
              <a:gd name="T10" fmla="*/ 0 h 302"/>
              <a:gd name="T11" fmla="*/ 1 w 1"/>
              <a:gd name="T12" fmla="*/ 302 h 3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02">
                <a:moveTo>
                  <a:pt x="0" y="0"/>
                </a:moveTo>
                <a:lnTo>
                  <a:pt x="0" y="30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2" name="Freeform 46">
            <a:extLst>
              <a:ext uri="{FF2B5EF4-FFF2-40B4-BE49-F238E27FC236}">
                <a16:creationId xmlns:a16="http://schemas.microsoft.com/office/drawing/2014/main" id="{E69DC9A4-8BA0-49DE-B7A2-C45808547359}"/>
              </a:ext>
            </a:extLst>
          </p:cNvPr>
          <p:cNvSpPr>
            <a:spLocks/>
          </p:cNvSpPr>
          <p:nvPr/>
        </p:nvSpPr>
        <p:spPr bwMode="auto">
          <a:xfrm flipH="1">
            <a:off x="7734300" y="5378450"/>
            <a:ext cx="76200" cy="479425"/>
          </a:xfrm>
          <a:custGeom>
            <a:avLst/>
            <a:gdLst>
              <a:gd name="T0" fmla="*/ 0 w 1"/>
              <a:gd name="T1" fmla="*/ 0 h 273"/>
              <a:gd name="T2" fmla="*/ 0 w 1"/>
              <a:gd name="T3" fmla="*/ 2147483646 h 273"/>
              <a:gd name="T4" fmla="*/ 0 w 1"/>
              <a:gd name="T5" fmla="*/ 0 h 273"/>
              <a:gd name="T6" fmla="*/ 0 60000 65536"/>
              <a:gd name="T7" fmla="*/ 0 60000 65536"/>
              <a:gd name="T8" fmla="*/ 0 60000 65536"/>
              <a:gd name="T9" fmla="*/ 0 w 1"/>
              <a:gd name="T10" fmla="*/ 0 h 273"/>
              <a:gd name="T11" fmla="*/ 1 w 1"/>
              <a:gd name="T12" fmla="*/ 273 h 27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3">
                <a:moveTo>
                  <a:pt x="0" y="0"/>
                </a:moveTo>
                <a:lnTo>
                  <a:pt x="0" y="27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3" name="Freeform 47">
            <a:extLst>
              <a:ext uri="{FF2B5EF4-FFF2-40B4-BE49-F238E27FC236}">
                <a16:creationId xmlns:a16="http://schemas.microsoft.com/office/drawing/2014/main" id="{1E70D504-62E3-4FC2-98FA-A96C540336EA}"/>
              </a:ext>
            </a:extLst>
          </p:cNvPr>
          <p:cNvSpPr>
            <a:spLocks/>
          </p:cNvSpPr>
          <p:nvPr/>
        </p:nvSpPr>
        <p:spPr bwMode="auto">
          <a:xfrm>
            <a:off x="9202738" y="5378450"/>
            <a:ext cx="1587" cy="463550"/>
          </a:xfrm>
          <a:custGeom>
            <a:avLst/>
            <a:gdLst>
              <a:gd name="T0" fmla="*/ 0 w 1"/>
              <a:gd name="T1" fmla="*/ 0 h 292"/>
              <a:gd name="T2" fmla="*/ 0 w 1"/>
              <a:gd name="T3" fmla="*/ 2147483646 h 292"/>
              <a:gd name="T4" fmla="*/ 0 w 1"/>
              <a:gd name="T5" fmla="*/ 0 h 292"/>
              <a:gd name="T6" fmla="*/ 0 60000 65536"/>
              <a:gd name="T7" fmla="*/ 0 60000 65536"/>
              <a:gd name="T8" fmla="*/ 0 60000 65536"/>
              <a:gd name="T9" fmla="*/ 0 w 1"/>
              <a:gd name="T10" fmla="*/ 0 h 292"/>
              <a:gd name="T11" fmla="*/ 1 w 1"/>
              <a:gd name="T12" fmla="*/ 292 h 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2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4" name="Freeform 48">
            <a:extLst>
              <a:ext uri="{FF2B5EF4-FFF2-40B4-BE49-F238E27FC236}">
                <a16:creationId xmlns:a16="http://schemas.microsoft.com/office/drawing/2014/main" id="{2C88DB47-67FA-47A7-9444-0DC5CA1B85E0}"/>
              </a:ext>
            </a:extLst>
          </p:cNvPr>
          <p:cNvSpPr>
            <a:spLocks/>
          </p:cNvSpPr>
          <p:nvPr/>
        </p:nvSpPr>
        <p:spPr bwMode="auto">
          <a:xfrm>
            <a:off x="10542588" y="5378450"/>
            <a:ext cx="1587" cy="463550"/>
          </a:xfrm>
          <a:custGeom>
            <a:avLst/>
            <a:gdLst>
              <a:gd name="T0" fmla="*/ 0 w 1"/>
              <a:gd name="T1" fmla="*/ 0 h 292"/>
              <a:gd name="T2" fmla="*/ 0 w 1"/>
              <a:gd name="T3" fmla="*/ 2147483646 h 292"/>
              <a:gd name="T4" fmla="*/ 0 w 1"/>
              <a:gd name="T5" fmla="*/ 0 h 292"/>
              <a:gd name="T6" fmla="*/ 0 60000 65536"/>
              <a:gd name="T7" fmla="*/ 0 60000 65536"/>
              <a:gd name="T8" fmla="*/ 0 60000 65536"/>
              <a:gd name="T9" fmla="*/ 0 w 1"/>
              <a:gd name="T10" fmla="*/ 0 h 292"/>
              <a:gd name="T11" fmla="*/ 1 w 1"/>
              <a:gd name="T12" fmla="*/ 292 h 2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2">
                <a:moveTo>
                  <a:pt x="0" y="0"/>
                </a:moveTo>
                <a:lnTo>
                  <a:pt x="0" y="29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5" name="Freeform 49">
            <a:extLst>
              <a:ext uri="{FF2B5EF4-FFF2-40B4-BE49-F238E27FC236}">
                <a16:creationId xmlns:a16="http://schemas.microsoft.com/office/drawing/2014/main" id="{AE14C33B-2235-43C2-B056-7A579541C051}"/>
              </a:ext>
            </a:extLst>
          </p:cNvPr>
          <p:cNvSpPr>
            <a:spLocks/>
          </p:cNvSpPr>
          <p:nvPr/>
        </p:nvSpPr>
        <p:spPr bwMode="auto">
          <a:xfrm>
            <a:off x="6088063" y="2871788"/>
            <a:ext cx="403225" cy="123825"/>
          </a:xfrm>
          <a:custGeom>
            <a:avLst/>
            <a:gdLst>
              <a:gd name="T0" fmla="*/ 0 w 254"/>
              <a:gd name="T1" fmla="*/ 0 h 78"/>
              <a:gd name="T2" fmla="*/ 2147483646 w 254"/>
              <a:gd name="T3" fmla="*/ 2147483646 h 78"/>
              <a:gd name="T4" fmla="*/ 0 w 254"/>
              <a:gd name="T5" fmla="*/ 0 h 78"/>
              <a:gd name="T6" fmla="*/ 0 60000 65536"/>
              <a:gd name="T7" fmla="*/ 0 60000 65536"/>
              <a:gd name="T8" fmla="*/ 0 60000 65536"/>
              <a:gd name="T9" fmla="*/ 0 w 254"/>
              <a:gd name="T10" fmla="*/ 0 h 78"/>
              <a:gd name="T11" fmla="*/ 254 w 254"/>
              <a:gd name="T12" fmla="*/ 78 h 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4" h="78">
                <a:moveTo>
                  <a:pt x="0" y="0"/>
                </a:moveTo>
                <a:lnTo>
                  <a:pt x="253" y="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chemeClr val="tx2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6" name="Freeform 50">
            <a:extLst>
              <a:ext uri="{FF2B5EF4-FFF2-40B4-BE49-F238E27FC236}">
                <a16:creationId xmlns:a16="http://schemas.microsoft.com/office/drawing/2014/main" id="{A5098940-F228-4C7D-87EC-059222170599}"/>
              </a:ext>
            </a:extLst>
          </p:cNvPr>
          <p:cNvSpPr>
            <a:spLocks/>
          </p:cNvSpPr>
          <p:nvPr/>
        </p:nvSpPr>
        <p:spPr bwMode="auto">
          <a:xfrm>
            <a:off x="6330950" y="2914650"/>
            <a:ext cx="160338" cy="80963"/>
          </a:xfrm>
          <a:custGeom>
            <a:avLst/>
            <a:gdLst>
              <a:gd name="T0" fmla="*/ 2147483646 w 101"/>
              <a:gd name="T1" fmla="*/ 0 h 51"/>
              <a:gd name="T2" fmla="*/ 2147483646 w 101"/>
              <a:gd name="T3" fmla="*/ 2147483646 h 51"/>
              <a:gd name="T4" fmla="*/ 0 w 101"/>
              <a:gd name="T5" fmla="*/ 2147483646 h 51"/>
              <a:gd name="T6" fmla="*/ 2147483646 w 101"/>
              <a:gd name="T7" fmla="*/ 0 h 51"/>
              <a:gd name="T8" fmla="*/ 0 60000 65536"/>
              <a:gd name="T9" fmla="*/ 0 60000 65536"/>
              <a:gd name="T10" fmla="*/ 0 60000 65536"/>
              <a:gd name="T11" fmla="*/ 0 60000 65536"/>
              <a:gd name="T12" fmla="*/ 0 w 101"/>
              <a:gd name="T13" fmla="*/ 0 h 51"/>
              <a:gd name="T14" fmla="*/ 101 w 101"/>
              <a:gd name="T15" fmla="*/ 51 h 5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" h="51">
                <a:moveTo>
                  <a:pt x="15" y="0"/>
                </a:moveTo>
                <a:lnTo>
                  <a:pt x="100" y="50"/>
                </a:lnTo>
                <a:lnTo>
                  <a:pt x="0" y="45"/>
                </a:lnTo>
                <a:lnTo>
                  <a:pt x="15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22577" name="Rectangle 51">
            <a:extLst>
              <a:ext uri="{FF2B5EF4-FFF2-40B4-BE49-F238E27FC236}">
                <a16:creationId xmlns:a16="http://schemas.microsoft.com/office/drawing/2014/main" id="{F09E8B13-C7F3-424C-A420-C3A3493A3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125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10*</a:t>
            </a:r>
          </a:p>
        </p:txBody>
      </p:sp>
      <p:sp>
        <p:nvSpPr>
          <p:cNvPr id="22578" name="Rectangle 52">
            <a:extLst>
              <a:ext uri="{FF2B5EF4-FFF2-40B4-BE49-F238E27FC236}">
                <a16:creationId xmlns:a16="http://schemas.microsoft.com/office/drawing/2014/main" id="{2DC1A477-CFC2-43AE-B710-C174D4392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5875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15*</a:t>
            </a:r>
          </a:p>
        </p:txBody>
      </p:sp>
      <p:sp>
        <p:nvSpPr>
          <p:cNvPr id="22579" name="Rectangle 53">
            <a:extLst>
              <a:ext uri="{FF2B5EF4-FFF2-40B4-BE49-F238E27FC236}">
                <a16:creationId xmlns:a16="http://schemas.microsoft.com/office/drawing/2014/main" id="{35B0FCA2-6EF2-4947-BDBA-5AEF9169A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486400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20*</a:t>
            </a:r>
          </a:p>
        </p:txBody>
      </p:sp>
      <p:sp>
        <p:nvSpPr>
          <p:cNvPr id="22580" name="Rectangle 54">
            <a:extLst>
              <a:ext uri="{FF2B5EF4-FFF2-40B4-BE49-F238E27FC236}">
                <a16:creationId xmlns:a16="http://schemas.microsoft.com/office/drawing/2014/main" id="{CF264710-3CE2-4522-994F-327AE4FCF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5486400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27*</a:t>
            </a:r>
          </a:p>
        </p:txBody>
      </p:sp>
      <p:sp>
        <p:nvSpPr>
          <p:cNvPr id="22581" name="Rectangle 55">
            <a:extLst>
              <a:ext uri="{FF2B5EF4-FFF2-40B4-BE49-F238E27FC236}">
                <a16:creationId xmlns:a16="http://schemas.microsoft.com/office/drawing/2014/main" id="{445D3D08-1036-412C-B790-398B23BC7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450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33*</a:t>
            </a:r>
          </a:p>
        </p:txBody>
      </p:sp>
      <p:sp>
        <p:nvSpPr>
          <p:cNvPr id="22582" name="Rectangle 56">
            <a:extLst>
              <a:ext uri="{FF2B5EF4-FFF2-40B4-BE49-F238E27FC236}">
                <a16:creationId xmlns:a16="http://schemas.microsoft.com/office/drawing/2014/main" id="{F8253C74-8A85-4392-9782-3104C3E60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325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37*</a:t>
            </a:r>
          </a:p>
        </p:txBody>
      </p:sp>
      <p:sp>
        <p:nvSpPr>
          <p:cNvPr id="22583" name="Rectangle 57">
            <a:extLst>
              <a:ext uri="{FF2B5EF4-FFF2-40B4-BE49-F238E27FC236}">
                <a16:creationId xmlns:a16="http://schemas.microsoft.com/office/drawing/2014/main" id="{5E04ACC8-80BC-44A8-A8D1-C04403427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9175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40*</a:t>
            </a:r>
          </a:p>
        </p:txBody>
      </p:sp>
      <p:sp>
        <p:nvSpPr>
          <p:cNvPr id="22584" name="Rectangle 58">
            <a:extLst>
              <a:ext uri="{FF2B5EF4-FFF2-40B4-BE49-F238E27FC236}">
                <a16:creationId xmlns:a16="http://schemas.microsoft.com/office/drawing/2014/main" id="{BC9BF806-A454-4F9B-8E9E-BB6BC08F0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4638" y="5470525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46*</a:t>
            </a:r>
          </a:p>
        </p:txBody>
      </p:sp>
      <p:sp>
        <p:nvSpPr>
          <p:cNvPr id="22585" name="Rectangle 59">
            <a:extLst>
              <a:ext uri="{FF2B5EF4-FFF2-40B4-BE49-F238E27FC236}">
                <a16:creationId xmlns:a16="http://schemas.microsoft.com/office/drawing/2014/main" id="{0EA639AC-6B03-4E0A-937B-6A5BB0923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325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51*</a:t>
            </a:r>
          </a:p>
        </p:txBody>
      </p:sp>
      <p:sp>
        <p:nvSpPr>
          <p:cNvPr id="22586" name="Rectangle 60">
            <a:extLst>
              <a:ext uri="{FF2B5EF4-FFF2-40B4-BE49-F238E27FC236}">
                <a16:creationId xmlns:a16="http://schemas.microsoft.com/office/drawing/2014/main" id="{19B457DB-F2DB-42B0-8323-D8007D392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82113" y="5470525"/>
            <a:ext cx="4429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55*</a:t>
            </a:r>
          </a:p>
        </p:txBody>
      </p:sp>
      <p:sp>
        <p:nvSpPr>
          <p:cNvPr id="22587" name="Rectangle 61">
            <a:extLst>
              <a:ext uri="{FF2B5EF4-FFF2-40B4-BE49-F238E27FC236}">
                <a16:creationId xmlns:a16="http://schemas.microsoft.com/office/drawing/2014/main" id="{7184EFD1-557D-4174-AE95-AB4AB81AE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2050" y="5502275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63*</a:t>
            </a:r>
          </a:p>
        </p:txBody>
      </p:sp>
      <p:sp>
        <p:nvSpPr>
          <p:cNvPr id="22588" name="Rectangle 62">
            <a:extLst>
              <a:ext uri="{FF2B5EF4-FFF2-40B4-BE49-F238E27FC236}">
                <a16:creationId xmlns:a16="http://schemas.microsoft.com/office/drawing/2014/main" id="{F081CA88-5D56-44FE-A575-6BC2D49B9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7675" y="5486400"/>
            <a:ext cx="4429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97*</a:t>
            </a:r>
          </a:p>
        </p:txBody>
      </p:sp>
      <p:sp>
        <p:nvSpPr>
          <p:cNvPr id="22589" name="Rectangle 63">
            <a:extLst>
              <a:ext uri="{FF2B5EF4-FFF2-40B4-BE49-F238E27FC236}">
                <a16:creationId xmlns:a16="http://schemas.microsoft.com/office/drawing/2014/main" id="{E5A3A79B-C18C-406A-A007-60226C30C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8050" y="4240213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20</a:t>
            </a:r>
          </a:p>
        </p:txBody>
      </p:sp>
      <p:sp>
        <p:nvSpPr>
          <p:cNvPr id="22590" name="Rectangle 64">
            <a:extLst>
              <a:ext uri="{FF2B5EF4-FFF2-40B4-BE49-F238E27FC236}">
                <a16:creationId xmlns:a16="http://schemas.microsoft.com/office/drawing/2014/main" id="{B661BD1A-08E6-445D-9B92-471B9AE49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763" y="4240213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33</a:t>
            </a:r>
          </a:p>
        </p:txBody>
      </p:sp>
      <p:sp>
        <p:nvSpPr>
          <p:cNvPr id="22591" name="Rectangle 65">
            <a:extLst>
              <a:ext uri="{FF2B5EF4-FFF2-40B4-BE49-F238E27FC236}">
                <a16:creationId xmlns:a16="http://schemas.microsoft.com/office/drawing/2014/main" id="{4E21DB0E-A94C-4B49-BECB-4B02BD8168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8400" y="4240213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51</a:t>
            </a:r>
          </a:p>
        </p:txBody>
      </p:sp>
      <p:sp>
        <p:nvSpPr>
          <p:cNvPr id="22592" name="Rectangle 66">
            <a:extLst>
              <a:ext uri="{FF2B5EF4-FFF2-40B4-BE49-F238E27FC236}">
                <a16:creationId xmlns:a16="http://schemas.microsoft.com/office/drawing/2014/main" id="{5C041AC5-3E5D-4137-B7FB-76F09EE84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64650" y="4240213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63</a:t>
            </a:r>
          </a:p>
        </p:txBody>
      </p:sp>
      <p:sp>
        <p:nvSpPr>
          <p:cNvPr id="22593" name="Rectangle 67">
            <a:extLst>
              <a:ext uri="{FF2B5EF4-FFF2-40B4-BE49-F238E27FC236}">
                <a16:creationId xmlns:a16="http://schemas.microsoft.com/office/drawing/2014/main" id="{CA07183A-43A8-487D-A53D-C2A42B59C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7025" y="3132138"/>
            <a:ext cx="361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/>
              <a:t>40</a:t>
            </a:r>
          </a:p>
        </p:txBody>
      </p:sp>
      <p:sp>
        <p:nvSpPr>
          <p:cNvPr id="22594" name="Rectangle 68">
            <a:extLst>
              <a:ext uri="{FF2B5EF4-FFF2-40B4-BE49-F238E27FC236}">
                <a16:creationId xmlns:a16="http://schemas.microsoft.com/office/drawing/2014/main" id="{BB1CCB3C-3465-49E9-A6C3-0D7F3AF6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175" y="2614613"/>
            <a:ext cx="939800" cy="30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ro-RO" altLang="en-US" sz="1400" b="1"/>
              <a:t>Rădăcină</a:t>
            </a:r>
            <a:endParaRPr lang="en-US" altLang="en-US" sz="14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80B16C2-9658-473F-8513-C6E45C4A0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93DFAB1-D946-4950-BD4C-7646D5F78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1524000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4" name="Freeform 55">
            <a:extLst>
              <a:ext uri="{FF2B5EF4-FFF2-40B4-BE49-F238E27FC236}">
                <a16:creationId xmlns:a16="http://schemas.microsoft.com/office/drawing/2014/main" id="{44A012C6-0E02-46A0-80DE-ECA6ED08FF60}"/>
              </a:ext>
            </a:extLst>
          </p:cNvPr>
          <p:cNvSpPr>
            <a:spLocks/>
          </p:cNvSpPr>
          <p:nvPr/>
        </p:nvSpPr>
        <p:spPr bwMode="auto">
          <a:xfrm>
            <a:off x="3168650" y="3735388"/>
            <a:ext cx="8145463" cy="1587"/>
          </a:xfrm>
          <a:custGeom>
            <a:avLst/>
            <a:gdLst>
              <a:gd name="T0" fmla="*/ 0 w 5131"/>
              <a:gd name="T1" fmla="*/ 0 h 1"/>
              <a:gd name="T2" fmla="*/ 5130 w 5131"/>
              <a:gd name="T3" fmla="*/ 0 h 1"/>
              <a:gd name="T4" fmla="*/ 0 w 5131"/>
              <a:gd name="T5" fmla="*/ 0 h 1"/>
              <a:gd name="T6" fmla="*/ 0 60000 65536"/>
              <a:gd name="T7" fmla="*/ 0 60000 65536"/>
              <a:gd name="T8" fmla="*/ 0 60000 65536"/>
              <a:gd name="T9" fmla="*/ 0 w 5131"/>
              <a:gd name="T10" fmla="*/ 0 h 1"/>
              <a:gd name="T11" fmla="*/ 5131 w 513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31" h="1">
                <a:moveTo>
                  <a:pt x="0" y="0"/>
                </a:moveTo>
                <a:lnTo>
                  <a:pt x="513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folHlink"/>
            </a:solidFill>
            <a:prstDash val="sysDot"/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" name="Freeform 56">
            <a:extLst>
              <a:ext uri="{FF2B5EF4-FFF2-40B4-BE49-F238E27FC236}">
                <a16:creationId xmlns:a16="http://schemas.microsoft.com/office/drawing/2014/main" id="{DB25E18D-BD0C-4C13-AA2C-0561858489D2}"/>
              </a:ext>
            </a:extLst>
          </p:cNvPr>
          <p:cNvSpPr>
            <a:spLocks/>
          </p:cNvSpPr>
          <p:nvPr/>
        </p:nvSpPr>
        <p:spPr bwMode="auto">
          <a:xfrm>
            <a:off x="3182938" y="4849813"/>
            <a:ext cx="8116887" cy="1587"/>
          </a:xfrm>
          <a:custGeom>
            <a:avLst/>
            <a:gdLst>
              <a:gd name="T0" fmla="*/ 0 w 5113"/>
              <a:gd name="T1" fmla="*/ 0 h 1"/>
              <a:gd name="T2" fmla="*/ 5112 w 5113"/>
              <a:gd name="T3" fmla="*/ 0 h 1"/>
              <a:gd name="T4" fmla="*/ 0 w 5113"/>
              <a:gd name="T5" fmla="*/ 0 h 1"/>
              <a:gd name="T6" fmla="*/ 0 60000 65536"/>
              <a:gd name="T7" fmla="*/ 0 60000 65536"/>
              <a:gd name="T8" fmla="*/ 0 60000 65536"/>
              <a:gd name="T9" fmla="*/ 0 w 5113"/>
              <a:gd name="T10" fmla="*/ 0 h 1"/>
              <a:gd name="T11" fmla="*/ 5113 w 5113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13" h="1">
                <a:moveTo>
                  <a:pt x="0" y="0"/>
                </a:moveTo>
                <a:lnTo>
                  <a:pt x="5112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folHlink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E11F687-6527-49B3-B405-D01FB20D23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419100"/>
            <a:ext cx="7678738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>
                <a:latin typeface="+mn-lt"/>
              </a:rPr>
              <a:t>Dup</a:t>
            </a:r>
            <a:r>
              <a:rPr lang="ro-RO" altLang="en-US" kern="0" dirty="0">
                <a:latin typeface="+mn-lt"/>
              </a:rPr>
              <a:t>ă</a:t>
            </a:r>
            <a:r>
              <a:rPr lang="en-US" altLang="en-US" kern="0" dirty="0">
                <a:latin typeface="+mn-lt"/>
              </a:rPr>
              <a:t> </a:t>
            </a:r>
            <a:r>
              <a:rPr lang="en-US" altLang="en-US" kern="0" dirty="0" err="1">
                <a:latin typeface="+mn-lt"/>
              </a:rPr>
              <a:t>inserare</a:t>
            </a:r>
            <a:r>
              <a:rPr lang="en-US" altLang="en-US" kern="0" dirty="0">
                <a:latin typeface="+mn-lt"/>
              </a:rPr>
              <a:t> 23*, 48*, 41*, 42* ...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9197269-D739-4C57-AB92-0D655CDB109B}"/>
              </a:ext>
            </a:extLst>
          </p:cNvPr>
          <p:cNvSpPr>
            <a:spLocks/>
          </p:cNvSpPr>
          <p:nvPr/>
        </p:nvSpPr>
        <p:spPr bwMode="auto">
          <a:xfrm>
            <a:off x="4065588" y="4175125"/>
            <a:ext cx="992187" cy="441325"/>
          </a:xfrm>
          <a:custGeom>
            <a:avLst/>
            <a:gdLst>
              <a:gd name="T0" fmla="*/ 0 w 625"/>
              <a:gd name="T1" fmla="*/ 277 h 278"/>
              <a:gd name="T2" fmla="*/ 0 w 625"/>
              <a:gd name="T3" fmla="*/ 0 h 278"/>
              <a:gd name="T4" fmla="*/ 624 w 625"/>
              <a:gd name="T5" fmla="*/ 0 h 278"/>
              <a:gd name="T6" fmla="*/ 624 w 625"/>
              <a:gd name="T7" fmla="*/ 277 h 278"/>
              <a:gd name="T8" fmla="*/ 0 w 625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5"/>
              <a:gd name="T16" fmla="*/ 0 h 278"/>
              <a:gd name="T17" fmla="*/ 625 w 625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5" h="278">
                <a:moveTo>
                  <a:pt x="0" y="277"/>
                </a:moveTo>
                <a:lnTo>
                  <a:pt x="0" y="0"/>
                </a:lnTo>
                <a:lnTo>
                  <a:pt x="624" y="0"/>
                </a:lnTo>
                <a:lnTo>
                  <a:pt x="624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CEEE0983-5087-4D33-9D63-65AA70D60610}"/>
              </a:ext>
            </a:extLst>
          </p:cNvPr>
          <p:cNvSpPr>
            <a:spLocks/>
          </p:cNvSpPr>
          <p:nvPr/>
        </p:nvSpPr>
        <p:spPr bwMode="auto">
          <a:xfrm>
            <a:off x="5276850" y="4175125"/>
            <a:ext cx="993775" cy="441325"/>
          </a:xfrm>
          <a:custGeom>
            <a:avLst/>
            <a:gdLst>
              <a:gd name="T0" fmla="*/ 0 w 626"/>
              <a:gd name="T1" fmla="*/ 277 h 278"/>
              <a:gd name="T2" fmla="*/ 0 w 626"/>
              <a:gd name="T3" fmla="*/ 0 h 278"/>
              <a:gd name="T4" fmla="*/ 625 w 626"/>
              <a:gd name="T5" fmla="*/ 0 h 278"/>
              <a:gd name="T6" fmla="*/ 625 w 626"/>
              <a:gd name="T7" fmla="*/ 277 h 278"/>
              <a:gd name="T8" fmla="*/ 0 w 626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6"/>
              <a:gd name="T16" fmla="*/ 0 h 278"/>
              <a:gd name="T17" fmla="*/ 626 w 626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6" h="278">
                <a:moveTo>
                  <a:pt x="0" y="277"/>
                </a:moveTo>
                <a:lnTo>
                  <a:pt x="0" y="0"/>
                </a:lnTo>
                <a:lnTo>
                  <a:pt x="625" y="0"/>
                </a:lnTo>
                <a:lnTo>
                  <a:pt x="625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803D2616-4984-4587-8835-4B23FD3FAB54}"/>
              </a:ext>
            </a:extLst>
          </p:cNvPr>
          <p:cNvSpPr>
            <a:spLocks/>
          </p:cNvSpPr>
          <p:nvPr/>
        </p:nvSpPr>
        <p:spPr bwMode="auto">
          <a:xfrm>
            <a:off x="6489700" y="4175125"/>
            <a:ext cx="992188" cy="441325"/>
          </a:xfrm>
          <a:custGeom>
            <a:avLst/>
            <a:gdLst>
              <a:gd name="T0" fmla="*/ 0 w 625"/>
              <a:gd name="T1" fmla="*/ 277 h 278"/>
              <a:gd name="T2" fmla="*/ 0 w 625"/>
              <a:gd name="T3" fmla="*/ 0 h 278"/>
              <a:gd name="T4" fmla="*/ 624 w 625"/>
              <a:gd name="T5" fmla="*/ 0 h 278"/>
              <a:gd name="T6" fmla="*/ 624 w 625"/>
              <a:gd name="T7" fmla="*/ 277 h 278"/>
              <a:gd name="T8" fmla="*/ 0 w 625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5"/>
              <a:gd name="T16" fmla="*/ 0 h 278"/>
              <a:gd name="T17" fmla="*/ 625 w 625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5" h="278">
                <a:moveTo>
                  <a:pt x="0" y="277"/>
                </a:moveTo>
                <a:lnTo>
                  <a:pt x="0" y="0"/>
                </a:lnTo>
                <a:lnTo>
                  <a:pt x="624" y="0"/>
                </a:lnTo>
                <a:lnTo>
                  <a:pt x="624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0C1507F3-5087-46EA-B91B-24CD52304EF4}"/>
              </a:ext>
            </a:extLst>
          </p:cNvPr>
          <p:cNvSpPr>
            <a:spLocks/>
          </p:cNvSpPr>
          <p:nvPr/>
        </p:nvSpPr>
        <p:spPr bwMode="auto">
          <a:xfrm>
            <a:off x="7702550" y="4175125"/>
            <a:ext cx="992188" cy="441325"/>
          </a:xfrm>
          <a:custGeom>
            <a:avLst/>
            <a:gdLst>
              <a:gd name="T0" fmla="*/ 0 w 625"/>
              <a:gd name="T1" fmla="*/ 277 h 278"/>
              <a:gd name="T2" fmla="*/ 0 w 625"/>
              <a:gd name="T3" fmla="*/ 0 h 278"/>
              <a:gd name="T4" fmla="*/ 624 w 625"/>
              <a:gd name="T5" fmla="*/ 0 h 278"/>
              <a:gd name="T6" fmla="*/ 624 w 625"/>
              <a:gd name="T7" fmla="*/ 277 h 278"/>
              <a:gd name="T8" fmla="*/ 0 w 625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5"/>
              <a:gd name="T16" fmla="*/ 0 h 278"/>
              <a:gd name="T17" fmla="*/ 625 w 625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5" h="278">
                <a:moveTo>
                  <a:pt x="0" y="277"/>
                </a:moveTo>
                <a:lnTo>
                  <a:pt x="0" y="0"/>
                </a:lnTo>
                <a:lnTo>
                  <a:pt x="624" y="0"/>
                </a:lnTo>
                <a:lnTo>
                  <a:pt x="624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71FD8D98-D17C-48C3-A958-5513A93FC006}"/>
              </a:ext>
            </a:extLst>
          </p:cNvPr>
          <p:cNvSpPr>
            <a:spLocks/>
          </p:cNvSpPr>
          <p:nvPr/>
        </p:nvSpPr>
        <p:spPr bwMode="auto">
          <a:xfrm>
            <a:off x="8913813" y="4175125"/>
            <a:ext cx="995362" cy="441325"/>
          </a:xfrm>
          <a:custGeom>
            <a:avLst/>
            <a:gdLst>
              <a:gd name="T0" fmla="*/ 0 w 627"/>
              <a:gd name="T1" fmla="*/ 277 h 278"/>
              <a:gd name="T2" fmla="*/ 0 w 627"/>
              <a:gd name="T3" fmla="*/ 0 h 278"/>
              <a:gd name="T4" fmla="*/ 626 w 627"/>
              <a:gd name="T5" fmla="*/ 0 h 278"/>
              <a:gd name="T6" fmla="*/ 626 w 627"/>
              <a:gd name="T7" fmla="*/ 277 h 278"/>
              <a:gd name="T8" fmla="*/ 0 w 627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7"/>
              <a:gd name="T16" fmla="*/ 0 h 278"/>
              <a:gd name="T17" fmla="*/ 627 w 627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7" h="278">
                <a:moveTo>
                  <a:pt x="0" y="277"/>
                </a:moveTo>
                <a:lnTo>
                  <a:pt x="0" y="0"/>
                </a:lnTo>
                <a:lnTo>
                  <a:pt x="626" y="0"/>
                </a:lnTo>
                <a:lnTo>
                  <a:pt x="626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A7EE0F5-4D23-4E75-A067-68E4A2672D98}"/>
              </a:ext>
            </a:extLst>
          </p:cNvPr>
          <p:cNvSpPr>
            <a:spLocks/>
          </p:cNvSpPr>
          <p:nvPr/>
        </p:nvSpPr>
        <p:spPr bwMode="auto">
          <a:xfrm>
            <a:off x="10126663" y="4175125"/>
            <a:ext cx="995362" cy="441325"/>
          </a:xfrm>
          <a:custGeom>
            <a:avLst/>
            <a:gdLst>
              <a:gd name="T0" fmla="*/ 0 w 627"/>
              <a:gd name="T1" fmla="*/ 277 h 278"/>
              <a:gd name="T2" fmla="*/ 0 w 627"/>
              <a:gd name="T3" fmla="*/ 0 h 278"/>
              <a:gd name="T4" fmla="*/ 626 w 627"/>
              <a:gd name="T5" fmla="*/ 0 h 278"/>
              <a:gd name="T6" fmla="*/ 626 w 627"/>
              <a:gd name="T7" fmla="*/ 277 h 278"/>
              <a:gd name="T8" fmla="*/ 0 w 627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7"/>
              <a:gd name="T16" fmla="*/ 0 h 278"/>
              <a:gd name="T17" fmla="*/ 627 w 627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7" h="278">
                <a:moveTo>
                  <a:pt x="0" y="277"/>
                </a:moveTo>
                <a:lnTo>
                  <a:pt x="0" y="0"/>
                </a:lnTo>
                <a:lnTo>
                  <a:pt x="626" y="0"/>
                </a:lnTo>
                <a:lnTo>
                  <a:pt x="626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FDE7E1B0-3103-42E4-B92C-37B4FBDB60B7}"/>
              </a:ext>
            </a:extLst>
          </p:cNvPr>
          <p:cNvSpPr>
            <a:spLocks/>
          </p:cNvSpPr>
          <p:nvPr/>
        </p:nvSpPr>
        <p:spPr bwMode="auto">
          <a:xfrm>
            <a:off x="5276850" y="3074988"/>
            <a:ext cx="993775" cy="441325"/>
          </a:xfrm>
          <a:custGeom>
            <a:avLst/>
            <a:gdLst>
              <a:gd name="T0" fmla="*/ 0 w 626"/>
              <a:gd name="T1" fmla="*/ 277 h 278"/>
              <a:gd name="T2" fmla="*/ 0 w 626"/>
              <a:gd name="T3" fmla="*/ 0 h 278"/>
              <a:gd name="T4" fmla="*/ 625 w 626"/>
              <a:gd name="T5" fmla="*/ 0 h 278"/>
              <a:gd name="T6" fmla="*/ 625 w 626"/>
              <a:gd name="T7" fmla="*/ 277 h 278"/>
              <a:gd name="T8" fmla="*/ 0 w 626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6"/>
              <a:gd name="T16" fmla="*/ 0 h 278"/>
              <a:gd name="T17" fmla="*/ 626 w 626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6" h="278">
                <a:moveTo>
                  <a:pt x="0" y="277"/>
                </a:moveTo>
                <a:lnTo>
                  <a:pt x="0" y="0"/>
                </a:lnTo>
                <a:lnTo>
                  <a:pt x="625" y="0"/>
                </a:lnTo>
                <a:lnTo>
                  <a:pt x="625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645ECEC5-2CE8-4A06-9142-E3D01A8CBD3D}"/>
              </a:ext>
            </a:extLst>
          </p:cNvPr>
          <p:cNvSpPr>
            <a:spLocks/>
          </p:cNvSpPr>
          <p:nvPr/>
        </p:nvSpPr>
        <p:spPr bwMode="auto">
          <a:xfrm>
            <a:off x="5389563" y="30749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D21A2B3E-E866-4C50-8D1E-51D5564061C8}"/>
              </a:ext>
            </a:extLst>
          </p:cNvPr>
          <p:cNvSpPr>
            <a:spLocks/>
          </p:cNvSpPr>
          <p:nvPr/>
        </p:nvSpPr>
        <p:spPr bwMode="auto">
          <a:xfrm>
            <a:off x="5718175" y="3074988"/>
            <a:ext cx="1588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6" name="Freeform 13">
            <a:extLst>
              <a:ext uri="{FF2B5EF4-FFF2-40B4-BE49-F238E27FC236}">
                <a16:creationId xmlns:a16="http://schemas.microsoft.com/office/drawing/2014/main" id="{5309BE4B-2905-40B2-B3F0-FF70B4D327EE}"/>
              </a:ext>
            </a:extLst>
          </p:cNvPr>
          <p:cNvSpPr>
            <a:spLocks/>
          </p:cNvSpPr>
          <p:nvPr/>
        </p:nvSpPr>
        <p:spPr bwMode="auto">
          <a:xfrm>
            <a:off x="5827713" y="30749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843AE429-6430-4FE0-9A43-A13A0A231774}"/>
              </a:ext>
            </a:extLst>
          </p:cNvPr>
          <p:cNvSpPr>
            <a:spLocks/>
          </p:cNvSpPr>
          <p:nvPr/>
        </p:nvSpPr>
        <p:spPr bwMode="auto">
          <a:xfrm>
            <a:off x="6159500" y="3074988"/>
            <a:ext cx="1588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8" name="Freeform 15">
            <a:extLst>
              <a:ext uri="{FF2B5EF4-FFF2-40B4-BE49-F238E27FC236}">
                <a16:creationId xmlns:a16="http://schemas.microsoft.com/office/drawing/2014/main" id="{40D1820F-0B99-45DD-B5C5-8B1C7355DB83}"/>
              </a:ext>
            </a:extLst>
          </p:cNvPr>
          <p:cNvSpPr>
            <a:spLocks/>
          </p:cNvSpPr>
          <p:nvPr/>
        </p:nvSpPr>
        <p:spPr bwMode="auto">
          <a:xfrm>
            <a:off x="8913813" y="3074988"/>
            <a:ext cx="995362" cy="441325"/>
          </a:xfrm>
          <a:custGeom>
            <a:avLst/>
            <a:gdLst>
              <a:gd name="T0" fmla="*/ 0 w 627"/>
              <a:gd name="T1" fmla="*/ 277 h 278"/>
              <a:gd name="T2" fmla="*/ 0 w 627"/>
              <a:gd name="T3" fmla="*/ 0 h 278"/>
              <a:gd name="T4" fmla="*/ 626 w 627"/>
              <a:gd name="T5" fmla="*/ 0 h 278"/>
              <a:gd name="T6" fmla="*/ 626 w 627"/>
              <a:gd name="T7" fmla="*/ 277 h 278"/>
              <a:gd name="T8" fmla="*/ 0 w 627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7"/>
              <a:gd name="T16" fmla="*/ 0 h 278"/>
              <a:gd name="T17" fmla="*/ 627 w 627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7" h="278">
                <a:moveTo>
                  <a:pt x="0" y="277"/>
                </a:moveTo>
                <a:lnTo>
                  <a:pt x="0" y="0"/>
                </a:lnTo>
                <a:lnTo>
                  <a:pt x="626" y="0"/>
                </a:lnTo>
                <a:lnTo>
                  <a:pt x="626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690C11DC-6BE0-4C3F-B49F-DA38B7D63A54}"/>
              </a:ext>
            </a:extLst>
          </p:cNvPr>
          <p:cNvSpPr>
            <a:spLocks/>
          </p:cNvSpPr>
          <p:nvPr/>
        </p:nvSpPr>
        <p:spPr bwMode="auto">
          <a:xfrm>
            <a:off x="9024938" y="30749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0" name="Freeform 17">
            <a:extLst>
              <a:ext uri="{FF2B5EF4-FFF2-40B4-BE49-F238E27FC236}">
                <a16:creationId xmlns:a16="http://schemas.microsoft.com/office/drawing/2014/main" id="{0B05CBE3-FBFC-4F6A-964C-41C8D92A7667}"/>
              </a:ext>
            </a:extLst>
          </p:cNvPr>
          <p:cNvSpPr>
            <a:spLocks/>
          </p:cNvSpPr>
          <p:nvPr/>
        </p:nvSpPr>
        <p:spPr bwMode="auto">
          <a:xfrm>
            <a:off x="9355138" y="30749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D23EF733-160D-44D7-BE9E-4AF24A08A8CB}"/>
              </a:ext>
            </a:extLst>
          </p:cNvPr>
          <p:cNvSpPr>
            <a:spLocks/>
          </p:cNvSpPr>
          <p:nvPr/>
        </p:nvSpPr>
        <p:spPr bwMode="auto">
          <a:xfrm>
            <a:off x="9466263" y="30749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2" name="Freeform 19">
            <a:extLst>
              <a:ext uri="{FF2B5EF4-FFF2-40B4-BE49-F238E27FC236}">
                <a16:creationId xmlns:a16="http://schemas.microsoft.com/office/drawing/2014/main" id="{2DA3F988-4B59-473D-B1C2-509A53390E71}"/>
              </a:ext>
            </a:extLst>
          </p:cNvPr>
          <p:cNvSpPr>
            <a:spLocks/>
          </p:cNvSpPr>
          <p:nvPr/>
        </p:nvSpPr>
        <p:spPr bwMode="auto">
          <a:xfrm>
            <a:off x="9796463" y="30749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CF22CB7A-9FA7-4A0B-A204-C3B666F277C8}"/>
              </a:ext>
            </a:extLst>
          </p:cNvPr>
          <p:cNvSpPr>
            <a:spLocks/>
          </p:cNvSpPr>
          <p:nvPr/>
        </p:nvSpPr>
        <p:spPr bwMode="auto">
          <a:xfrm>
            <a:off x="7040563" y="2084388"/>
            <a:ext cx="993775" cy="441325"/>
          </a:xfrm>
          <a:custGeom>
            <a:avLst/>
            <a:gdLst>
              <a:gd name="T0" fmla="*/ 0 w 626"/>
              <a:gd name="T1" fmla="*/ 277 h 278"/>
              <a:gd name="T2" fmla="*/ 0 w 626"/>
              <a:gd name="T3" fmla="*/ 0 h 278"/>
              <a:gd name="T4" fmla="*/ 625 w 626"/>
              <a:gd name="T5" fmla="*/ 0 h 278"/>
              <a:gd name="T6" fmla="*/ 625 w 626"/>
              <a:gd name="T7" fmla="*/ 277 h 278"/>
              <a:gd name="T8" fmla="*/ 0 w 626"/>
              <a:gd name="T9" fmla="*/ 277 h 27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6"/>
              <a:gd name="T16" fmla="*/ 0 h 278"/>
              <a:gd name="T17" fmla="*/ 626 w 626"/>
              <a:gd name="T18" fmla="*/ 278 h 27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6" h="278">
                <a:moveTo>
                  <a:pt x="0" y="277"/>
                </a:moveTo>
                <a:lnTo>
                  <a:pt x="0" y="0"/>
                </a:lnTo>
                <a:lnTo>
                  <a:pt x="625" y="0"/>
                </a:lnTo>
                <a:lnTo>
                  <a:pt x="625" y="277"/>
                </a:lnTo>
                <a:lnTo>
                  <a:pt x="0" y="27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4" name="Freeform 21">
            <a:extLst>
              <a:ext uri="{FF2B5EF4-FFF2-40B4-BE49-F238E27FC236}">
                <a16:creationId xmlns:a16="http://schemas.microsoft.com/office/drawing/2014/main" id="{361627C8-21D7-4F0A-9EC5-558935F8DF89}"/>
              </a:ext>
            </a:extLst>
          </p:cNvPr>
          <p:cNvSpPr>
            <a:spLocks/>
          </p:cNvSpPr>
          <p:nvPr/>
        </p:nvSpPr>
        <p:spPr bwMode="auto">
          <a:xfrm>
            <a:off x="7150100" y="2084388"/>
            <a:ext cx="1588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D64E89CC-1CCB-4FC9-9A23-A02CDC50AD83}"/>
              </a:ext>
            </a:extLst>
          </p:cNvPr>
          <p:cNvSpPr>
            <a:spLocks/>
          </p:cNvSpPr>
          <p:nvPr/>
        </p:nvSpPr>
        <p:spPr bwMode="auto">
          <a:xfrm>
            <a:off x="7480300" y="2084388"/>
            <a:ext cx="1588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6" name="Freeform 23">
            <a:extLst>
              <a:ext uri="{FF2B5EF4-FFF2-40B4-BE49-F238E27FC236}">
                <a16:creationId xmlns:a16="http://schemas.microsoft.com/office/drawing/2014/main" id="{D7351D14-E7EE-4BEE-914C-E9DC95267DA4}"/>
              </a:ext>
            </a:extLst>
          </p:cNvPr>
          <p:cNvSpPr>
            <a:spLocks/>
          </p:cNvSpPr>
          <p:nvPr/>
        </p:nvSpPr>
        <p:spPr bwMode="auto">
          <a:xfrm>
            <a:off x="7593013" y="20843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976DA487-1B33-4A36-A9E1-A46AEE2D4111}"/>
              </a:ext>
            </a:extLst>
          </p:cNvPr>
          <p:cNvSpPr>
            <a:spLocks/>
          </p:cNvSpPr>
          <p:nvPr/>
        </p:nvSpPr>
        <p:spPr bwMode="auto">
          <a:xfrm>
            <a:off x="7923213" y="2084388"/>
            <a:ext cx="1587" cy="441325"/>
          </a:xfrm>
          <a:custGeom>
            <a:avLst/>
            <a:gdLst>
              <a:gd name="T0" fmla="*/ 0 w 1"/>
              <a:gd name="T1" fmla="*/ 0 h 278"/>
              <a:gd name="T2" fmla="*/ 0 w 1"/>
              <a:gd name="T3" fmla="*/ 277 h 278"/>
              <a:gd name="T4" fmla="*/ 0 w 1"/>
              <a:gd name="T5" fmla="*/ 0 h 278"/>
              <a:gd name="T6" fmla="*/ 0 60000 65536"/>
              <a:gd name="T7" fmla="*/ 0 60000 65536"/>
              <a:gd name="T8" fmla="*/ 0 60000 65536"/>
              <a:gd name="T9" fmla="*/ 0 w 1"/>
              <a:gd name="T10" fmla="*/ 0 h 278"/>
              <a:gd name="T11" fmla="*/ 1 w 1"/>
              <a:gd name="T12" fmla="*/ 278 h 27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8">
                <a:moveTo>
                  <a:pt x="0" y="0"/>
                </a:moveTo>
                <a:lnTo>
                  <a:pt x="0" y="27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8" name="Freeform 25">
            <a:extLst>
              <a:ext uri="{FF2B5EF4-FFF2-40B4-BE49-F238E27FC236}">
                <a16:creationId xmlns:a16="http://schemas.microsoft.com/office/drawing/2014/main" id="{A9D7F9CD-8802-4A2C-AB86-C117B33C7662}"/>
              </a:ext>
            </a:extLst>
          </p:cNvPr>
          <p:cNvSpPr>
            <a:spLocks/>
          </p:cNvSpPr>
          <p:nvPr/>
        </p:nvSpPr>
        <p:spPr bwMode="auto">
          <a:xfrm>
            <a:off x="6269038" y="2428875"/>
            <a:ext cx="814387" cy="593725"/>
          </a:xfrm>
          <a:custGeom>
            <a:avLst/>
            <a:gdLst>
              <a:gd name="T0" fmla="*/ 512 w 513"/>
              <a:gd name="T1" fmla="*/ 0 h 374"/>
              <a:gd name="T2" fmla="*/ 0 w 513"/>
              <a:gd name="T3" fmla="*/ 373 h 374"/>
              <a:gd name="T4" fmla="*/ 512 w 513"/>
              <a:gd name="T5" fmla="*/ 0 h 374"/>
              <a:gd name="T6" fmla="*/ 0 60000 65536"/>
              <a:gd name="T7" fmla="*/ 0 60000 65536"/>
              <a:gd name="T8" fmla="*/ 0 60000 65536"/>
              <a:gd name="T9" fmla="*/ 0 w 513"/>
              <a:gd name="T10" fmla="*/ 0 h 374"/>
              <a:gd name="T11" fmla="*/ 513 w 513"/>
              <a:gd name="T12" fmla="*/ 374 h 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3" h="374">
                <a:moveTo>
                  <a:pt x="512" y="0"/>
                </a:moveTo>
                <a:lnTo>
                  <a:pt x="0" y="373"/>
                </a:lnTo>
                <a:lnTo>
                  <a:pt x="512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13E030A7-D678-4804-9AA7-F961DF73389F}"/>
              </a:ext>
            </a:extLst>
          </p:cNvPr>
          <p:cNvSpPr>
            <a:spLocks/>
          </p:cNvSpPr>
          <p:nvPr/>
        </p:nvSpPr>
        <p:spPr bwMode="auto">
          <a:xfrm>
            <a:off x="6269038" y="2911475"/>
            <a:ext cx="133350" cy="111125"/>
          </a:xfrm>
          <a:custGeom>
            <a:avLst/>
            <a:gdLst>
              <a:gd name="T0" fmla="*/ 83 w 84"/>
              <a:gd name="T1" fmla="*/ 35 h 70"/>
              <a:gd name="T2" fmla="*/ 0 w 84"/>
              <a:gd name="T3" fmla="*/ 69 h 70"/>
              <a:gd name="T4" fmla="*/ 57 w 84"/>
              <a:gd name="T5" fmla="*/ 0 h 70"/>
              <a:gd name="T6" fmla="*/ 83 w 84"/>
              <a:gd name="T7" fmla="*/ 35 h 70"/>
              <a:gd name="T8" fmla="*/ 0 60000 65536"/>
              <a:gd name="T9" fmla="*/ 0 60000 65536"/>
              <a:gd name="T10" fmla="*/ 0 60000 65536"/>
              <a:gd name="T11" fmla="*/ 0 60000 65536"/>
              <a:gd name="T12" fmla="*/ 0 w 84"/>
              <a:gd name="T13" fmla="*/ 0 h 70"/>
              <a:gd name="T14" fmla="*/ 84 w 84"/>
              <a:gd name="T15" fmla="*/ 70 h 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4" h="70">
                <a:moveTo>
                  <a:pt x="83" y="35"/>
                </a:moveTo>
                <a:lnTo>
                  <a:pt x="0" y="69"/>
                </a:lnTo>
                <a:lnTo>
                  <a:pt x="57" y="0"/>
                </a:lnTo>
                <a:lnTo>
                  <a:pt x="83" y="35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0" name="Freeform 27">
            <a:extLst>
              <a:ext uri="{FF2B5EF4-FFF2-40B4-BE49-F238E27FC236}">
                <a16:creationId xmlns:a16="http://schemas.microsoft.com/office/drawing/2014/main" id="{4292F000-22DC-4C99-A6AF-BB9AAC4AF632}"/>
              </a:ext>
            </a:extLst>
          </p:cNvPr>
          <p:cNvSpPr>
            <a:spLocks/>
          </p:cNvSpPr>
          <p:nvPr/>
        </p:nvSpPr>
        <p:spPr bwMode="auto">
          <a:xfrm>
            <a:off x="7523163" y="2400300"/>
            <a:ext cx="1377950" cy="633413"/>
          </a:xfrm>
          <a:custGeom>
            <a:avLst/>
            <a:gdLst>
              <a:gd name="T0" fmla="*/ 0 w 868"/>
              <a:gd name="T1" fmla="*/ 0 h 399"/>
              <a:gd name="T2" fmla="*/ 867 w 868"/>
              <a:gd name="T3" fmla="*/ 398 h 399"/>
              <a:gd name="T4" fmla="*/ 0 w 868"/>
              <a:gd name="T5" fmla="*/ 0 h 399"/>
              <a:gd name="T6" fmla="*/ 0 60000 65536"/>
              <a:gd name="T7" fmla="*/ 0 60000 65536"/>
              <a:gd name="T8" fmla="*/ 0 60000 65536"/>
              <a:gd name="T9" fmla="*/ 0 w 868"/>
              <a:gd name="T10" fmla="*/ 0 h 399"/>
              <a:gd name="T11" fmla="*/ 868 w 868"/>
              <a:gd name="T12" fmla="*/ 399 h 3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8" h="399">
                <a:moveTo>
                  <a:pt x="0" y="0"/>
                </a:moveTo>
                <a:lnTo>
                  <a:pt x="867" y="39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2C17D48E-3770-4279-95D6-CDE55210663D}"/>
              </a:ext>
            </a:extLst>
          </p:cNvPr>
          <p:cNvSpPr>
            <a:spLocks/>
          </p:cNvSpPr>
          <p:nvPr/>
        </p:nvSpPr>
        <p:spPr bwMode="auto">
          <a:xfrm>
            <a:off x="8761413" y="2946400"/>
            <a:ext cx="139700" cy="87313"/>
          </a:xfrm>
          <a:custGeom>
            <a:avLst/>
            <a:gdLst>
              <a:gd name="T0" fmla="*/ 18 w 88"/>
              <a:gd name="T1" fmla="*/ 0 h 55"/>
              <a:gd name="T2" fmla="*/ 87 w 88"/>
              <a:gd name="T3" fmla="*/ 54 h 55"/>
              <a:gd name="T4" fmla="*/ 0 w 88"/>
              <a:gd name="T5" fmla="*/ 38 h 55"/>
              <a:gd name="T6" fmla="*/ 18 w 88"/>
              <a:gd name="T7" fmla="*/ 0 h 55"/>
              <a:gd name="T8" fmla="*/ 0 60000 65536"/>
              <a:gd name="T9" fmla="*/ 0 60000 65536"/>
              <a:gd name="T10" fmla="*/ 0 60000 65536"/>
              <a:gd name="T11" fmla="*/ 0 60000 65536"/>
              <a:gd name="T12" fmla="*/ 0 w 88"/>
              <a:gd name="T13" fmla="*/ 0 h 55"/>
              <a:gd name="T14" fmla="*/ 88 w 88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8" h="55">
                <a:moveTo>
                  <a:pt x="18" y="0"/>
                </a:moveTo>
                <a:lnTo>
                  <a:pt x="87" y="54"/>
                </a:lnTo>
                <a:lnTo>
                  <a:pt x="0" y="38"/>
                </a:lnTo>
                <a:lnTo>
                  <a:pt x="1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2" name="Freeform 29">
            <a:extLst>
              <a:ext uri="{FF2B5EF4-FFF2-40B4-BE49-F238E27FC236}">
                <a16:creationId xmlns:a16="http://schemas.microsoft.com/office/drawing/2014/main" id="{65235E58-8ECC-4C5E-A31E-7327842FAB1F}"/>
              </a:ext>
            </a:extLst>
          </p:cNvPr>
          <p:cNvSpPr>
            <a:spLocks/>
          </p:cNvSpPr>
          <p:nvPr/>
        </p:nvSpPr>
        <p:spPr bwMode="auto">
          <a:xfrm>
            <a:off x="4946650" y="3446463"/>
            <a:ext cx="387350" cy="688975"/>
          </a:xfrm>
          <a:custGeom>
            <a:avLst/>
            <a:gdLst>
              <a:gd name="T0" fmla="*/ 243 w 244"/>
              <a:gd name="T1" fmla="*/ 0 h 434"/>
              <a:gd name="T2" fmla="*/ 0 w 244"/>
              <a:gd name="T3" fmla="*/ 433 h 434"/>
              <a:gd name="T4" fmla="*/ 243 w 244"/>
              <a:gd name="T5" fmla="*/ 0 h 434"/>
              <a:gd name="T6" fmla="*/ 0 60000 65536"/>
              <a:gd name="T7" fmla="*/ 0 60000 65536"/>
              <a:gd name="T8" fmla="*/ 0 60000 65536"/>
              <a:gd name="T9" fmla="*/ 0 w 244"/>
              <a:gd name="T10" fmla="*/ 0 h 434"/>
              <a:gd name="T11" fmla="*/ 244 w 244"/>
              <a:gd name="T12" fmla="*/ 434 h 4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4" h="434">
                <a:moveTo>
                  <a:pt x="243" y="0"/>
                </a:moveTo>
                <a:lnTo>
                  <a:pt x="0" y="433"/>
                </a:lnTo>
                <a:lnTo>
                  <a:pt x="243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F2A101B3-3BD6-42E1-B0B8-2254C76A3C47}"/>
              </a:ext>
            </a:extLst>
          </p:cNvPr>
          <p:cNvSpPr>
            <a:spLocks/>
          </p:cNvSpPr>
          <p:nvPr/>
        </p:nvSpPr>
        <p:spPr bwMode="auto">
          <a:xfrm>
            <a:off x="4946650" y="3995738"/>
            <a:ext cx="98425" cy="139700"/>
          </a:xfrm>
          <a:custGeom>
            <a:avLst/>
            <a:gdLst>
              <a:gd name="T0" fmla="*/ 61 w 62"/>
              <a:gd name="T1" fmla="*/ 22 h 88"/>
              <a:gd name="T2" fmla="*/ 0 w 62"/>
              <a:gd name="T3" fmla="*/ 87 h 88"/>
              <a:gd name="T4" fmla="*/ 23 w 62"/>
              <a:gd name="T5" fmla="*/ 0 h 88"/>
              <a:gd name="T6" fmla="*/ 61 w 62"/>
              <a:gd name="T7" fmla="*/ 22 h 88"/>
              <a:gd name="T8" fmla="*/ 0 60000 65536"/>
              <a:gd name="T9" fmla="*/ 0 60000 65536"/>
              <a:gd name="T10" fmla="*/ 0 60000 65536"/>
              <a:gd name="T11" fmla="*/ 0 60000 65536"/>
              <a:gd name="T12" fmla="*/ 0 w 62"/>
              <a:gd name="T13" fmla="*/ 0 h 88"/>
              <a:gd name="T14" fmla="*/ 62 w 62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2" h="88">
                <a:moveTo>
                  <a:pt x="61" y="22"/>
                </a:moveTo>
                <a:lnTo>
                  <a:pt x="0" y="87"/>
                </a:lnTo>
                <a:lnTo>
                  <a:pt x="23" y="0"/>
                </a:lnTo>
                <a:lnTo>
                  <a:pt x="61" y="22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4" name="Freeform 31">
            <a:extLst>
              <a:ext uri="{FF2B5EF4-FFF2-40B4-BE49-F238E27FC236}">
                <a16:creationId xmlns:a16="http://schemas.microsoft.com/office/drawing/2014/main" id="{06AE46C4-05C7-4D97-9EB9-D72C2734020F}"/>
              </a:ext>
            </a:extLst>
          </p:cNvPr>
          <p:cNvSpPr>
            <a:spLocks/>
          </p:cNvSpPr>
          <p:nvPr/>
        </p:nvSpPr>
        <p:spPr bwMode="auto">
          <a:xfrm>
            <a:off x="5773738" y="3417888"/>
            <a:ext cx="1587" cy="717550"/>
          </a:xfrm>
          <a:custGeom>
            <a:avLst/>
            <a:gdLst>
              <a:gd name="T0" fmla="*/ 0 w 1"/>
              <a:gd name="T1" fmla="*/ 0 h 452"/>
              <a:gd name="T2" fmla="*/ 0 w 1"/>
              <a:gd name="T3" fmla="*/ 451 h 452"/>
              <a:gd name="T4" fmla="*/ 0 w 1"/>
              <a:gd name="T5" fmla="*/ 0 h 452"/>
              <a:gd name="T6" fmla="*/ 0 60000 65536"/>
              <a:gd name="T7" fmla="*/ 0 60000 65536"/>
              <a:gd name="T8" fmla="*/ 0 60000 65536"/>
              <a:gd name="T9" fmla="*/ 0 w 1"/>
              <a:gd name="T10" fmla="*/ 0 h 452"/>
              <a:gd name="T11" fmla="*/ 1 w 1"/>
              <a:gd name="T12" fmla="*/ 452 h 4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2">
                <a:moveTo>
                  <a:pt x="0" y="0"/>
                </a:moveTo>
                <a:lnTo>
                  <a:pt x="0" y="45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99D96112-F08B-47A8-89B4-A228BC102264}"/>
              </a:ext>
            </a:extLst>
          </p:cNvPr>
          <p:cNvSpPr>
            <a:spLocks/>
          </p:cNvSpPr>
          <p:nvPr/>
        </p:nvSpPr>
        <p:spPr bwMode="auto">
          <a:xfrm>
            <a:off x="5738813" y="3995738"/>
            <a:ext cx="71437" cy="139700"/>
          </a:xfrm>
          <a:custGeom>
            <a:avLst/>
            <a:gdLst>
              <a:gd name="T0" fmla="*/ 44 w 45"/>
              <a:gd name="T1" fmla="*/ 0 h 88"/>
              <a:gd name="T2" fmla="*/ 22 w 45"/>
              <a:gd name="T3" fmla="*/ 87 h 88"/>
              <a:gd name="T4" fmla="*/ 0 w 45"/>
              <a:gd name="T5" fmla="*/ 0 h 88"/>
              <a:gd name="T6" fmla="*/ 44 w 45"/>
              <a:gd name="T7" fmla="*/ 0 h 88"/>
              <a:gd name="T8" fmla="*/ 0 60000 65536"/>
              <a:gd name="T9" fmla="*/ 0 60000 65536"/>
              <a:gd name="T10" fmla="*/ 0 60000 65536"/>
              <a:gd name="T11" fmla="*/ 0 60000 65536"/>
              <a:gd name="T12" fmla="*/ 0 w 45"/>
              <a:gd name="T13" fmla="*/ 0 h 88"/>
              <a:gd name="T14" fmla="*/ 45 w 45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" h="88">
                <a:moveTo>
                  <a:pt x="44" y="0"/>
                </a:moveTo>
                <a:lnTo>
                  <a:pt x="22" y="87"/>
                </a:lnTo>
                <a:lnTo>
                  <a:pt x="0" y="0"/>
                </a:lnTo>
                <a:lnTo>
                  <a:pt x="44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6" name="Freeform 33">
            <a:extLst>
              <a:ext uri="{FF2B5EF4-FFF2-40B4-BE49-F238E27FC236}">
                <a16:creationId xmlns:a16="http://schemas.microsoft.com/office/drawing/2014/main" id="{6BF0C10B-69D3-47D4-8410-0B5FF73CDC79}"/>
              </a:ext>
            </a:extLst>
          </p:cNvPr>
          <p:cNvSpPr>
            <a:spLocks/>
          </p:cNvSpPr>
          <p:nvPr/>
        </p:nvSpPr>
        <p:spPr bwMode="auto">
          <a:xfrm>
            <a:off x="6215063" y="3390900"/>
            <a:ext cx="303212" cy="731838"/>
          </a:xfrm>
          <a:custGeom>
            <a:avLst/>
            <a:gdLst>
              <a:gd name="T0" fmla="*/ 0 w 191"/>
              <a:gd name="T1" fmla="*/ 0 h 461"/>
              <a:gd name="T2" fmla="*/ 190 w 191"/>
              <a:gd name="T3" fmla="*/ 460 h 461"/>
              <a:gd name="T4" fmla="*/ 0 w 191"/>
              <a:gd name="T5" fmla="*/ 0 h 461"/>
              <a:gd name="T6" fmla="*/ 0 60000 65536"/>
              <a:gd name="T7" fmla="*/ 0 60000 65536"/>
              <a:gd name="T8" fmla="*/ 0 60000 65536"/>
              <a:gd name="T9" fmla="*/ 0 w 191"/>
              <a:gd name="T10" fmla="*/ 0 h 461"/>
              <a:gd name="T11" fmla="*/ 191 w 191"/>
              <a:gd name="T12" fmla="*/ 461 h 4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" h="461">
                <a:moveTo>
                  <a:pt x="0" y="0"/>
                </a:moveTo>
                <a:lnTo>
                  <a:pt x="190" y="46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7" name="Freeform 34">
            <a:extLst>
              <a:ext uri="{FF2B5EF4-FFF2-40B4-BE49-F238E27FC236}">
                <a16:creationId xmlns:a16="http://schemas.microsoft.com/office/drawing/2014/main" id="{93D5937C-EC67-429C-BBDE-17BAC7473F4C}"/>
              </a:ext>
            </a:extLst>
          </p:cNvPr>
          <p:cNvSpPr>
            <a:spLocks/>
          </p:cNvSpPr>
          <p:nvPr/>
        </p:nvSpPr>
        <p:spPr bwMode="auto">
          <a:xfrm>
            <a:off x="6432550" y="3979863"/>
            <a:ext cx="85725" cy="142875"/>
          </a:xfrm>
          <a:custGeom>
            <a:avLst/>
            <a:gdLst>
              <a:gd name="T0" fmla="*/ 40 w 54"/>
              <a:gd name="T1" fmla="*/ 0 h 90"/>
              <a:gd name="T2" fmla="*/ 53 w 54"/>
              <a:gd name="T3" fmla="*/ 89 h 90"/>
              <a:gd name="T4" fmla="*/ 0 w 54"/>
              <a:gd name="T5" fmla="*/ 16 h 90"/>
              <a:gd name="T6" fmla="*/ 40 w 54"/>
              <a:gd name="T7" fmla="*/ 0 h 90"/>
              <a:gd name="T8" fmla="*/ 0 60000 65536"/>
              <a:gd name="T9" fmla="*/ 0 60000 65536"/>
              <a:gd name="T10" fmla="*/ 0 60000 65536"/>
              <a:gd name="T11" fmla="*/ 0 60000 65536"/>
              <a:gd name="T12" fmla="*/ 0 w 54"/>
              <a:gd name="T13" fmla="*/ 0 h 90"/>
              <a:gd name="T14" fmla="*/ 54 w 54"/>
              <a:gd name="T15" fmla="*/ 90 h 9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4" h="90">
                <a:moveTo>
                  <a:pt x="40" y="0"/>
                </a:moveTo>
                <a:lnTo>
                  <a:pt x="53" y="89"/>
                </a:lnTo>
                <a:lnTo>
                  <a:pt x="0" y="16"/>
                </a:lnTo>
                <a:lnTo>
                  <a:pt x="40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8" name="Freeform 35">
            <a:extLst>
              <a:ext uri="{FF2B5EF4-FFF2-40B4-BE49-F238E27FC236}">
                <a16:creationId xmlns:a16="http://schemas.microsoft.com/office/drawing/2014/main" id="{3F099083-97AB-4B97-A29A-0BAAFB2F3F68}"/>
              </a:ext>
            </a:extLst>
          </p:cNvPr>
          <p:cNvSpPr>
            <a:spLocks/>
          </p:cNvSpPr>
          <p:nvPr/>
        </p:nvSpPr>
        <p:spPr bwMode="auto">
          <a:xfrm>
            <a:off x="8612188" y="3403600"/>
            <a:ext cx="358775" cy="704850"/>
          </a:xfrm>
          <a:custGeom>
            <a:avLst/>
            <a:gdLst>
              <a:gd name="T0" fmla="*/ 225 w 226"/>
              <a:gd name="T1" fmla="*/ 0 h 444"/>
              <a:gd name="T2" fmla="*/ 0 w 226"/>
              <a:gd name="T3" fmla="*/ 443 h 444"/>
              <a:gd name="T4" fmla="*/ 225 w 226"/>
              <a:gd name="T5" fmla="*/ 0 h 444"/>
              <a:gd name="T6" fmla="*/ 0 60000 65536"/>
              <a:gd name="T7" fmla="*/ 0 60000 65536"/>
              <a:gd name="T8" fmla="*/ 0 60000 65536"/>
              <a:gd name="T9" fmla="*/ 0 w 226"/>
              <a:gd name="T10" fmla="*/ 0 h 444"/>
              <a:gd name="T11" fmla="*/ 226 w 226"/>
              <a:gd name="T12" fmla="*/ 444 h 4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444">
                <a:moveTo>
                  <a:pt x="225" y="0"/>
                </a:moveTo>
                <a:lnTo>
                  <a:pt x="0" y="443"/>
                </a:lnTo>
                <a:lnTo>
                  <a:pt x="225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4A2F5376-ACCA-4957-9E97-4EC607E0FE7D}"/>
              </a:ext>
            </a:extLst>
          </p:cNvPr>
          <p:cNvSpPr>
            <a:spLocks/>
          </p:cNvSpPr>
          <p:nvPr/>
        </p:nvSpPr>
        <p:spPr bwMode="auto">
          <a:xfrm>
            <a:off x="8612188" y="3968750"/>
            <a:ext cx="93662" cy="139700"/>
          </a:xfrm>
          <a:custGeom>
            <a:avLst/>
            <a:gdLst>
              <a:gd name="T0" fmla="*/ 58 w 59"/>
              <a:gd name="T1" fmla="*/ 19 h 88"/>
              <a:gd name="T2" fmla="*/ 0 w 59"/>
              <a:gd name="T3" fmla="*/ 87 h 88"/>
              <a:gd name="T4" fmla="*/ 20 w 59"/>
              <a:gd name="T5" fmla="*/ 0 h 88"/>
              <a:gd name="T6" fmla="*/ 58 w 59"/>
              <a:gd name="T7" fmla="*/ 19 h 88"/>
              <a:gd name="T8" fmla="*/ 0 60000 65536"/>
              <a:gd name="T9" fmla="*/ 0 60000 65536"/>
              <a:gd name="T10" fmla="*/ 0 60000 65536"/>
              <a:gd name="T11" fmla="*/ 0 60000 65536"/>
              <a:gd name="T12" fmla="*/ 0 w 59"/>
              <a:gd name="T13" fmla="*/ 0 h 88"/>
              <a:gd name="T14" fmla="*/ 59 w 59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9" h="88">
                <a:moveTo>
                  <a:pt x="58" y="19"/>
                </a:moveTo>
                <a:lnTo>
                  <a:pt x="0" y="87"/>
                </a:lnTo>
                <a:lnTo>
                  <a:pt x="20" y="0"/>
                </a:lnTo>
                <a:lnTo>
                  <a:pt x="58" y="19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0" name="Freeform 37">
            <a:extLst>
              <a:ext uri="{FF2B5EF4-FFF2-40B4-BE49-F238E27FC236}">
                <a16:creationId xmlns:a16="http://schemas.microsoft.com/office/drawing/2014/main" id="{1BF5EC38-E002-4D89-A2B4-AFEDAEF4A419}"/>
              </a:ext>
            </a:extLst>
          </p:cNvPr>
          <p:cNvSpPr>
            <a:spLocks/>
          </p:cNvSpPr>
          <p:nvPr/>
        </p:nvSpPr>
        <p:spPr bwMode="auto">
          <a:xfrm>
            <a:off x="9410700" y="3417888"/>
            <a:ext cx="1588" cy="677862"/>
          </a:xfrm>
          <a:custGeom>
            <a:avLst/>
            <a:gdLst>
              <a:gd name="T0" fmla="*/ 0 w 1"/>
              <a:gd name="T1" fmla="*/ 0 h 427"/>
              <a:gd name="T2" fmla="*/ 0 w 1"/>
              <a:gd name="T3" fmla="*/ 426 h 427"/>
              <a:gd name="T4" fmla="*/ 0 w 1"/>
              <a:gd name="T5" fmla="*/ 0 h 427"/>
              <a:gd name="T6" fmla="*/ 0 60000 65536"/>
              <a:gd name="T7" fmla="*/ 0 60000 65536"/>
              <a:gd name="T8" fmla="*/ 0 60000 65536"/>
              <a:gd name="T9" fmla="*/ 0 w 1"/>
              <a:gd name="T10" fmla="*/ 0 h 427"/>
              <a:gd name="T11" fmla="*/ 1 w 1"/>
              <a:gd name="T12" fmla="*/ 427 h 4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27">
                <a:moveTo>
                  <a:pt x="0" y="0"/>
                </a:moveTo>
                <a:lnTo>
                  <a:pt x="0" y="42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1" name="Freeform 38">
            <a:extLst>
              <a:ext uri="{FF2B5EF4-FFF2-40B4-BE49-F238E27FC236}">
                <a16:creationId xmlns:a16="http://schemas.microsoft.com/office/drawing/2014/main" id="{65026FF5-36F4-4B4F-AC00-6F5B43E97A5E}"/>
              </a:ext>
            </a:extLst>
          </p:cNvPr>
          <p:cNvSpPr>
            <a:spLocks/>
          </p:cNvSpPr>
          <p:nvPr/>
        </p:nvSpPr>
        <p:spPr bwMode="auto">
          <a:xfrm>
            <a:off x="9375775" y="3954463"/>
            <a:ext cx="69850" cy="141287"/>
          </a:xfrm>
          <a:custGeom>
            <a:avLst/>
            <a:gdLst>
              <a:gd name="T0" fmla="*/ 43 w 44"/>
              <a:gd name="T1" fmla="*/ 0 h 89"/>
              <a:gd name="T2" fmla="*/ 22 w 44"/>
              <a:gd name="T3" fmla="*/ 88 h 89"/>
              <a:gd name="T4" fmla="*/ 0 w 44"/>
              <a:gd name="T5" fmla="*/ 0 h 89"/>
              <a:gd name="T6" fmla="*/ 43 w 44"/>
              <a:gd name="T7" fmla="*/ 0 h 89"/>
              <a:gd name="T8" fmla="*/ 0 60000 65536"/>
              <a:gd name="T9" fmla="*/ 0 60000 65536"/>
              <a:gd name="T10" fmla="*/ 0 60000 65536"/>
              <a:gd name="T11" fmla="*/ 0 60000 65536"/>
              <a:gd name="T12" fmla="*/ 0 w 44"/>
              <a:gd name="T13" fmla="*/ 0 h 89"/>
              <a:gd name="T14" fmla="*/ 44 w 44"/>
              <a:gd name="T15" fmla="*/ 89 h 8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" h="89">
                <a:moveTo>
                  <a:pt x="43" y="0"/>
                </a:moveTo>
                <a:lnTo>
                  <a:pt x="22" y="88"/>
                </a:lnTo>
                <a:lnTo>
                  <a:pt x="0" y="0"/>
                </a:lnTo>
                <a:lnTo>
                  <a:pt x="4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2" name="Freeform 39">
            <a:extLst>
              <a:ext uri="{FF2B5EF4-FFF2-40B4-BE49-F238E27FC236}">
                <a16:creationId xmlns:a16="http://schemas.microsoft.com/office/drawing/2014/main" id="{415F25A8-79D7-4AF4-AA55-0F8F64E0D58C}"/>
              </a:ext>
            </a:extLst>
          </p:cNvPr>
          <p:cNvSpPr>
            <a:spLocks/>
          </p:cNvSpPr>
          <p:nvPr/>
        </p:nvSpPr>
        <p:spPr bwMode="auto">
          <a:xfrm>
            <a:off x="9852025" y="3430588"/>
            <a:ext cx="358775" cy="677862"/>
          </a:xfrm>
          <a:custGeom>
            <a:avLst/>
            <a:gdLst>
              <a:gd name="T0" fmla="*/ 0 w 226"/>
              <a:gd name="T1" fmla="*/ 0 h 427"/>
              <a:gd name="T2" fmla="*/ 225 w 226"/>
              <a:gd name="T3" fmla="*/ 426 h 427"/>
              <a:gd name="T4" fmla="*/ 0 w 226"/>
              <a:gd name="T5" fmla="*/ 0 h 427"/>
              <a:gd name="T6" fmla="*/ 0 60000 65536"/>
              <a:gd name="T7" fmla="*/ 0 60000 65536"/>
              <a:gd name="T8" fmla="*/ 0 60000 65536"/>
              <a:gd name="T9" fmla="*/ 0 w 226"/>
              <a:gd name="T10" fmla="*/ 0 h 427"/>
              <a:gd name="T11" fmla="*/ 226 w 226"/>
              <a:gd name="T12" fmla="*/ 427 h 4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6" h="427">
                <a:moveTo>
                  <a:pt x="0" y="0"/>
                </a:moveTo>
                <a:lnTo>
                  <a:pt x="225" y="42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3" name="Freeform 40">
            <a:extLst>
              <a:ext uri="{FF2B5EF4-FFF2-40B4-BE49-F238E27FC236}">
                <a16:creationId xmlns:a16="http://schemas.microsoft.com/office/drawing/2014/main" id="{F7C42B8C-0168-4EFF-A84F-A510061C7B85}"/>
              </a:ext>
            </a:extLst>
          </p:cNvPr>
          <p:cNvSpPr>
            <a:spLocks/>
          </p:cNvSpPr>
          <p:nvPr/>
        </p:nvSpPr>
        <p:spPr bwMode="auto">
          <a:xfrm>
            <a:off x="10115550" y="3968750"/>
            <a:ext cx="95250" cy="139700"/>
          </a:xfrm>
          <a:custGeom>
            <a:avLst/>
            <a:gdLst>
              <a:gd name="T0" fmla="*/ 38 w 60"/>
              <a:gd name="T1" fmla="*/ 0 h 88"/>
              <a:gd name="T2" fmla="*/ 59 w 60"/>
              <a:gd name="T3" fmla="*/ 87 h 88"/>
              <a:gd name="T4" fmla="*/ 0 w 60"/>
              <a:gd name="T5" fmla="*/ 20 h 88"/>
              <a:gd name="T6" fmla="*/ 38 w 60"/>
              <a:gd name="T7" fmla="*/ 0 h 88"/>
              <a:gd name="T8" fmla="*/ 0 60000 65536"/>
              <a:gd name="T9" fmla="*/ 0 60000 65536"/>
              <a:gd name="T10" fmla="*/ 0 60000 65536"/>
              <a:gd name="T11" fmla="*/ 0 60000 65536"/>
              <a:gd name="T12" fmla="*/ 0 w 60"/>
              <a:gd name="T13" fmla="*/ 0 h 88"/>
              <a:gd name="T14" fmla="*/ 60 w 60"/>
              <a:gd name="T15" fmla="*/ 88 h 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0" h="88">
                <a:moveTo>
                  <a:pt x="38" y="0"/>
                </a:moveTo>
                <a:lnTo>
                  <a:pt x="59" y="87"/>
                </a:lnTo>
                <a:lnTo>
                  <a:pt x="0" y="20"/>
                </a:lnTo>
                <a:lnTo>
                  <a:pt x="3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4" name="Freeform 41">
            <a:extLst>
              <a:ext uri="{FF2B5EF4-FFF2-40B4-BE49-F238E27FC236}">
                <a16:creationId xmlns:a16="http://schemas.microsoft.com/office/drawing/2014/main" id="{3D9F9FC2-899A-44D8-8728-3B7C507F7930}"/>
              </a:ext>
            </a:extLst>
          </p:cNvPr>
          <p:cNvSpPr>
            <a:spLocks/>
          </p:cNvSpPr>
          <p:nvPr/>
        </p:nvSpPr>
        <p:spPr bwMode="auto">
          <a:xfrm>
            <a:off x="4562475" y="4189413"/>
            <a:ext cx="1588" cy="400050"/>
          </a:xfrm>
          <a:custGeom>
            <a:avLst/>
            <a:gdLst>
              <a:gd name="T0" fmla="*/ 0 w 1"/>
              <a:gd name="T1" fmla="*/ 0 h 252"/>
              <a:gd name="T2" fmla="*/ 0 w 1"/>
              <a:gd name="T3" fmla="*/ 251 h 252"/>
              <a:gd name="T4" fmla="*/ 0 w 1"/>
              <a:gd name="T5" fmla="*/ 0 h 252"/>
              <a:gd name="T6" fmla="*/ 0 60000 65536"/>
              <a:gd name="T7" fmla="*/ 0 60000 65536"/>
              <a:gd name="T8" fmla="*/ 0 60000 65536"/>
              <a:gd name="T9" fmla="*/ 0 w 1"/>
              <a:gd name="T10" fmla="*/ 0 h 252"/>
              <a:gd name="T11" fmla="*/ 1 w 1"/>
              <a:gd name="T12" fmla="*/ 252 h 2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2">
                <a:moveTo>
                  <a:pt x="0" y="0"/>
                </a:moveTo>
                <a:lnTo>
                  <a:pt x="0" y="25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5" name="Freeform 42">
            <a:extLst>
              <a:ext uri="{FF2B5EF4-FFF2-40B4-BE49-F238E27FC236}">
                <a16:creationId xmlns:a16="http://schemas.microsoft.com/office/drawing/2014/main" id="{382C5DC1-8C2D-402C-8B08-318EFD2BE2BF}"/>
              </a:ext>
            </a:extLst>
          </p:cNvPr>
          <p:cNvSpPr>
            <a:spLocks/>
          </p:cNvSpPr>
          <p:nvPr/>
        </p:nvSpPr>
        <p:spPr bwMode="auto">
          <a:xfrm>
            <a:off x="5788025" y="4175125"/>
            <a:ext cx="1588" cy="414338"/>
          </a:xfrm>
          <a:custGeom>
            <a:avLst/>
            <a:gdLst>
              <a:gd name="T0" fmla="*/ 0 w 1"/>
              <a:gd name="T1" fmla="*/ 0 h 261"/>
              <a:gd name="T2" fmla="*/ 0 w 1"/>
              <a:gd name="T3" fmla="*/ 260 h 261"/>
              <a:gd name="T4" fmla="*/ 0 w 1"/>
              <a:gd name="T5" fmla="*/ 0 h 261"/>
              <a:gd name="T6" fmla="*/ 0 60000 65536"/>
              <a:gd name="T7" fmla="*/ 0 60000 65536"/>
              <a:gd name="T8" fmla="*/ 0 60000 65536"/>
              <a:gd name="T9" fmla="*/ 0 w 1"/>
              <a:gd name="T10" fmla="*/ 0 h 261"/>
              <a:gd name="T11" fmla="*/ 1 w 1"/>
              <a:gd name="T12" fmla="*/ 261 h 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61">
                <a:moveTo>
                  <a:pt x="0" y="0"/>
                </a:moveTo>
                <a:lnTo>
                  <a:pt x="0" y="26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6" name="Freeform 43">
            <a:extLst>
              <a:ext uri="{FF2B5EF4-FFF2-40B4-BE49-F238E27FC236}">
                <a16:creationId xmlns:a16="http://schemas.microsoft.com/office/drawing/2014/main" id="{3F7CE401-857A-47A2-8FD1-631A035FF15C}"/>
              </a:ext>
            </a:extLst>
          </p:cNvPr>
          <p:cNvSpPr>
            <a:spLocks/>
          </p:cNvSpPr>
          <p:nvPr/>
        </p:nvSpPr>
        <p:spPr bwMode="auto">
          <a:xfrm>
            <a:off x="6985000" y="4175125"/>
            <a:ext cx="1588" cy="427038"/>
          </a:xfrm>
          <a:custGeom>
            <a:avLst/>
            <a:gdLst>
              <a:gd name="T0" fmla="*/ 0 w 1"/>
              <a:gd name="T1" fmla="*/ 0 h 269"/>
              <a:gd name="T2" fmla="*/ 0 w 1"/>
              <a:gd name="T3" fmla="*/ 268 h 269"/>
              <a:gd name="T4" fmla="*/ 0 w 1"/>
              <a:gd name="T5" fmla="*/ 0 h 269"/>
              <a:gd name="T6" fmla="*/ 0 60000 65536"/>
              <a:gd name="T7" fmla="*/ 0 60000 65536"/>
              <a:gd name="T8" fmla="*/ 0 60000 65536"/>
              <a:gd name="T9" fmla="*/ 0 w 1"/>
              <a:gd name="T10" fmla="*/ 0 h 269"/>
              <a:gd name="T11" fmla="*/ 1 w 1"/>
              <a:gd name="T12" fmla="*/ 269 h 2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69">
                <a:moveTo>
                  <a:pt x="0" y="0"/>
                </a:moveTo>
                <a:lnTo>
                  <a:pt x="0" y="26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7" name="Freeform 44">
            <a:extLst>
              <a:ext uri="{FF2B5EF4-FFF2-40B4-BE49-F238E27FC236}">
                <a16:creationId xmlns:a16="http://schemas.microsoft.com/office/drawing/2014/main" id="{12E19371-CD92-4BF2-9687-78FCCB7F0516}"/>
              </a:ext>
            </a:extLst>
          </p:cNvPr>
          <p:cNvSpPr>
            <a:spLocks/>
          </p:cNvSpPr>
          <p:nvPr/>
        </p:nvSpPr>
        <p:spPr bwMode="auto">
          <a:xfrm>
            <a:off x="8183563" y="4189413"/>
            <a:ext cx="1587" cy="385762"/>
          </a:xfrm>
          <a:custGeom>
            <a:avLst/>
            <a:gdLst>
              <a:gd name="T0" fmla="*/ 0 w 1"/>
              <a:gd name="T1" fmla="*/ 0 h 243"/>
              <a:gd name="T2" fmla="*/ 0 w 1"/>
              <a:gd name="T3" fmla="*/ 242 h 243"/>
              <a:gd name="T4" fmla="*/ 0 w 1"/>
              <a:gd name="T5" fmla="*/ 0 h 243"/>
              <a:gd name="T6" fmla="*/ 0 60000 65536"/>
              <a:gd name="T7" fmla="*/ 0 60000 65536"/>
              <a:gd name="T8" fmla="*/ 0 60000 65536"/>
              <a:gd name="T9" fmla="*/ 0 w 1"/>
              <a:gd name="T10" fmla="*/ 0 h 243"/>
              <a:gd name="T11" fmla="*/ 1 w 1"/>
              <a:gd name="T12" fmla="*/ 243 h 2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43">
                <a:moveTo>
                  <a:pt x="0" y="0"/>
                </a:moveTo>
                <a:lnTo>
                  <a:pt x="0" y="24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8" name="Freeform 45">
            <a:extLst>
              <a:ext uri="{FF2B5EF4-FFF2-40B4-BE49-F238E27FC236}">
                <a16:creationId xmlns:a16="http://schemas.microsoft.com/office/drawing/2014/main" id="{18A4FEF9-977B-4CD3-8780-9EAA3B716374}"/>
              </a:ext>
            </a:extLst>
          </p:cNvPr>
          <p:cNvSpPr>
            <a:spLocks/>
          </p:cNvSpPr>
          <p:nvPr/>
        </p:nvSpPr>
        <p:spPr bwMode="auto">
          <a:xfrm>
            <a:off x="9396413" y="4189413"/>
            <a:ext cx="1587" cy="412750"/>
          </a:xfrm>
          <a:custGeom>
            <a:avLst/>
            <a:gdLst>
              <a:gd name="T0" fmla="*/ 0 w 1"/>
              <a:gd name="T1" fmla="*/ 0 h 260"/>
              <a:gd name="T2" fmla="*/ 0 w 1"/>
              <a:gd name="T3" fmla="*/ 259 h 260"/>
              <a:gd name="T4" fmla="*/ 0 w 1"/>
              <a:gd name="T5" fmla="*/ 0 h 260"/>
              <a:gd name="T6" fmla="*/ 0 60000 65536"/>
              <a:gd name="T7" fmla="*/ 0 60000 65536"/>
              <a:gd name="T8" fmla="*/ 0 60000 65536"/>
              <a:gd name="T9" fmla="*/ 0 w 1"/>
              <a:gd name="T10" fmla="*/ 0 h 260"/>
              <a:gd name="T11" fmla="*/ 1 w 1"/>
              <a:gd name="T12" fmla="*/ 260 h 2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60">
                <a:moveTo>
                  <a:pt x="0" y="0"/>
                </a:moveTo>
                <a:lnTo>
                  <a:pt x="0" y="25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9" name="Freeform 46">
            <a:extLst>
              <a:ext uri="{FF2B5EF4-FFF2-40B4-BE49-F238E27FC236}">
                <a16:creationId xmlns:a16="http://schemas.microsoft.com/office/drawing/2014/main" id="{859378F9-CCE4-497C-9CB6-E546D3C6F673}"/>
              </a:ext>
            </a:extLst>
          </p:cNvPr>
          <p:cNvSpPr>
            <a:spLocks/>
          </p:cNvSpPr>
          <p:nvPr/>
        </p:nvSpPr>
        <p:spPr bwMode="auto">
          <a:xfrm>
            <a:off x="10596563" y="4189413"/>
            <a:ext cx="1587" cy="412750"/>
          </a:xfrm>
          <a:custGeom>
            <a:avLst/>
            <a:gdLst>
              <a:gd name="T0" fmla="*/ 0 w 1"/>
              <a:gd name="T1" fmla="*/ 0 h 260"/>
              <a:gd name="T2" fmla="*/ 0 w 1"/>
              <a:gd name="T3" fmla="*/ 259 h 260"/>
              <a:gd name="T4" fmla="*/ 0 w 1"/>
              <a:gd name="T5" fmla="*/ 0 h 260"/>
              <a:gd name="T6" fmla="*/ 0 60000 65536"/>
              <a:gd name="T7" fmla="*/ 0 60000 65536"/>
              <a:gd name="T8" fmla="*/ 0 60000 65536"/>
              <a:gd name="T9" fmla="*/ 0 w 1"/>
              <a:gd name="T10" fmla="*/ 0 h 260"/>
              <a:gd name="T11" fmla="*/ 1 w 1"/>
              <a:gd name="T12" fmla="*/ 260 h 2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60">
                <a:moveTo>
                  <a:pt x="0" y="0"/>
                </a:moveTo>
                <a:lnTo>
                  <a:pt x="0" y="25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0" name="Freeform 47">
            <a:extLst>
              <a:ext uri="{FF2B5EF4-FFF2-40B4-BE49-F238E27FC236}">
                <a16:creationId xmlns:a16="http://schemas.microsoft.com/office/drawing/2014/main" id="{7685EA1A-1D7E-4802-8E5D-BDB7B8F11F1E}"/>
              </a:ext>
            </a:extLst>
          </p:cNvPr>
          <p:cNvSpPr>
            <a:spLocks/>
          </p:cNvSpPr>
          <p:nvPr/>
        </p:nvSpPr>
        <p:spPr bwMode="auto">
          <a:xfrm>
            <a:off x="6611938" y="1946275"/>
            <a:ext cx="361950" cy="111125"/>
          </a:xfrm>
          <a:custGeom>
            <a:avLst/>
            <a:gdLst>
              <a:gd name="T0" fmla="*/ 0 w 228"/>
              <a:gd name="T1" fmla="*/ 0 h 70"/>
              <a:gd name="T2" fmla="*/ 227 w 228"/>
              <a:gd name="T3" fmla="*/ 69 h 70"/>
              <a:gd name="T4" fmla="*/ 0 w 228"/>
              <a:gd name="T5" fmla="*/ 0 h 70"/>
              <a:gd name="T6" fmla="*/ 0 60000 65536"/>
              <a:gd name="T7" fmla="*/ 0 60000 65536"/>
              <a:gd name="T8" fmla="*/ 0 60000 65536"/>
              <a:gd name="T9" fmla="*/ 0 w 228"/>
              <a:gd name="T10" fmla="*/ 0 h 70"/>
              <a:gd name="T11" fmla="*/ 228 w 228"/>
              <a:gd name="T12" fmla="*/ 70 h 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8" h="70">
                <a:moveTo>
                  <a:pt x="0" y="0"/>
                </a:moveTo>
                <a:lnTo>
                  <a:pt x="227" y="6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1" name="Freeform 48">
            <a:extLst>
              <a:ext uri="{FF2B5EF4-FFF2-40B4-BE49-F238E27FC236}">
                <a16:creationId xmlns:a16="http://schemas.microsoft.com/office/drawing/2014/main" id="{265D652A-058B-4AA1-B016-D83B2140665A}"/>
              </a:ext>
            </a:extLst>
          </p:cNvPr>
          <p:cNvSpPr>
            <a:spLocks/>
          </p:cNvSpPr>
          <p:nvPr/>
        </p:nvSpPr>
        <p:spPr bwMode="auto">
          <a:xfrm>
            <a:off x="6829425" y="1984375"/>
            <a:ext cx="144463" cy="73025"/>
          </a:xfrm>
          <a:custGeom>
            <a:avLst/>
            <a:gdLst>
              <a:gd name="T0" fmla="*/ 14 w 91"/>
              <a:gd name="T1" fmla="*/ 0 h 46"/>
              <a:gd name="T2" fmla="*/ 90 w 91"/>
              <a:gd name="T3" fmla="*/ 45 h 46"/>
              <a:gd name="T4" fmla="*/ 0 w 91"/>
              <a:gd name="T5" fmla="*/ 40 h 46"/>
              <a:gd name="T6" fmla="*/ 14 w 91"/>
              <a:gd name="T7" fmla="*/ 0 h 46"/>
              <a:gd name="T8" fmla="*/ 0 60000 65536"/>
              <a:gd name="T9" fmla="*/ 0 60000 65536"/>
              <a:gd name="T10" fmla="*/ 0 60000 65536"/>
              <a:gd name="T11" fmla="*/ 0 60000 65536"/>
              <a:gd name="T12" fmla="*/ 0 w 91"/>
              <a:gd name="T13" fmla="*/ 0 h 46"/>
              <a:gd name="T14" fmla="*/ 91 w 91"/>
              <a:gd name="T15" fmla="*/ 46 h 4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" h="46">
                <a:moveTo>
                  <a:pt x="14" y="0"/>
                </a:moveTo>
                <a:lnTo>
                  <a:pt x="90" y="45"/>
                </a:lnTo>
                <a:lnTo>
                  <a:pt x="0" y="40"/>
                </a:lnTo>
                <a:lnTo>
                  <a:pt x="14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2" name="Freeform 49">
            <a:extLst>
              <a:ext uri="{FF2B5EF4-FFF2-40B4-BE49-F238E27FC236}">
                <a16:creationId xmlns:a16="http://schemas.microsoft.com/office/drawing/2014/main" id="{96D0CB76-D732-45B5-9FD8-6C1F6A6E0120}"/>
              </a:ext>
            </a:extLst>
          </p:cNvPr>
          <p:cNvSpPr>
            <a:spLocks/>
          </p:cNvSpPr>
          <p:nvPr/>
        </p:nvSpPr>
        <p:spPr bwMode="auto">
          <a:xfrm>
            <a:off x="5305425" y="5054600"/>
            <a:ext cx="992188" cy="442913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5"/>
              <a:gd name="T16" fmla="*/ 0 h 279"/>
              <a:gd name="T17" fmla="*/ 625 w 625"/>
              <a:gd name="T18" fmla="*/ 279 h 2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3" name="Freeform 50">
            <a:extLst>
              <a:ext uri="{FF2B5EF4-FFF2-40B4-BE49-F238E27FC236}">
                <a16:creationId xmlns:a16="http://schemas.microsoft.com/office/drawing/2014/main" id="{64420C0F-C873-4524-8E1D-AFCEC3B7A1C5}"/>
              </a:ext>
            </a:extLst>
          </p:cNvPr>
          <p:cNvSpPr>
            <a:spLocks/>
          </p:cNvSpPr>
          <p:nvPr/>
        </p:nvSpPr>
        <p:spPr bwMode="auto">
          <a:xfrm>
            <a:off x="5800725" y="5068888"/>
            <a:ext cx="1588" cy="401637"/>
          </a:xfrm>
          <a:custGeom>
            <a:avLst/>
            <a:gdLst>
              <a:gd name="T0" fmla="*/ 0 w 1"/>
              <a:gd name="T1" fmla="*/ 0 h 253"/>
              <a:gd name="T2" fmla="*/ 0 w 1"/>
              <a:gd name="T3" fmla="*/ 252 h 253"/>
              <a:gd name="T4" fmla="*/ 0 w 1"/>
              <a:gd name="T5" fmla="*/ 0 h 253"/>
              <a:gd name="T6" fmla="*/ 0 60000 65536"/>
              <a:gd name="T7" fmla="*/ 0 60000 65536"/>
              <a:gd name="T8" fmla="*/ 0 60000 65536"/>
              <a:gd name="T9" fmla="*/ 0 w 1"/>
              <a:gd name="T10" fmla="*/ 0 h 253"/>
              <a:gd name="T11" fmla="*/ 1 w 1"/>
              <a:gd name="T12" fmla="*/ 253 h 2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3">
                <a:moveTo>
                  <a:pt x="0" y="0"/>
                </a:moveTo>
                <a:lnTo>
                  <a:pt x="0" y="25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4" name="Freeform 51">
            <a:extLst>
              <a:ext uri="{FF2B5EF4-FFF2-40B4-BE49-F238E27FC236}">
                <a16:creationId xmlns:a16="http://schemas.microsoft.com/office/drawing/2014/main" id="{8FEFFA18-D51A-4075-98F6-17F1FB1E595A}"/>
              </a:ext>
            </a:extLst>
          </p:cNvPr>
          <p:cNvSpPr>
            <a:spLocks/>
          </p:cNvSpPr>
          <p:nvPr/>
        </p:nvSpPr>
        <p:spPr bwMode="auto">
          <a:xfrm>
            <a:off x="7731125" y="5041900"/>
            <a:ext cx="992188" cy="442913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5"/>
              <a:gd name="T16" fmla="*/ 0 h 279"/>
              <a:gd name="T17" fmla="*/ 625 w 625"/>
              <a:gd name="T18" fmla="*/ 279 h 2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5" name="Freeform 52">
            <a:extLst>
              <a:ext uri="{FF2B5EF4-FFF2-40B4-BE49-F238E27FC236}">
                <a16:creationId xmlns:a16="http://schemas.microsoft.com/office/drawing/2014/main" id="{C5305B9F-105A-494D-BAC2-F6B66C38ADD8}"/>
              </a:ext>
            </a:extLst>
          </p:cNvPr>
          <p:cNvSpPr>
            <a:spLocks/>
          </p:cNvSpPr>
          <p:nvPr/>
        </p:nvSpPr>
        <p:spPr bwMode="auto">
          <a:xfrm>
            <a:off x="8196263" y="5054600"/>
            <a:ext cx="1587" cy="415925"/>
          </a:xfrm>
          <a:custGeom>
            <a:avLst/>
            <a:gdLst>
              <a:gd name="T0" fmla="*/ 0 w 1"/>
              <a:gd name="T1" fmla="*/ 0 h 262"/>
              <a:gd name="T2" fmla="*/ 0 w 1"/>
              <a:gd name="T3" fmla="*/ 261 h 262"/>
              <a:gd name="T4" fmla="*/ 0 w 1"/>
              <a:gd name="T5" fmla="*/ 0 h 262"/>
              <a:gd name="T6" fmla="*/ 0 60000 65536"/>
              <a:gd name="T7" fmla="*/ 0 60000 65536"/>
              <a:gd name="T8" fmla="*/ 0 60000 65536"/>
              <a:gd name="T9" fmla="*/ 0 w 1"/>
              <a:gd name="T10" fmla="*/ 0 h 262"/>
              <a:gd name="T11" fmla="*/ 1 w 1"/>
              <a:gd name="T12" fmla="*/ 262 h 2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62">
                <a:moveTo>
                  <a:pt x="0" y="0"/>
                </a:moveTo>
                <a:lnTo>
                  <a:pt x="0" y="2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6" name="Freeform 53">
            <a:extLst>
              <a:ext uri="{FF2B5EF4-FFF2-40B4-BE49-F238E27FC236}">
                <a16:creationId xmlns:a16="http://schemas.microsoft.com/office/drawing/2014/main" id="{95921D3F-C079-4049-9209-7142B1625AD4}"/>
              </a:ext>
            </a:extLst>
          </p:cNvPr>
          <p:cNvSpPr>
            <a:spLocks/>
          </p:cNvSpPr>
          <p:nvPr/>
        </p:nvSpPr>
        <p:spPr bwMode="auto">
          <a:xfrm>
            <a:off x="7716838" y="5729288"/>
            <a:ext cx="992187" cy="442912"/>
          </a:xfrm>
          <a:custGeom>
            <a:avLst/>
            <a:gdLst>
              <a:gd name="T0" fmla="*/ 0 w 625"/>
              <a:gd name="T1" fmla="*/ 278 h 279"/>
              <a:gd name="T2" fmla="*/ 0 w 625"/>
              <a:gd name="T3" fmla="*/ 0 h 279"/>
              <a:gd name="T4" fmla="*/ 624 w 625"/>
              <a:gd name="T5" fmla="*/ 0 h 279"/>
              <a:gd name="T6" fmla="*/ 624 w 625"/>
              <a:gd name="T7" fmla="*/ 278 h 279"/>
              <a:gd name="T8" fmla="*/ 0 w 625"/>
              <a:gd name="T9" fmla="*/ 278 h 2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5"/>
              <a:gd name="T16" fmla="*/ 0 h 279"/>
              <a:gd name="T17" fmla="*/ 625 w 625"/>
              <a:gd name="T18" fmla="*/ 279 h 2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5" h="279">
                <a:moveTo>
                  <a:pt x="0" y="278"/>
                </a:moveTo>
                <a:lnTo>
                  <a:pt x="0" y="0"/>
                </a:lnTo>
                <a:lnTo>
                  <a:pt x="624" y="0"/>
                </a:lnTo>
                <a:lnTo>
                  <a:pt x="624" y="278"/>
                </a:lnTo>
                <a:lnTo>
                  <a:pt x="0" y="278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7" name="Freeform 54">
            <a:extLst>
              <a:ext uri="{FF2B5EF4-FFF2-40B4-BE49-F238E27FC236}">
                <a16:creationId xmlns:a16="http://schemas.microsoft.com/office/drawing/2014/main" id="{8CD9679A-E3D9-4AFD-B495-1568348D94A8}"/>
              </a:ext>
            </a:extLst>
          </p:cNvPr>
          <p:cNvSpPr>
            <a:spLocks/>
          </p:cNvSpPr>
          <p:nvPr/>
        </p:nvSpPr>
        <p:spPr bwMode="auto">
          <a:xfrm>
            <a:off x="8196263" y="5743575"/>
            <a:ext cx="1587" cy="414338"/>
          </a:xfrm>
          <a:custGeom>
            <a:avLst/>
            <a:gdLst>
              <a:gd name="T0" fmla="*/ 0 w 1"/>
              <a:gd name="T1" fmla="*/ 0 h 261"/>
              <a:gd name="T2" fmla="*/ 0 w 1"/>
              <a:gd name="T3" fmla="*/ 260 h 261"/>
              <a:gd name="T4" fmla="*/ 0 w 1"/>
              <a:gd name="T5" fmla="*/ 0 h 261"/>
              <a:gd name="T6" fmla="*/ 0 60000 65536"/>
              <a:gd name="T7" fmla="*/ 0 60000 65536"/>
              <a:gd name="T8" fmla="*/ 0 60000 65536"/>
              <a:gd name="T9" fmla="*/ 0 w 1"/>
              <a:gd name="T10" fmla="*/ 0 h 261"/>
              <a:gd name="T11" fmla="*/ 1 w 1"/>
              <a:gd name="T12" fmla="*/ 261 h 2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61">
                <a:moveTo>
                  <a:pt x="0" y="0"/>
                </a:moveTo>
                <a:lnTo>
                  <a:pt x="0" y="26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B1CFED8-FB6E-468A-85C0-879D4B466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8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10*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EFED918-6CCD-4D6B-8569-C3C12C333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1525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15*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5F11E3E-3D61-461A-98C7-A3FFBF5E7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1775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20*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60CCDE9-C6D6-458B-912D-6FF05DEF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27*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3E7B8FC-A2BA-4733-8839-AD1D90BC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5738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33*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52D9FC-6896-4071-B35D-6B18A0F1E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5638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37*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DE5C968-5DA9-455D-9471-450086E68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8588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40*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78BD8CB-6B12-483B-B309-2E570A4A2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488" y="4252913"/>
            <a:ext cx="428625" cy="28733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46*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5C59702-26FF-44EF-85B8-819CC9183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4450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51*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79D698A-435F-4320-B8B4-A5A69FB05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8325" y="4252913"/>
            <a:ext cx="428625" cy="28733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55*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1C5C7A1-EAAC-429A-9A77-D79BF85EA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47300" y="4281488"/>
            <a:ext cx="428625" cy="28733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63*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1B9D9BA5-0669-4AA4-AFDB-2CFB38D0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4188" y="42672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97*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7D41C80B-E012-42A1-8655-F57585D3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8450" y="3152775"/>
            <a:ext cx="349250" cy="290513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20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094558-72DB-4797-9F34-525A285D3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3152775"/>
            <a:ext cx="349250" cy="290513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33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B2F2CD1-D920-4EAF-B699-209BBF81CC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0" y="3152775"/>
            <a:ext cx="349250" cy="290513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51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1717421-E207-4786-9372-6E4AC5AE8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4038" y="3152775"/>
            <a:ext cx="349250" cy="290513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63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781BA2B-F5CD-446B-A2EF-0373404372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2162175"/>
            <a:ext cx="349250" cy="290513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8DBF877-8140-4D18-8009-0541BAA6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7563" y="1687513"/>
            <a:ext cx="9382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Rădăcină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6F7FE11-1E80-4EF6-A33F-321E2EC013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1463" y="5146675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23*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3AF198A-EF86-4970-958C-94FC91403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9863" y="5121275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48*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8D66AE0-5CD1-40CD-ABFC-C9342E13D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8488" y="5105400"/>
            <a:ext cx="428625" cy="28733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41*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8B6C2481-655D-4AEA-9EC0-500811FA0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2875" y="5821363"/>
            <a:ext cx="428625" cy="287337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300" b="1">
                <a:solidFill>
                  <a:schemeClr val="tx2"/>
                </a:solidFill>
                <a:latin typeface="+mn-lt"/>
              </a:rPr>
              <a:t>42*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05A6A8A2-46B1-4BE2-A014-50BB2C427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5121275"/>
            <a:ext cx="708025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Pagini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CA12961-D809-4B7C-828C-956E9E2192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2113" y="5424488"/>
            <a:ext cx="1296987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Suplimentare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240961C-8DD7-4CC1-A041-3473C5AE1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3563" y="4100513"/>
            <a:ext cx="749300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Frunză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308D9F7-2D6A-4258-AFDE-8B94215DF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170113"/>
            <a:ext cx="708025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Pagini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A4F79AD6-94BC-4D02-B200-F167B9F85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400300"/>
            <a:ext cx="650875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Index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AE1EFDB-56B5-4834-B1B7-AF9415FBA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25" y="4416425"/>
            <a:ext cx="1017588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Principale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3C992C90-CA7E-44CC-92AC-D1A453A68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75" y="3800475"/>
            <a:ext cx="708025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Pagini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87" name="Arc 86">
            <a:extLst>
              <a:ext uri="{FF2B5EF4-FFF2-40B4-BE49-F238E27FC236}">
                <a16:creationId xmlns:a16="http://schemas.microsoft.com/office/drawing/2014/main" id="{193E62DD-FEFD-474F-A087-64A9148A4656}"/>
              </a:ext>
            </a:extLst>
          </p:cNvPr>
          <p:cNvSpPr>
            <a:spLocks/>
          </p:cNvSpPr>
          <p:nvPr/>
        </p:nvSpPr>
        <p:spPr bwMode="auto">
          <a:xfrm>
            <a:off x="5413375" y="4597400"/>
            <a:ext cx="152400" cy="457200"/>
          </a:xfrm>
          <a:custGeom>
            <a:avLst/>
            <a:gdLst>
              <a:gd name="T0" fmla="*/ 0 w 21600"/>
              <a:gd name="T1" fmla="*/ 0 h 21600"/>
              <a:gd name="T2" fmla="*/ 152400 w 21600"/>
              <a:gd name="T3" fmla="*/ 457200 h 21600"/>
              <a:gd name="T4" fmla="*/ 0 w 21600"/>
              <a:gd name="T5" fmla="*/ 4572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88" name="Arc 87">
            <a:extLst>
              <a:ext uri="{FF2B5EF4-FFF2-40B4-BE49-F238E27FC236}">
                <a16:creationId xmlns:a16="http://schemas.microsoft.com/office/drawing/2014/main" id="{51B6E770-0B37-45E5-81C0-822FFACA1DE7}"/>
              </a:ext>
            </a:extLst>
          </p:cNvPr>
          <p:cNvSpPr>
            <a:spLocks/>
          </p:cNvSpPr>
          <p:nvPr/>
        </p:nvSpPr>
        <p:spPr bwMode="auto">
          <a:xfrm>
            <a:off x="7851775" y="4597400"/>
            <a:ext cx="152400" cy="457200"/>
          </a:xfrm>
          <a:custGeom>
            <a:avLst/>
            <a:gdLst>
              <a:gd name="T0" fmla="*/ 0 w 21600"/>
              <a:gd name="T1" fmla="*/ 0 h 21600"/>
              <a:gd name="T2" fmla="*/ 152400 w 21600"/>
              <a:gd name="T3" fmla="*/ 457200 h 21600"/>
              <a:gd name="T4" fmla="*/ 0 w 21600"/>
              <a:gd name="T5" fmla="*/ 4572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89" name="Arc 88">
            <a:extLst>
              <a:ext uri="{FF2B5EF4-FFF2-40B4-BE49-F238E27FC236}">
                <a16:creationId xmlns:a16="http://schemas.microsoft.com/office/drawing/2014/main" id="{E0C63008-DE29-4C10-BB25-5EEF3669049B}"/>
              </a:ext>
            </a:extLst>
          </p:cNvPr>
          <p:cNvSpPr>
            <a:spLocks/>
          </p:cNvSpPr>
          <p:nvPr/>
        </p:nvSpPr>
        <p:spPr bwMode="auto">
          <a:xfrm>
            <a:off x="7864475" y="5468938"/>
            <a:ext cx="76200" cy="304800"/>
          </a:xfrm>
          <a:custGeom>
            <a:avLst/>
            <a:gdLst>
              <a:gd name="T0" fmla="*/ 0 w 21600"/>
              <a:gd name="T1" fmla="*/ 0 h 21600"/>
              <a:gd name="T2" fmla="*/ 76200 w 21600"/>
              <a:gd name="T3" fmla="*/ 304800 h 21600"/>
              <a:gd name="T4" fmla="*/ 0 w 21600"/>
              <a:gd name="T5" fmla="*/ 3048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24004CB7-F70F-4995-9B2E-CD4AA422AC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7F546F6-648C-48EA-A0E6-85308008D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1200" y="1438275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622C07-D94B-4661-9207-F1F43A2AF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520700"/>
            <a:ext cx="7678738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 ... </a:t>
            </a:r>
            <a:r>
              <a:rPr lang="en-US" altLang="en-US" kern="0" dirty="0" err="1"/>
              <a:t>apoi</a:t>
            </a:r>
            <a:r>
              <a:rPr lang="en-US" altLang="en-US" kern="0" dirty="0"/>
              <a:t> </a:t>
            </a:r>
            <a:r>
              <a:rPr lang="ro-RO" altLang="en-US" kern="0" dirty="0"/>
              <a:t>ș</a:t>
            </a:r>
            <a:r>
              <a:rPr lang="en-US" altLang="en-US" kern="0" dirty="0" err="1"/>
              <a:t>tergere</a:t>
            </a:r>
            <a:r>
              <a:rPr lang="en-US" altLang="en-US" kern="0" dirty="0"/>
              <a:t> 42*, 51*, 97*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D1B84A-17A2-4A90-AE4E-025A11159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125" y="5784850"/>
            <a:ext cx="8439150" cy="45878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buFont typeface="Monotype Sorts" charset="0"/>
              <a:buChar char="*"/>
              <a:defRPr/>
            </a:pP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Obs.  51*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apare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la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nivelul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indexului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,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dar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nu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mai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exist</a:t>
            </a:r>
            <a:r>
              <a:rPr lang="ro-RO" altLang="en-US" i="1" dirty="0">
                <a:solidFill>
                  <a:schemeClr val="folHlink"/>
                </a:solidFill>
                <a:latin typeface="+mn-lt"/>
              </a:rPr>
              <a:t>ă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 </a:t>
            </a:r>
            <a:r>
              <a:rPr lang="ro-RO" altLang="en-US" i="1" dirty="0">
                <a:solidFill>
                  <a:schemeClr val="folHlink"/>
                </a:solidFill>
                <a:latin typeface="+mn-lt"/>
              </a:rPr>
              <a:t>î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n </a:t>
            </a:r>
            <a:r>
              <a:rPr lang="en-US" altLang="en-US" i="1" dirty="0" err="1">
                <a:solidFill>
                  <a:schemeClr val="folHlink"/>
                </a:solidFill>
                <a:latin typeface="+mn-lt"/>
              </a:rPr>
              <a:t>frunze</a:t>
            </a:r>
            <a:r>
              <a:rPr lang="en-US" altLang="en-US" i="1" dirty="0">
                <a:solidFill>
                  <a:schemeClr val="folHlink"/>
                </a:solidFill>
                <a:latin typeface="+mn-lt"/>
              </a:rPr>
              <a:t>!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319169CE-A611-438F-A8DD-0531F1CF671E}"/>
              </a:ext>
            </a:extLst>
          </p:cNvPr>
          <p:cNvSpPr>
            <a:spLocks/>
          </p:cNvSpPr>
          <p:nvPr/>
        </p:nvSpPr>
        <p:spPr bwMode="auto">
          <a:xfrm>
            <a:off x="4041775" y="3987800"/>
            <a:ext cx="892175" cy="396875"/>
          </a:xfrm>
          <a:custGeom>
            <a:avLst/>
            <a:gdLst>
              <a:gd name="T0" fmla="*/ 0 w 562"/>
              <a:gd name="T1" fmla="*/ 249 h 250"/>
              <a:gd name="T2" fmla="*/ 0 w 562"/>
              <a:gd name="T3" fmla="*/ 0 h 250"/>
              <a:gd name="T4" fmla="*/ 561 w 562"/>
              <a:gd name="T5" fmla="*/ 0 h 250"/>
              <a:gd name="T6" fmla="*/ 561 w 562"/>
              <a:gd name="T7" fmla="*/ 249 h 250"/>
              <a:gd name="T8" fmla="*/ 0 w 562"/>
              <a:gd name="T9" fmla="*/ 249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2"/>
              <a:gd name="T16" fmla="*/ 0 h 250"/>
              <a:gd name="T17" fmla="*/ 562 w 562"/>
              <a:gd name="T18" fmla="*/ 250 h 2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2" h="250">
                <a:moveTo>
                  <a:pt x="0" y="249"/>
                </a:moveTo>
                <a:lnTo>
                  <a:pt x="0" y="0"/>
                </a:lnTo>
                <a:lnTo>
                  <a:pt x="561" y="0"/>
                </a:lnTo>
                <a:lnTo>
                  <a:pt x="561" y="249"/>
                </a:lnTo>
                <a:lnTo>
                  <a:pt x="0" y="24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D0D6464-DEE3-43C2-89A1-2C9F53F41093}"/>
              </a:ext>
            </a:extLst>
          </p:cNvPr>
          <p:cNvSpPr>
            <a:spLocks/>
          </p:cNvSpPr>
          <p:nvPr/>
        </p:nvSpPr>
        <p:spPr bwMode="auto">
          <a:xfrm>
            <a:off x="5130800" y="3987800"/>
            <a:ext cx="892175" cy="396875"/>
          </a:xfrm>
          <a:custGeom>
            <a:avLst/>
            <a:gdLst>
              <a:gd name="T0" fmla="*/ 0 w 562"/>
              <a:gd name="T1" fmla="*/ 249 h 250"/>
              <a:gd name="T2" fmla="*/ 0 w 562"/>
              <a:gd name="T3" fmla="*/ 0 h 250"/>
              <a:gd name="T4" fmla="*/ 561 w 562"/>
              <a:gd name="T5" fmla="*/ 0 h 250"/>
              <a:gd name="T6" fmla="*/ 561 w 562"/>
              <a:gd name="T7" fmla="*/ 249 h 250"/>
              <a:gd name="T8" fmla="*/ 0 w 562"/>
              <a:gd name="T9" fmla="*/ 249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2"/>
              <a:gd name="T16" fmla="*/ 0 h 250"/>
              <a:gd name="T17" fmla="*/ 562 w 562"/>
              <a:gd name="T18" fmla="*/ 250 h 2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2" h="250">
                <a:moveTo>
                  <a:pt x="0" y="249"/>
                </a:moveTo>
                <a:lnTo>
                  <a:pt x="0" y="0"/>
                </a:lnTo>
                <a:lnTo>
                  <a:pt x="561" y="0"/>
                </a:lnTo>
                <a:lnTo>
                  <a:pt x="561" y="249"/>
                </a:lnTo>
                <a:lnTo>
                  <a:pt x="0" y="24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A27E93BA-9CBC-40DA-977B-23051C0985C0}"/>
              </a:ext>
            </a:extLst>
          </p:cNvPr>
          <p:cNvSpPr>
            <a:spLocks/>
          </p:cNvSpPr>
          <p:nvPr/>
        </p:nvSpPr>
        <p:spPr bwMode="auto">
          <a:xfrm>
            <a:off x="6221413" y="3987800"/>
            <a:ext cx="892175" cy="396875"/>
          </a:xfrm>
          <a:custGeom>
            <a:avLst/>
            <a:gdLst>
              <a:gd name="T0" fmla="*/ 0 w 562"/>
              <a:gd name="T1" fmla="*/ 249 h 250"/>
              <a:gd name="T2" fmla="*/ 0 w 562"/>
              <a:gd name="T3" fmla="*/ 0 h 250"/>
              <a:gd name="T4" fmla="*/ 561 w 562"/>
              <a:gd name="T5" fmla="*/ 0 h 250"/>
              <a:gd name="T6" fmla="*/ 561 w 562"/>
              <a:gd name="T7" fmla="*/ 249 h 250"/>
              <a:gd name="T8" fmla="*/ 0 w 562"/>
              <a:gd name="T9" fmla="*/ 249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2"/>
              <a:gd name="T16" fmla="*/ 0 h 250"/>
              <a:gd name="T17" fmla="*/ 562 w 562"/>
              <a:gd name="T18" fmla="*/ 250 h 2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2" h="250">
                <a:moveTo>
                  <a:pt x="0" y="249"/>
                </a:moveTo>
                <a:lnTo>
                  <a:pt x="0" y="0"/>
                </a:lnTo>
                <a:lnTo>
                  <a:pt x="561" y="0"/>
                </a:lnTo>
                <a:lnTo>
                  <a:pt x="561" y="249"/>
                </a:lnTo>
                <a:lnTo>
                  <a:pt x="0" y="24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E365495C-4536-45DC-BFCF-76706FC16511}"/>
              </a:ext>
            </a:extLst>
          </p:cNvPr>
          <p:cNvSpPr>
            <a:spLocks/>
          </p:cNvSpPr>
          <p:nvPr/>
        </p:nvSpPr>
        <p:spPr bwMode="auto">
          <a:xfrm>
            <a:off x="7310438" y="3987800"/>
            <a:ext cx="892175" cy="396875"/>
          </a:xfrm>
          <a:custGeom>
            <a:avLst/>
            <a:gdLst>
              <a:gd name="T0" fmla="*/ 0 w 562"/>
              <a:gd name="T1" fmla="*/ 249 h 250"/>
              <a:gd name="T2" fmla="*/ 0 w 562"/>
              <a:gd name="T3" fmla="*/ 0 h 250"/>
              <a:gd name="T4" fmla="*/ 561 w 562"/>
              <a:gd name="T5" fmla="*/ 0 h 250"/>
              <a:gd name="T6" fmla="*/ 561 w 562"/>
              <a:gd name="T7" fmla="*/ 249 h 250"/>
              <a:gd name="T8" fmla="*/ 0 w 562"/>
              <a:gd name="T9" fmla="*/ 249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2"/>
              <a:gd name="T16" fmla="*/ 0 h 250"/>
              <a:gd name="T17" fmla="*/ 562 w 562"/>
              <a:gd name="T18" fmla="*/ 250 h 2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2" h="250">
                <a:moveTo>
                  <a:pt x="0" y="249"/>
                </a:moveTo>
                <a:lnTo>
                  <a:pt x="0" y="0"/>
                </a:lnTo>
                <a:lnTo>
                  <a:pt x="561" y="0"/>
                </a:lnTo>
                <a:lnTo>
                  <a:pt x="561" y="249"/>
                </a:lnTo>
                <a:lnTo>
                  <a:pt x="0" y="24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EE128B6B-2B45-4A55-BC72-A59F63EE0DD6}"/>
              </a:ext>
            </a:extLst>
          </p:cNvPr>
          <p:cNvSpPr>
            <a:spLocks/>
          </p:cNvSpPr>
          <p:nvPr/>
        </p:nvSpPr>
        <p:spPr bwMode="auto">
          <a:xfrm>
            <a:off x="8399463" y="3987800"/>
            <a:ext cx="893762" cy="396875"/>
          </a:xfrm>
          <a:custGeom>
            <a:avLst/>
            <a:gdLst>
              <a:gd name="T0" fmla="*/ 0 w 563"/>
              <a:gd name="T1" fmla="*/ 249 h 250"/>
              <a:gd name="T2" fmla="*/ 0 w 563"/>
              <a:gd name="T3" fmla="*/ 0 h 250"/>
              <a:gd name="T4" fmla="*/ 562 w 563"/>
              <a:gd name="T5" fmla="*/ 0 h 250"/>
              <a:gd name="T6" fmla="*/ 562 w 563"/>
              <a:gd name="T7" fmla="*/ 249 h 250"/>
              <a:gd name="T8" fmla="*/ 0 w 563"/>
              <a:gd name="T9" fmla="*/ 249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3"/>
              <a:gd name="T16" fmla="*/ 0 h 250"/>
              <a:gd name="T17" fmla="*/ 563 w 563"/>
              <a:gd name="T18" fmla="*/ 250 h 2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3" h="250">
                <a:moveTo>
                  <a:pt x="0" y="249"/>
                </a:moveTo>
                <a:lnTo>
                  <a:pt x="0" y="0"/>
                </a:lnTo>
                <a:lnTo>
                  <a:pt x="562" y="0"/>
                </a:lnTo>
                <a:lnTo>
                  <a:pt x="562" y="249"/>
                </a:lnTo>
                <a:lnTo>
                  <a:pt x="0" y="24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50F388A-A300-4213-8D41-33F3D67CD667}"/>
              </a:ext>
            </a:extLst>
          </p:cNvPr>
          <p:cNvSpPr>
            <a:spLocks/>
          </p:cNvSpPr>
          <p:nvPr/>
        </p:nvSpPr>
        <p:spPr bwMode="auto">
          <a:xfrm>
            <a:off x="9488488" y="3987800"/>
            <a:ext cx="895350" cy="396875"/>
          </a:xfrm>
          <a:custGeom>
            <a:avLst/>
            <a:gdLst>
              <a:gd name="T0" fmla="*/ 0 w 564"/>
              <a:gd name="T1" fmla="*/ 249 h 250"/>
              <a:gd name="T2" fmla="*/ 0 w 564"/>
              <a:gd name="T3" fmla="*/ 0 h 250"/>
              <a:gd name="T4" fmla="*/ 563 w 564"/>
              <a:gd name="T5" fmla="*/ 0 h 250"/>
              <a:gd name="T6" fmla="*/ 563 w 564"/>
              <a:gd name="T7" fmla="*/ 249 h 250"/>
              <a:gd name="T8" fmla="*/ 0 w 564"/>
              <a:gd name="T9" fmla="*/ 249 h 25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4"/>
              <a:gd name="T16" fmla="*/ 0 h 250"/>
              <a:gd name="T17" fmla="*/ 564 w 564"/>
              <a:gd name="T18" fmla="*/ 250 h 25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4" h="250">
                <a:moveTo>
                  <a:pt x="0" y="249"/>
                </a:moveTo>
                <a:lnTo>
                  <a:pt x="0" y="0"/>
                </a:lnTo>
                <a:lnTo>
                  <a:pt x="563" y="0"/>
                </a:lnTo>
                <a:lnTo>
                  <a:pt x="563" y="249"/>
                </a:lnTo>
                <a:lnTo>
                  <a:pt x="0" y="24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ACED676-7CCB-467E-AE41-444BA9FAF855}"/>
              </a:ext>
            </a:extLst>
          </p:cNvPr>
          <p:cNvSpPr>
            <a:spLocks/>
          </p:cNvSpPr>
          <p:nvPr/>
        </p:nvSpPr>
        <p:spPr bwMode="auto">
          <a:xfrm>
            <a:off x="5130800" y="2997200"/>
            <a:ext cx="892175" cy="398463"/>
          </a:xfrm>
          <a:custGeom>
            <a:avLst/>
            <a:gdLst>
              <a:gd name="T0" fmla="*/ 0 w 562"/>
              <a:gd name="T1" fmla="*/ 250 h 251"/>
              <a:gd name="T2" fmla="*/ 0 w 562"/>
              <a:gd name="T3" fmla="*/ 0 h 251"/>
              <a:gd name="T4" fmla="*/ 561 w 562"/>
              <a:gd name="T5" fmla="*/ 0 h 251"/>
              <a:gd name="T6" fmla="*/ 561 w 562"/>
              <a:gd name="T7" fmla="*/ 250 h 251"/>
              <a:gd name="T8" fmla="*/ 0 w 562"/>
              <a:gd name="T9" fmla="*/ 250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2"/>
              <a:gd name="T16" fmla="*/ 0 h 251"/>
              <a:gd name="T17" fmla="*/ 562 w 562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2" h="251">
                <a:moveTo>
                  <a:pt x="0" y="250"/>
                </a:moveTo>
                <a:lnTo>
                  <a:pt x="0" y="0"/>
                </a:lnTo>
                <a:lnTo>
                  <a:pt x="561" y="0"/>
                </a:lnTo>
                <a:lnTo>
                  <a:pt x="561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F58CC26E-C1E7-4336-AC54-7F7B7CEF29F7}"/>
              </a:ext>
            </a:extLst>
          </p:cNvPr>
          <p:cNvSpPr>
            <a:spLocks/>
          </p:cNvSpPr>
          <p:nvPr/>
        </p:nvSpPr>
        <p:spPr bwMode="auto">
          <a:xfrm>
            <a:off x="5230813" y="2997200"/>
            <a:ext cx="1587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AE416C9-280B-484B-9359-AEBE86C92331}"/>
              </a:ext>
            </a:extLst>
          </p:cNvPr>
          <p:cNvSpPr>
            <a:spLocks/>
          </p:cNvSpPr>
          <p:nvPr/>
        </p:nvSpPr>
        <p:spPr bwMode="auto">
          <a:xfrm>
            <a:off x="5527675" y="2997200"/>
            <a:ext cx="1588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4409036E-476D-4C4E-9A9F-5DD965547307}"/>
              </a:ext>
            </a:extLst>
          </p:cNvPr>
          <p:cNvSpPr>
            <a:spLocks/>
          </p:cNvSpPr>
          <p:nvPr/>
        </p:nvSpPr>
        <p:spPr bwMode="auto">
          <a:xfrm>
            <a:off x="5626100" y="2997200"/>
            <a:ext cx="1588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3CB74728-BB09-4830-8AB7-16D26084FE9A}"/>
              </a:ext>
            </a:extLst>
          </p:cNvPr>
          <p:cNvSpPr>
            <a:spLocks/>
          </p:cNvSpPr>
          <p:nvPr/>
        </p:nvSpPr>
        <p:spPr bwMode="auto">
          <a:xfrm>
            <a:off x="5924550" y="2997200"/>
            <a:ext cx="1588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3745D807-5415-48BD-B51E-3C970D9E8C78}"/>
              </a:ext>
            </a:extLst>
          </p:cNvPr>
          <p:cNvSpPr>
            <a:spLocks/>
          </p:cNvSpPr>
          <p:nvPr/>
        </p:nvSpPr>
        <p:spPr bwMode="auto">
          <a:xfrm>
            <a:off x="8399463" y="2997200"/>
            <a:ext cx="893762" cy="398463"/>
          </a:xfrm>
          <a:custGeom>
            <a:avLst/>
            <a:gdLst>
              <a:gd name="T0" fmla="*/ 0 w 563"/>
              <a:gd name="T1" fmla="*/ 250 h 251"/>
              <a:gd name="T2" fmla="*/ 0 w 563"/>
              <a:gd name="T3" fmla="*/ 0 h 251"/>
              <a:gd name="T4" fmla="*/ 562 w 563"/>
              <a:gd name="T5" fmla="*/ 0 h 251"/>
              <a:gd name="T6" fmla="*/ 562 w 563"/>
              <a:gd name="T7" fmla="*/ 250 h 251"/>
              <a:gd name="T8" fmla="*/ 0 w 563"/>
              <a:gd name="T9" fmla="*/ 250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3"/>
              <a:gd name="T16" fmla="*/ 0 h 251"/>
              <a:gd name="T17" fmla="*/ 563 w 563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CFB64FA3-A70F-453D-871C-7E0E8579DBD3}"/>
              </a:ext>
            </a:extLst>
          </p:cNvPr>
          <p:cNvSpPr>
            <a:spLocks/>
          </p:cNvSpPr>
          <p:nvPr/>
        </p:nvSpPr>
        <p:spPr bwMode="auto">
          <a:xfrm>
            <a:off x="8499475" y="2997200"/>
            <a:ext cx="1588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D20D159B-D8FE-49C8-A0F6-5F7112C7B259}"/>
              </a:ext>
            </a:extLst>
          </p:cNvPr>
          <p:cNvSpPr>
            <a:spLocks/>
          </p:cNvSpPr>
          <p:nvPr/>
        </p:nvSpPr>
        <p:spPr bwMode="auto">
          <a:xfrm>
            <a:off x="8796338" y="2997200"/>
            <a:ext cx="1587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8AF68999-8C84-413C-865E-7BD6578A416B}"/>
              </a:ext>
            </a:extLst>
          </p:cNvPr>
          <p:cNvSpPr>
            <a:spLocks/>
          </p:cNvSpPr>
          <p:nvPr/>
        </p:nvSpPr>
        <p:spPr bwMode="auto">
          <a:xfrm>
            <a:off x="8894763" y="2997200"/>
            <a:ext cx="1587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B3CF7F86-19E7-4160-84E3-D3F5DF35120C}"/>
              </a:ext>
            </a:extLst>
          </p:cNvPr>
          <p:cNvSpPr>
            <a:spLocks/>
          </p:cNvSpPr>
          <p:nvPr/>
        </p:nvSpPr>
        <p:spPr bwMode="auto">
          <a:xfrm>
            <a:off x="9193213" y="2997200"/>
            <a:ext cx="1587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AFF2B71C-0946-4398-B3A9-CF56C7C5A0DF}"/>
              </a:ext>
            </a:extLst>
          </p:cNvPr>
          <p:cNvSpPr>
            <a:spLocks/>
          </p:cNvSpPr>
          <p:nvPr/>
        </p:nvSpPr>
        <p:spPr bwMode="auto">
          <a:xfrm>
            <a:off x="6715125" y="2105025"/>
            <a:ext cx="893763" cy="398463"/>
          </a:xfrm>
          <a:custGeom>
            <a:avLst/>
            <a:gdLst>
              <a:gd name="T0" fmla="*/ 0 w 563"/>
              <a:gd name="T1" fmla="*/ 250 h 251"/>
              <a:gd name="T2" fmla="*/ 0 w 563"/>
              <a:gd name="T3" fmla="*/ 0 h 251"/>
              <a:gd name="T4" fmla="*/ 562 w 563"/>
              <a:gd name="T5" fmla="*/ 0 h 251"/>
              <a:gd name="T6" fmla="*/ 562 w 563"/>
              <a:gd name="T7" fmla="*/ 250 h 251"/>
              <a:gd name="T8" fmla="*/ 0 w 563"/>
              <a:gd name="T9" fmla="*/ 250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3"/>
              <a:gd name="T16" fmla="*/ 0 h 251"/>
              <a:gd name="T17" fmla="*/ 563 w 563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C8F4A7F3-9ABD-426F-8C12-582F6CB0E1FF}"/>
              </a:ext>
            </a:extLst>
          </p:cNvPr>
          <p:cNvSpPr>
            <a:spLocks/>
          </p:cNvSpPr>
          <p:nvPr/>
        </p:nvSpPr>
        <p:spPr bwMode="auto">
          <a:xfrm>
            <a:off x="6815138" y="2105025"/>
            <a:ext cx="1587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9C7C8C2B-E647-48E1-BA51-79EA9EF91715}"/>
              </a:ext>
            </a:extLst>
          </p:cNvPr>
          <p:cNvSpPr>
            <a:spLocks/>
          </p:cNvSpPr>
          <p:nvPr/>
        </p:nvSpPr>
        <p:spPr bwMode="auto">
          <a:xfrm>
            <a:off x="7112000" y="2105025"/>
            <a:ext cx="1588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9B7BFBEA-AE54-4CB0-9F4C-7B766904F7AE}"/>
              </a:ext>
            </a:extLst>
          </p:cNvPr>
          <p:cNvSpPr>
            <a:spLocks/>
          </p:cNvSpPr>
          <p:nvPr/>
        </p:nvSpPr>
        <p:spPr bwMode="auto">
          <a:xfrm>
            <a:off x="7212013" y="2105025"/>
            <a:ext cx="1587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E7B53BC2-C6A2-49BE-A0BD-1D59B2A6811D}"/>
              </a:ext>
            </a:extLst>
          </p:cNvPr>
          <p:cNvSpPr>
            <a:spLocks/>
          </p:cNvSpPr>
          <p:nvPr/>
        </p:nvSpPr>
        <p:spPr bwMode="auto">
          <a:xfrm>
            <a:off x="7508875" y="2105025"/>
            <a:ext cx="1588" cy="398463"/>
          </a:xfrm>
          <a:custGeom>
            <a:avLst/>
            <a:gdLst>
              <a:gd name="T0" fmla="*/ 0 w 1"/>
              <a:gd name="T1" fmla="*/ 0 h 251"/>
              <a:gd name="T2" fmla="*/ 0 w 1"/>
              <a:gd name="T3" fmla="*/ 250 h 251"/>
              <a:gd name="T4" fmla="*/ 0 w 1"/>
              <a:gd name="T5" fmla="*/ 0 h 251"/>
              <a:gd name="T6" fmla="*/ 0 60000 65536"/>
              <a:gd name="T7" fmla="*/ 0 60000 65536"/>
              <a:gd name="T8" fmla="*/ 0 60000 65536"/>
              <a:gd name="T9" fmla="*/ 0 w 1"/>
              <a:gd name="T10" fmla="*/ 0 h 251"/>
              <a:gd name="T11" fmla="*/ 1 w 1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1">
                <a:moveTo>
                  <a:pt x="0" y="0"/>
                </a:moveTo>
                <a:lnTo>
                  <a:pt x="0" y="25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7640C00A-57BF-4659-8496-7FD0F4EF21A0}"/>
              </a:ext>
            </a:extLst>
          </p:cNvPr>
          <p:cNvSpPr>
            <a:spLocks/>
          </p:cNvSpPr>
          <p:nvPr/>
        </p:nvSpPr>
        <p:spPr bwMode="auto">
          <a:xfrm>
            <a:off x="6021388" y="2414588"/>
            <a:ext cx="733425" cy="534987"/>
          </a:xfrm>
          <a:custGeom>
            <a:avLst/>
            <a:gdLst>
              <a:gd name="T0" fmla="*/ 461 w 462"/>
              <a:gd name="T1" fmla="*/ 0 h 337"/>
              <a:gd name="T2" fmla="*/ 0 w 462"/>
              <a:gd name="T3" fmla="*/ 336 h 337"/>
              <a:gd name="T4" fmla="*/ 461 w 462"/>
              <a:gd name="T5" fmla="*/ 0 h 337"/>
              <a:gd name="T6" fmla="*/ 0 60000 65536"/>
              <a:gd name="T7" fmla="*/ 0 60000 65536"/>
              <a:gd name="T8" fmla="*/ 0 60000 65536"/>
              <a:gd name="T9" fmla="*/ 0 w 462"/>
              <a:gd name="T10" fmla="*/ 0 h 337"/>
              <a:gd name="T11" fmla="*/ 462 w 462"/>
              <a:gd name="T12" fmla="*/ 337 h 33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62" h="337">
                <a:moveTo>
                  <a:pt x="461" y="0"/>
                </a:moveTo>
                <a:lnTo>
                  <a:pt x="0" y="336"/>
                </a:lnTo>
                <a:lnTo>
                  <a:pt x="461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A1D462C3-0F25-4679-9259-B246BB81CC5B}"/>
              </a:ext>
            </a:extLst>
          </p:cNvPr>
          <p:cNvSpPr>
            <a:spLocks/>
          </p:cNvSpPr>
          <p:nvPr/>
        </p:nvSpPr>
        <p:spPr bwMode="auto">
          <a:xfrm>
            <a:off x="6021388" y="2851150"/>
            <a:ext cx="120650" cy="98425"/>
          </a:xfrm>
          <a:custGeom>
            <a:avLst/>
            <a:gdLst>
              <a:gd name="T0" fmla="*/ 75 w 76"/>
              <a:gd name="T1" fmla="*/ 31 h 62"/>
              <a:gd name="T2" fmla="*/ 0 w 76"/>
              <a:gd name="T3" fmla="*/ 61 h 62"/>
              <a:gd name="T4" fmla="*/ 52 w 76"/>
              <a:gd name="T5" fmla="*/ 0 h 62"/>
              <a:gd name="T6" fmla="*/ 75 w 76"/>
              <a:gd name="T7" fmla="*/ 31 h 62"/>
              <a:gd name="T8" fmla="*/ 0 60000 65536"/>
              <a:gd name="T9" fmla="*/ 0 60000 65536"/>
              <a:gd name="T10" fmla="*/ 0 60000 65536"/>
              <a:gd name="T11" fmla="*/ 0 60000 65536"/>
              <a:gd name="T12" fmla="*/ 0 w 76"/>
              <a:gd name="T13" fmla="*/ 0 h 62"/>
              <a:gd name="T14" fmla="*/ 76 w 76"/>
              <a:gd name="T15" fmla="*/ 62 h 6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" h="62">
                <a:moveTo>
                  <a:pt x="75" y="31"/>
                </a:moveTo>
                <a:lnTo>
                  <a:pt x="0" y="61"/>
                </a:lnTo>
                <a:lnTo>
                  <a:pt x="52" y="0"/>
                </a:lnTo>
                <a:lnTo>
                  <a:pt x="75" y="31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F846E03B-4EA5-4FBA-8183-19043EA3A298}"/>
              </a:ext>
            </a:extLst>
          </p:cNvPr>
          <p:cNvSpPr>
            <a:spLocks/>
          </p:cNvSpPr>
          <p:nvPr/>
        </p:nvSpPr>
        <p:spPr bwMode="auto">
          <a:xfrm>
            <a:off x="7150100" y="2389188"/>
            <a:ext cx="1238250" cy="571500"/>
          </a:xfrm>
          <a:custGeom>
            <a:avLst/>
            <a:gdLst>
              <a:gd name="T0" fmla="*/ 0 w 780"/>
              <a:gd name="T1" fmla="*/ 0 h 360"/>
              <a:gd name="T2" fmla="*/ 779 w 780"/>
              <a:gd name="T3" fmla="*/ 359 h 360"/>
              <a:gd name="T4" fmla="*/ 0 w 780"/>
              <a:gd name="T5" fmla="*/ 0 h 360"/>
              <a:gd name="T6" fmla="*/ 0 60000 65536"/>
              <a:gd name="T7" fmla="*/ 0 60000 65536"/>
              <a:gd name="T8" fmla="*/ 0 60000 65536"/>
              <a:gd name="T9" fmla="*/ 0 w 780"/>
              <a:gd name="T10" fmla="*/ 0 h 360"/>
              <a:gd name="T11" fmla="*/ 780 w 780"/>
              <a:gd name="T12" fmla="*/ 360 h 3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80" h="360">
                <a:moveTo>
                  <a:pt x="0" y="0"/>
                </a:moveTo>
                <a:lnTo>
                  <a:pt x="779" y="359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98C59DBB-6316-4AA7-81C0-FE025362ED5A}"/>
              </a:ext>
            </a:extLst>
          </p:cNvPr>
          <p:cNvSpPr>
            <a:spLocks/>
          </p:cNvSpPr>
          <p:nvPr/>
        </p:nvSpPr>
        <p:spPr bwMode="auto">
          <a:xfrm>
            <a:off x="8261350" y="2881313"/>
            <a:ext cx="127000" cy="79375"/>
          </a:xfrm>
          <a:custGeom>
            <a:avLst/>
            <a:gdLst>
              <a:gd name="T0" fmla="*/ 17 w 80"/>
              <a:gd name="T1" fmla="*/ 0 h 50"/>
              <a:gd name="T2" fmla="*/ 79 w 80"/>
              <a:gd name="T3" fmla="*/ 49 h 50"/>
              <a:gd name="T4" fmla="*/ 0 w 80"/>
              <a:gd name="T5" fmla="*/ 35 h 50"/>
              <a:gd name="T6" fmla="*/ 17 w 80"/>
              <a:gd name="T7" fmla="*/ 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80"/>
              <a:gd name="T13" fmla="*/ 0 h 50"/>
              <a:gd name="T14" fmla="*/ 80 w 80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0" h="50">
                <a:moveTo>
                  <a:pt x="17" y="0"/>
                </a:moveTo>
                <a:lnTo>
                  <a:pt x="79" y="49"/>
                </a:lnTo>
                <a:lnTo>
                  <a:pt x="0" y="35"/>
                </a:lnTo>
                <a:lnTo>
                  <a:pt x="17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2027C012-5353-4CF3-9394-54F384959335}"/>
              </a:ext>
            </a:extLst>
          </p:cNvPr>
          <p:cNvSpPr>
            <a:spLocks/>
          </p:cNvSpPr>
          <p:nvPr/>
        </p:nvSpPr>
        <p:spPr bwMode="auto">
          <a:xfrm>
            <a:off x="4833938" y="3332163"/>
            <a:ext cx="347662" cy="620712"/>
          </a:xfrm>
          <a:custGeom>
            <a:avLst/>
            <a:gdLst>
              <a:gd name="T0" fmla="*/ 218 w 219"/>
              <a:gd name="T1" fmla="*/ 0 h 391"/>
              <a:gd name="T2" fmla="*/ 0 w 219"/>
              <a:gd name="T3" fmla="*/ 390 h 391"/>
              <a:gd name="T4" fmla="*/ 218 w 219"/>
              <a:gd name="T5" fmla="*/ 0 h 391"/>
              <a:gd name="T6" fmla="*/ 0 60000 65536"/>
              <a:gd name="T7" fmla="*/ 0 60000 65536"/>
              <a:gd name="T8" fmla="*/ 0 60000 65536"/>
              <a:gd name="T9" fmla="*/ 0 w 219"/>
              <a:gd name="T10" fmla="*/ 0 h 391"/>
              <a:gd name="T11" fmla="*/ 219 w 219"/>
              <a:gd name="T12" fmla="*/ 391 h 3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" h="391">
                <a:moveTo>
                  <a:pt x="218" y="0"/>
                </a:moveTo>
                <a:lnTo>
                  <a:pt x="0" y="390"/>
                </a:lnTo>
                <a:lnTo>
                  <a:pt x="218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DD17DAEE-DA0B-4BF3-B756-1AA29DC6AA58}"/>
              </a:ext>
            </a:extLst>
          </p:cNvPr>
          <p:cNvSpPr>
            <a:spLocks/>
          </p:cNvSpPr>
          <p:nvPr/>
        </p:nvSpPr>
        <p:spPr bwMode="auto">
          <a:xfrm>
            <a:off x="4833938" y="3827463"/>
            <a:ext cx="88900" cy="125412"/>
          </a:xfrm>
          <a:custGeom>
            <a:avLst/>
            <a:gdLst>
              <a:gd name="T0" fmla="*/ 55 w 56"/>
              <a:gd name="T1" fmla="*/ 19 h 79"/>
              <a:gd name="T2" fmla="*/ 0 w 56"/>
              <a:gd name="T3" fmla="*/ 78 h 79"/>
              <a:gd name="T4" fmla="*/ 21 w 56"/>
              <a:gd name="T5" fmla="*/ 0 h 79"/>
              <a:gd name="T6" fmla="*/ 55 w 56"/>
              <a:gd name="T7" fmla="*/ 19 h 79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79"/>
              <a:gd name="T14" fmla="*/ 56 w 56"/>
              <a:gd name="T15" fmla="*/ 79 h 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79">
                <a:moveTo>
                  <a:pt x="55" y="19"/>
                </a:moveTo>
                <a:lnTo>
                  <a:pt x="0" y="78"/>
                </a:lnTo>
                <a:lnTo>
                  <a:pt x="21" y="0"/>
                </a:lnTo>
                <a:lnTo>
                  <a:pt x="55" y="19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01F79CE2-C1DD-4986-98DA-7B66D912C391}"/>
              </a:ext>
            </a:extLst>
          </p:cNvPr>
          <p:cNvSpPr>
            <a:spLocks/>
          </p:cNvSpPr>
          <p:nvPr/>
        </p:nvSpPr>
        <p:spPr bwMode="auto">
          <a:xfrm>
            <a:off x="5576888" y="3306763"/>
            <a:ext cx="1587" cy="646112"/>
          </a:xfrm>
          <a:custGeom>
            <a:avLst/>
            <a:gdLst>
              <a:gd name="T0" fmla="*/ 0 w 1"/>
              <a:gd name="T1" fmla="*/ 0 h 407"/>
              <a:gd name="T2" fmla="*/ 0 w 1"/>
              <a:gd name="T3" fmla="*/ 406 h 407"/>
              <a:gd name="T4" fmla="*/ 0 w 1"/>
              <a:gd name="T5" fmla="*/ 0 h 407"/>
              <a:gd name="T6" fmla="*/ 0 60000 65536"/>
              <a:gd name="T7" fmla="*/ 0 60000 65536"/>
              <a:gd name="T8" fmla="*/ 0 60000 65536"/>
              <a:gd name="T9" fmla="*/ 0 w 1"/>
              <a:gd name="T10" fmla="*/ 0 h 407"/>
              <a:gd name="T11" fmla="*/ 1 w 1"/>
              <a:gd name="T12" fmla="*/ 407 h 4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07">
                <a:moveTo>
                  <a:pt x="0" y="0"/>
                </a:moveTo>
                <a:lnTo>
                  <a:pt x="0" y="406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4" name="Freeform 33">
            <a:extLst>
              <a:ext uri="{FF2B5EF4-FFF2-40B4-BE49-F238E27FC236}">
                <a16:creationId xmlns:a16="http://schemas.microsoft.com/office/drawing/2014/main" id="{A233D2FC-F8C6-4A6B-B7A6-DFB34580D239}"/>
              </a:ext>
            </a:extLst>
          </p:cNvPr>
          <p:cNvSpPr>
            <a:spLocks/>
          </p:cNvSpPr>
          <p:nvPr/>
        </p:nvSpPr>
        <p:spPr bwMode="auto">
          <a:xfrm>
            <a:off x="5545138" y="3827463"/>
            <a:ext cx="65087" cy="125412"/>
          </a:xfrm>
          <a:custGeom>
            <a:avLst/>
            <a:gdLst>
              <a:gd name="T0" fmla="*/ 40 w 41"/>
              <a:gd name="T1" fmla="*/ 0 h 79"/>
              <a:gd name="T2" fmla="*/ 20 w 41"/>
              <a:gd name="T3" fmla="*/ 78 h 79"/>
              <a:gd name="T4" fmla="*/ 0 w 41"/>
              <a:gd name="T5" fmla="*/ 0 h 79"/>
              <a:gd name="T6" fmla="*/ 40 w 41"/>
              <a:gd name="T7" fmla="*/ 0 h 79"/>
              <a:gd name="T8" fmla="*/ 0 60000 65536"/>
              <a:gd name="T9" fmla="*/ 0 60000 65536"/>
              <a:gd name="T10" fmla="*/ 0 60000 65536"/>
              <a:gd name="T11" fmla="*/ 0 60000 65536"/>
              <a:gd name="T12" fmla="*/ 0 w 41"/>
              <a:gd name="T13" fmla="*/ 0 h 79"/>
              <a:gd name="T14" fmla="*/ 41 w 41"/>
              <a:gd name="T15" fmla="*/ 79 h 7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" h="79">
                <a:moveTo>
                  <a:pt x="40" y="0"/>
                </a:moveTo>
                <a:lnTo>
                  <a:pt x="20" y="78"/>
                </a:lnTo>
                <a:lnTo>
                  <a:pt x="0" y="0"/>
                </a:lnTo>
                <a:lnTo>
                  <a:pt x="40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5" name="Freeform 34">
            <a:extLst>
              <a:ext uri="{FF2B5EF4-FFF2-40B4-BE49-F238E27FC236}">
                <a16:creationId xmlns:a16="http://schemas.microsoft.com/office/drawing/2014/main" id="{FA7AAB74-4521-4054-B419-F562B433E96E}"/>
              </a:ext>
            </a:extLst>
          </p:cNvPr>
          <p:cNvSpPr>
            <a:spLocks/>
          </p:cNvSpPr>
          <p:nvPr/>
        </p:nvSpPr>
        <p:spPr bwMode="auto">
          <a:xfrm>
            <a:off x="5973763" y="3281363"/>
            <a:ext cx="273050" cy="660400"/>
          </a:xfrm>
          <a:custGeom>
            <a:avLst/>
            <a:gdLst>
              <a:gd name="T0" fmla="*/ 0 w 172"/>
              <a:gd name="T1" fmla="*/ 0 h 416"/>
              <a:gd name="T2" fmla="*/ 171 w 172"/>
              <a:gd name="T3" fmla="*/ 415 h 416"/>
              <a:gd name="T4" fmla="*/ 0 w 172"/>
              <a:gd name="T5" fmla="*/ 0 h 416"/>
              <a:gd name="T6" fmla="*/ 0 60000 65536"/>
              <a:gd name="T7" fmla="*/ 0 60000 65536"/>
              <a:gd name="T8" fmla="*/ 0 60000 65536"/>
              <a:gd name="T9" fmla="*/ 0 w 172"/>
              <a:gd name="T10" fmla="*/ 0 h 416"/>
              <a:gd name="T11" fmla="*/ 172 w 172"/>
              <a:gd name="T12" fmla="*/ 416 h 4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" h="416">
                <a:moveTo>
                  <a:pt x="0" y="0"/>
                </a:moveTo>
                <a:lnTo>
                  <a:pt x="171" y="415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BE6A498F-38E4-436E-BBB9-62AB4FB9FAE2}"/>
              </a:ext>
            </a:extLst>
          </p:cNvPr>
          <p:cNvSpPr>
            <a:spLocks/>
          </p:cNvSpPr>
          <p:nvPr/>
        </p:nvSpPr>
        <p:spPr bwMode="auto">
          <a:xfrm>
            <a:off x="6169025" y="3811588"/>
            <a:ext cx="77788" cy="130175"/>
          </a:xfrm>
          <a:custGeom>
            <a:avLst/>
            <a:gdLst>
              <a:gd name="T0" fmla="*/ 36 w 49"/>
              <a:gd name="T1" fmla="*/ 0 h 82"/>
              <a:gd name="T2" fmla="*/ 48 w 49"/>
              <a:gd name="T3" fmla="*/ 81 h 82"/>
              <a:gd name="T4" fmla="*/ 0 w 49"/>
              <a:gd name="T5" fmla="*/ 15 h 82"/>
              <a:gd name="T6" fmla="*/ 36 w 49"/>
              <a:gd name="T7" fmla="*/ 0 h 82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2"/>
              <a:gd name="T14" fmla="*/ 49 w 49"/>
              <a:gd name="T15" fmla="*/ 82 h 8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2">
                <a:moveTo>
                  <a:pt x="36" y="0"/>
                </a:moveTo>
                <a:lnTo>
                  <a:pt x="48" y="81"/>
                </a:lnTo>
                <a:lnTo>
                  <a:pt x="0" y="15"/>
                </a:lnTo>
                <a:lnTo>
                  <a:pt x="36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3B03AB85-00C6-41AE-AA70-912CFF59052E}"/>
              </a:ext>
            </a:extLst>
          </p:cNvPr>
          <p:cNvSpPr>
            <a:spLocks/>
          </p:cNvSpPr>
          <p:nvPr/>
        </p:nvSpPr>
        <p:spPr bwMode="auto">
          <a:xfrm>
            <a:off x="8128000" y="3295650"/>
            <a:ext cx="323850" cy="633413"/>
          </a:xfrm>
          <a:custGeom>
            <a:avLst/>
            <a:gdLst>
              <a:gd name="T0" fmla="*/ 203 w 204"/>
              <a:gd name="T1" fmla="*/ 0 h 399"/>
              <a:gd name="T2" fmla="*/ 0 w 204"/>
              <a:gd name="T3" fmla="*/ 398 h 399"/>
              <a:gd name="T4" fmla="*/ 203 w 204"/>
              <a:gd name="T5" fmla="*/ 0 h 399"/>
              <a:gd name="T6" fmla="*/ 0 60000 65536"/>
              <a:gd name="T7" fmla="*/ 0 60000 65536"/>
              <a:gd name="T8" fmla="*/ 0 60000 65536"/>
              <a:gd name="T9" fmla="*/ 0 w 204"/>
              <a:gd name="T10" fmla="*/ 0 h 399"/>
              <a:gd name="T11" fmla="*/ 204 w 204"/>
              <a:gd name="T12" fmla="*/ 399 h 3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" h="399">
                <a:moveTo>
                  <a:pt x="203" y="0"/>
                </a:moveTo>
                <a:lnTo>
                  <a:pt x="0" y="398"/>
                </a:lnTo>
                <a:lnTo>
                  <a:pt x="203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E9FEC902-18A5-484E-8847-99722D610F53}"/>
              </a:ext>
            </a:extLst>
          </p:cNvPr>
          <p:cNvSpPr>
            <a:spLocks/>
          </p:cNvSpPr>
          <p:nvPr/>
        </p:nvSpPr>
        <p:spPr bwMode="auto">
          <a:xfrm>
            <a:off x="8128000" y="3802063"/>
            <a:ext cx="84138" cy="127000"/>
          </a:xfrm>
          <a:custGeom>
            <a:avLst/>
            <a:gdLst>
              <a:gd name="T0" fmla="*/ 52 w 53"/>
              <a:gd name="T1" fmla="*/ 17 h 80"/>
              <a:gd name="T2" fmla="*/ 0 w 53"/>
              <a:gd name="T3" fmla="*/ 79 h 80"/>
              <a:gd name="T4" fmla="*/ 18 w 53"/>
              <a:gd name="T5" fmla="*/ 0 h 80"/>
              <a:gd name="T6" fmla="*/ 52 w 53"/>
              <a:gd name="T7" fmla="*/ 17 h 80"/>
              <a:gd name="T8" fmla="*/ 0 60000 65536"/>
              <a:gd name="T9" fmla="*/ 0 60000 65536"/>
              <a:gd name="T10" fmla="*/ 0 60000 65536"/>
              <a:gd name="T11" fmla="*/ 0 60000 65536"/>
              <a:gd name="T12" fmla="*/ 0 w 53"/>
              <a:gd name="T13" fmla="*/ 0 h 80"/>
              <a:gd name="T14" fmla="*/ 53 w 53"/>
              <a:gd name="T15" fmla="*/ 80 h 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3" h="80">
                <a:moveTo>
                  <a:pt x="52" y="17"/>
                </a:moveTo>
                <a:lnTo>
                  <a:pt x="0" y="79"/>
                </a:lnTo>
                <a:lnTo>
                  <a:pt x="18" y="0"/>
                </a:lnTo>
                <a:lnTo>
                  <a:pt x="52" y="17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61309260-AF8B-4DDA-B299-221A9B95C4ED}"/>
              </a:ext>
            </a:extLst>
          </p:cNvPr>
          <p:cNvSpPr>
            <a:spLocks/>
          </p:cNvSpPr>
          <p:nvPr/>
        </p:nvSpPr>
        <p:spPr bwMode="auto">
          <a:xfrm>
            <a:off x="8845550" y="3306763"/>
            <a:ext cx="1588" cy="609600"/>
          </a:xfrm>
          <a:custGeom>
            <a:avLst/>
            <a:gdLst>
              <a:gd name="T0" fmla="*/ 0 w 1"/>
              <a:gd name="T1" fmla="*/ 0 h 384"/>
              <a:gd name="T2" fmla="*/ 0 w 1"/>
              <a:gd name="T3" fmla="*/ 383 h 384"/>
              <a:gd name="T4" fmla="*/ 0 w 1"/>
              <a:gd name="T5" fmla="*/ 0 h 384"/>
              <a:gd name="T6" fmla="*/ 0 60000 65536"/>
              <a:gd name="T7" fmla="*/ 0 60000 65536"/>
              <a:gd name="T8" fmla="*/ 0 60000 65536"/>
              <a:gd name="T9" fmla="*/ 0 w 1"/>
              <a:gd name="T10" fmla="*/ 0 h 384"/>
              <a:gd name="T11" fmla="*/ 1 w 1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84">
                <a:moveTo>
                  <a:pt x="0" y="0"/>
                </a:moveTo>
                <a:lnTo>
                  <a:pt x="0" y="383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65240DB3-8C51-4441-8BAF-4F9BA416BC6A}"/>
              </a:ext>
            </a:extLst>
          </p:cNvPr>
          <p:cNvSpPr>
            <a:spLocks/>
          </p:cNvSpPr>
          <p:nvPr/>
        </p:nvSpPr>
        <p:spPr bwMode="auto">
          <a:xfrm>
            <a:off x="8813800" y="3789363"/>
            <a:ext cx="63500" cy="127000"/>
          </a:xfrm>
          <a:custGeom>
            <a:avLst/>
            <a:gdLst>
              <a:gd name="T0" fmla="*/ 39 w 40"/>
              <a:gd name="T1" fmla="*/ 0 h 80"/>
              <a:gd name="T2" fmla="*/ 20 w 40"/>
              <a:gd name="T3" fmla="*/ 79 h 80"/>
              <a:gd name="T4" fmla="*/ 0 w 40"/>
              <a:gd name="T5" fmla="*/ 0 h 80"/>
              <a:gd name="T6" fmla="*/ 39 w 40"/>
              <a:gd name="T7" fmla="*/ 0 h 80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80"/>
              <a:gd name="T14" fmla="*/ 40 w 40"/>
              <a:gd name="T15" fmla="*/ 80 h 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80">
                <a:moveTo>
                  <a:pt x="39" y="0"/>
                </a:moveTo>
                <a:lnTo>
                  <a:pt x="20" y="79"/>
                </a:lnTo>
                <a:lnTo>
                  <a:pt x="0" y="0"/>
                </a:lnTo>
                <a:lnTo>
                  <a:pt x="39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43EEDA1B-2969-4908-A427-612600603755}"/>
              </a:ext>
            </a:extLst>
          </p:cNvPr>
          <p:cNvSpPr>
            <a:spLocks/>
          </p:cNvSpPr>
          <p:nvPr/>
        </p:nvSpPr>
        <p:spPr bwMode="auto">
          <a:xfrm>
            <a:off x="9242425" y="3319463"/>
            <a:ext cx="322263" cy="609600"/>
          </a:xfrm>
          <a:custGeom>
            <a:avLst/>
            <a:gdLst>
              <a:gd name="T0" fmla="*/ 0 w 203"/>
              <a:gd name="T1" fmla="*/ 0 h 384"/>
              <a:gd name="T2" fmla="*/ 202 w 203"/>
              <a:gd name="T3" fmla="*/ 383 h 384"/>
              <a:gd name="T4" fmla="*/ 0 w 203"/>
              <a:gd name="T5" fmla="*/ 0 h 384"/>
              <a:gd name="T6" fmla="*/ 0 60000 65536"/>
              <a:gd name="T7" fmla="*/ 0 60000 65536"/>
              <a:gd name="T8" fmla="*/ 0 60000 65536"/>
              <a:gd name="T9" fmla="*/ 0 w 203"/>
              <a:gd name="T10" fmla="*/ 0 h 384"/>
              <a:gd name="T11" fmla="*/ 203 w 203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" h="384">
                <a:moveTo>
                  <a:pt x="0" y="0"/>
                </a:moveTo>
                <a:lnTo>
                  <a:pt x="202" y="383"/>
                </a:lnTo>
                <a:lnTo>
                  <a:pt x="0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4AE70372-536E-4BD4-B99C-26AB8DC339D5}"/>
              </a:ext>
            </a:extLst>
          </p:cNvPr>
          <p:cNvSpPr>
            <a:spLocks/>
          </p:cNvSpPr>
          <p:nvPr/>
        </p:nvSpPr>
        <p:spPr bwMode="auto">
          <a:xfrm>
            <a:off x="9478963" y="3802063"/>
            <a:ext cx="85725" cy="127000"/>
          </a:xfrm>
          <a:custGeom>
            <a:avLst/>
            <a:gdLst>
              <a:gd name="T0" fmla="*/ 34 w 54"/>
              <a:gd name="T1" fmla="*/ 0 h 80"/>
              <a:gd name="T2" fmla="*/ 53 w 54"/>
              <a:gd name="T3" fmla="*/ 79 h 80"/>
              <a:gd name="T4" fmla="*/ 0 w 54"/>
              <a:gd name="T5" fmla="*/ 18 h 80"/>
              <a:gd name="T6" fmla="*/ 34 w 54"/>
              <a:gd name="T7" fmla="*/ 0 h 80"/>
              <a:gd name="T8" fmla="*/ 0 60000 65536"/>
              <a:gd name="T9" fmla="*/ 0 60000 65536"/>
              <a:gd name="T10" fmla="*/ 0 60000 65536"/>
              <a:gd name="T11" fmla="*/ 0 60000 65536"/>
              <a:gd name="T12" fmla="*/ 0 w 54"/>
              <a:gd name="T13" fmla="*/ 0 h 80"/>
              <a:gd name="T14" fmla="*/ 54 w 54"/>
              <a:gd name="T15" fmla="*/ 80 h 8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4" h="80">
                <a:moveTo>
                  <a:pt x="34" y="0"/>
                </a:moveTo>
                <a:lnTo>
                  <a:pt x="53" y="79"/>
                </a:lnTo>
                <a:lnTo>
                  <a:pt x="0" y="18"/>
                </a:lnTo>
                <a:lnTo>
                  <a:pt x="34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78A96C82-E2A3-4FA3-8320-495B88128A78}"/>
              </a:ext>
            </a:extLst>
          </p:cNvPr>
          <p:cNvSpPr>
            <a:spLocks/>
          </p:cNvSpPr>
          <p:nvPr/>
        </p:nvSpPr>
        <p:spPr bwMode="auto">
          <a:xfrm>
            <a:off x="4486275" y="4000500"/>
            <a:ext cx="1588" cy="360363"/>
          </a:xfrm>
          <a:custGeom>
            <a:avLst/>
            <a:gdLst>
              <a:gd name="T0" fmla="*/ 0 w 1"/>
              <a:gd name="T1" fmla="*/ 0 h 227"/>
              <a:gd name="T2" fmla="*/ 0 w 1"/>
              <a:gd name="T3" fmla="*/ 226 h 227"/>
              <a:gd name="T4" fmla="*/ 0 w 1"/>
              <a:gd name="T5" fmla="*/ 0 h 227"/>
              <a:gd name="T6" fmla="*/ 0 60000 65536"/>
              <a:gd name="T7" fmla="*/ 0 60000 65536"/>
              <a:gd name="T8" fmla="*/ 0 60000 65536"/>
              <a:gd name="T9" fmla="*/ 0 w 1"/>
              <a:gd name="T10" fmla="*/ 0 h 227"/>
              <a:gd name="T11" fmla="*/ 1 w 1"/>
              <a:gd name="T12" fmla="*/ 227 h 2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27">
                <a:moveTo>
                  <a:pt x="0" y="0"/>
                </a:moveTo>
                <a:lnTo>
                  <a:pt x="0" y="22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286F678D-212F-43CF-AB38-DC15687E71FD}"/>
              </a:ext>
            </a:extLst>
          </p:cNvPr>
          <p:cNvSpPr>
            <a:spLocks/>
          </p:cNvSpPr>
          <p:nvPr/>
        </p:nvSpPr>
        <p:spPr bwMode="auto">
          <a:xfrm>
            <a:off x="5589588" y="3987800"/>
            <a:ext cx="1587" cy="373063"/>
          </a:xfrm>
          <a:custGeom>
            <a:avLst/>
            <a:gdLst>
              <a:gd name="T0" fmla="*/ 0 w 1"/>
              <a:gd name="T1" fmla="*/ 0 h 235"/>
              <a:gd name="T2" fmla="*/ 0 w 1"/>
              <a:gd name="T3" fmla="*/ 234 h 235"/>
              <a:gd name="T4" fmla="*/ 0 w 1"/>
              <a:gd name="T5" fmla="*/ 0 h 235"/>
              <a:gd name="T6" fmla="*/ 0 60000 65536"/>
              <a:gd name="T7" fmla="*/ 0 60000 65536"/>
              <a:gd name="T8" fmla="*/ 0 60000 65536"/>
              <a:gd name="T9" fmla="*/ 0 w 1"/>
              <a:gd name="T10" fmla="*/ 0 h 235"/>
              <a:gd name="T11" fmla="*/ 1 w 1"/>
              <a:gd name="T12" fmla="*/ 235 h 2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5">
                <a:moveTo>
                  <a:pt x="0" y="0"/>
                </a:moveTo>
                <a:lnTo>
                  <a:pt x="0" y="23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2EA26503-53BD-46E0-B630-2BE8C1AB082B}"/>
              </a:ext>
            </a:extLst>
          </p:cNvPr>
          <p:cNvSpPr>
            <a:spLocks/>
          </p:cNvSpPr>
          <p:nvPr/>
        </p:nvSpPr>
        <p:spPr bwMode="auto">
          <a:xfrm>
            <a:off x="6665913" y="3987800"/>
            <a:ext cx="1587" cy="385763"/>
          </a:xfrm>
          <a:custGeom>
            <a:avLst/>
            <a:gdLst>
              <a:gd name="T0" fmla="*/ 0 w 1"/>
              <a:gd name="T1" fmla="*/ 0 h 243"/>
              <a:gd name="T2" fmla="*/ 0 w 1"/>
              <a:gd name="T3" fmla="*/ 242 h 243"/>
              <a:gd name="T4" fmla="*/ 0 w 1"/>
              <a:gd name="T5" fmla="*/ 0 h 243"/>
              <a:gd name="T6" fmla="*/ 0 60000 65536"/>
              <a:gd name="T7" fmla="*/ 0 60000 65536"/>
              <a:gd name="T8" fmla="*/ 0 60000 65536"/>
              <a:gd name="T9" fmla="*/ 0 w 1"/>
              <a:gd name="T10" fmla="*/ 0 h 243"/>
              <a:gd name="T11" fmla="*/ 1 w 1"/>
              <a:gd name="T12" fmla="*/ 243 h 2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43">
                <a:moveTo>
                  <a:pt x="0" y="0"/>
                </a:moveTo>
                <a:lnTo>
                  <a:pt x="0" y="24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D7EDF3E7-AA3A-4F25-92FA-D23B7EB2BC71}"/>
              </a:ext>
            </a:extLst>
          </p:cNvPr>
          <p:cNvSpPr>
            <a:spLocks/>
          </p:cNvSpPr>
          <p:nvPr/>
        </p:nvSpPr>
        <p:spPr bwMode="auto">
          <a:xfrm>
            <a:off x="7742238" y="4000500"/>
            <a:ext cx="1587" cy="349250"/>
          </a:xfrm>
          <a:custGeom>
            <a:avLst/>
            <a:gdLst>
              <a:gd name="T0" fmla="*/ 0 w 1"/>
              <a:gd name="T1" fmla="*/ 0 h 220"/>
              <a:gd name="T2" fmla="*/ 0 w 1"/>
              <a:gd name="T3" fmla="*/ 219 h 220"/>
              <a:gd name="T4" fmla="*/ 0 w 1"/>
              <a:gd name="T5" fmla="*/ 0 h 220"/>
              <a:gd name="T6" fmla="*/ 0 60000 65536"/>
              <a:gd name="T7" fmla="*/ 0 60000 65536"/>
              <a:gd name="T8" fmla="*/ 0 60000 65536"/>
              <a:gd name="T9" fmla="*/ 0 w 1"/>
              <a:gd name="T10" fmla="*/ 0 h 220"/>
              <a:gd name="T11" fmla="*/ 1 w 1"/>
              <a:gd name="T12" fmla="*/ 220 h 2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20">
                <a:moveTo>
                  <a:pt x="0" y="0"/>
                </a:moveTo>
                <a:lnTo>
                  <a:pt x="0" y="21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9AB1A54A-C2CE-47FE-BE80-04E77884F9B7}"/>
              </a:ext>
            </a:extLst>
          </p:cNvPr>
          <p:cNvSpPr>
            <a:spLocks/>
          </p:cNvSpPr>
          <p:nvPr/>
        </p:nvSpPr>
        <p:spPr bwMode="auto">
          <a:xfrm>
            <a:off x="8832850" y="4000500"/>
            <a:ext cx="1588" cy="373063"/>
          </a:xfrm>
          <a:custGeom>
            <a:avLst/>
            <a:gdLst>
              <a:gd name="T0" fmla="*/ 0 w 1"/>
              <a:gd name="T1" fmla="*/ 0 h 235"/>
              <a:gd name="T2" fmla="*/ 0 w 1"/>
              <a:gd name="T3" fmla="*/ 234 h 235"/>
              <a:gd name="T4" fmla="*/ 0 w 1"/>
              <a:gd name="T5" fmla="*/ 0 h 235"/>
              <a:gd name="T6" fmla="*/ 0 60000 65536"/>
              <a:gd name="T7" fmla="*/ 0 60000 65536"/>
              <a:gd name="T8" fmla="*/ 0 60000 65536"/>
              <a:gd name="T9" fmla="*/ 0 w 1"/>
              <a:gd name="T10" fmla="*/ 0 h 235"/>
              <a:gd name="T11" fmla="*/ 1 w 1"/>
              <a:gd name="T12" fmla="*/ 235 h 2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5">
                <a:moveTo>
                  <a:pt x="0" y="0"/>
                </a:moveTo>
                <a:lnTo>
                  <a:pt x="0" y="23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85A47E63-464F-4E54-9AD4-F54012356788}"/>
              </a:ext>
            </a:extLst>
          </p:cNvPr>
          <p:cNvSpPr>
            <a:spLocks/>
          </p:cNvSpPr>
          <p:nvPr/>
        </p:nvSpPr>
        <p:spPr bwMode="auto">
          <a:xfrm>
            <a:off x="9910763" y="4000500"/>
            <a:ext cx="1587" cy="373063"/>
          </a:xfrm>
          <a:custGeom>
            <a:avLst/>
            <a:gdLst>
              <a:gd name="T0" fmla="*/ 0 w 1"/>
              <a:gd name="T1" fmla="*/ 0 h 235"/>
              <a:gd name="T2" fmla="*/ 0 w 1"/>
              <a:gd name="T3" fmla="*/ 234 h 235"/>
              <a:gd name="T4" fmla="*/ 0 w 1"/>
              <a:gd name="T5" fmla="*/ 0 h 235"/>
              <a:gd name="T6" fmla="*/ 0 60000 65536"/>
              <a:gd name="T7" fmla="*/ 0 60000 65536"/>
              <a:gd name="T8" fmla="*/ 0 60000 65536"/>
              <a:gd name="T9" fmla="*/ 0 w 1"/>
              <a:gd name="T10" fmla="*/ 0 h 235"/>
              <a:gd name="T11" fmla="*/ 1 w 1"/>
              <a:gd name="T12" fmla="*/ 235 h 2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5">
                <a:moveTo>
                  <a:pt x="0" y="0"/>
                </a:moveTo>
                <a:lnTo>
                  <a:pt x="0" y="23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96A6DED4-08DE-4BDD-A4C6-DA85048F9EDA}"/>
              </a:ext>
            </a:extLst>
          </p:cNvPr>
          <p:cNvSpPr>
            <a:spLocks/>
          </p:cNvSpPr>
          <p:nvPr/>
        </p:nvSpPr>
        <p:spPr bwMode="auto">
          <a:xfrm>
            <a:off x="6330950" y="1981200"/>
            <a:ext cx="325438" cy="100013"/>
          </a:xfrm>
          <a:custGeom>
            <a:avLst/>
            <a:gdLst>
              <a:gd name="T0" fmla="*/ 0 w 205"/>
              <a:gd name="T1" fmla="*/ 0 h 63"/>
              <a:gd name="T2" fmla="*/ 204 w 205"/>
              <a:gd name="T3" fmla="*/ 62 h 63"/>
              <a:gd name="T4" fmla="*/ 0 w 205"/>
              <a:gd name="T5" fmla="*/ 0 h 63"/>
              <a:gd name="T6" fmla="*/ 0 60000 65536"/>
              <a:gd name="T7" fmla="*/ 0 60000 65536"/>
              <a:gd name="T8" fmla="*/ 0 60000 65536"/>
              <a:gd name="T9" fmla="*/ 0 w 205"/>
              <a:gd name="T10" fmla="*/ 0 h 63"/>
              <a:gd name="T11" fmla="*/ 205 w 205"/>
              <a:gd name="T12" fmla="*/ 63 h 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5" h="63">
                <a:moveTo>
                  <a:pt x="0" y="0"/>
                </a:moveTo>
                <a:lnTo>
                  <a:pt x="204" y="6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DC9B4E7C-D599-493E-981C-AA408365E164}"/>
              </a:ext>
            </a:extLst>
          </p:cNvPr>
          <p:cNvSpPr>
            <a:spLocks/>
          </p:cNvSpPr>
          <p:nvPr/>
        </p:nvSpPr>
        <p:spPr bwMode="auto">
          <a:xfrm>
            <a:off x="6526213" y="2014538"/>
            <a:ext cx="130175" cy="66675"/>
          </a:xfrm>
          <a:custGeom>
            <a:avLst/>
            <a:gdLst>
              <a:gd name="T0" fmla="*/ 12 w 82"/>
              <a:gd name="T1" fmla="*/ 0 h 42"/>
              <a:gd name="T2" fmla="*/ 81 w 82"/>
              <a:gd name="T3" fmla="*/ 41 h 42"/>
              <a:gd name="T4" fmla="*/ 0 w 82"/>
              <a:gd name="T5" fmla="*/ 37 h 42"/>
              <a:gd name="T6" fmla="*/ 12 w 82"/>
              <a:gd name="T7" fmla="*/ 0 h 42"/>
              <a:gd name="T8" fmla="*/ 0 60000 65536"/>
              <a:gd name="T9" fmla="*/ 0 60000 65536"/>
              <a:gd name="T10" fmla="*/ 0 60000 65536"/>
              <a:gd name="T11" fmla="*/ 0 60000 65536"/>
              <a:gd name="T12" fmla="*/ 0 w 82"/>
              <a:gd name="T13" fmla="*/ 0 h 42"/>
              <a:gd name="T14" fmla="*/ 82 w 82"/>
              <a:gd name="T15" fmla="*/ 42 h 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" h="42">
                <a:moveTo>
                  <a:pt x="12" y="0"/>
                </a:moveTo>
                <a:lnTo>
                  <a:pt x="81" y="41"/>
                </a:lnTo>
                <a:lnTo>
                  <a:pt x="0" y="37"/>
                </a:lnTo>
                <a:lnTo>
                  <a:pt x="12" y="0"/>
                </a:lnTo>
              </a:path>
            </a:pathLst>
          </a:custGeom>
          <a:solidFill>
            <a:schemeClr val="tx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70A0A90C-888C-4A49-824C-BDBF8BDFCC80}"/>
              </a:ext>
            </a:extLst>
          </p:cNvPr>
          <p:cNvSpPr>
            <a:spLocks/>
          </p:cNvSpPr>
          <p:nvPr/>
        </p:nvSpPr>
        <p:spPr bwMode="auto">
          <a:xfrm>
            <a:off x="5154613" y="4781550"/>
            <a:ext cx="893762" cy="398463"/>
          </a:xfrm>
          <a:custGeom>
            <a:avLst/>
            <a:gdLst>
              <a:gd name="T0" fmla="*/ 0 w 563"/>
              <a:gd name="T1" fmla="*/ 250 h 251"/>
              <a:gd name="T2" fmla="*/ 0 w 563"/>
              <a:gd name="T3" fmla="*/ 0 h 251"/>
              <a:gd name="T4" fmla="*/ 562 w 563"/>
              <a:gd name="T5" fmla="*/ 0 h 251"/>
              <a:gd name="T6" fmla="*/ 562 w 563"/>
              <a:gd name="T7" fmla="*/ 250 h 251"/>
              <a:gd name="T8" fmla="*/ 0 w 563"/>
              <a:gd name="T9" fmla="*/ 250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3"/>
              <a:gd name="T16" fmla="*/ 0 h 251"/>
              <a:gd name="T17" fmla="*/ 563 w 563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3" h="251">
                <a:moveTo>
                  <a:pt x="0" y="250"/>
                </a:moveTo>
                <a:lnTo>
                  <a:pt x="0" y="0"/>
                </a:lnTo>
                <a:lnTo>
                  <a:pt x="562" y="0"/>
                </a:lnTo>
                <a:lnTo>
                  <a:pt x="562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2629E01C-BBC2-411D-8C78-378781361234}"/>
              </a:ext>
            </a:extLst>
          </p:cNvPr>
          <p:cNvSpPr>
            <a:spLocks/>
          </p:cNvSpPr>
          <p:nvPr/>
        </p:nvSpPr>
        <p:spPr bwMode="auto">
          <a:xfrm>
            <a:off x="5602288" y="4792663"/>
            <a:ext cx="1587" cy="361950"/>
          </a:xfrm>
          <a:custGeom>
            <a:avLst/>
            <a:gdLst>
              <a:gd name="T0" fmla="*/ 0 w 1"/>
              <a:gd name="T1" fmla="*/ 0 h 228"/>
              <a:gd name="T2" fmla="*/ 0 w 1"/>
              <a:gd name="T3" fmla="*/ 227 h 228"/>
              <a:gd name="T4" fmla="*/ 0 w 1"/>
              <a:gd name="T5" fmla="*/ 0 h 228"/>
              <a:gd name="T6" fmla="*/ 0 60000 65536"/>
              <a:gd name="T7" fmla="*/ 0 60000 65536"/>
              <a:gd name="T8" fmla="*/ 0 60000 65536"/>
              <a:gd name="T9" fmla="*/ 0 w 1"/>
              <a:gd name="T10" fmla="*/ 0 h 228"/>
              <a:gd name="T11" fmla="*/ 1 w 1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28">
                <a:moveTo>
                  <a:pt x="0" y="0"/>
                </a:moveTo>
                <a:lnTo>
                  <a:pt x="0" y="22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4ABFEE1B-7A7D-46D0-9DF8-E3686E5A081A}"/>
              </a:ext>
            </a:extLst>
          </p:cNvPr>
          <p:cNvSpPr>
            <a:spLocks/>
          </p:cNvSpPr>
          <p:nvPr/>
        </p:nvSpPr>
        <p:spPr bwMode="auto">
          <a:xfrm>
            <a:off x="7335838" y="4768850"/>
            <a:ext cx="892175" cy="398463"/>
          </a:xfrm>
          <a:custGeom>
            <a:avLst/>
            <a:gdLst>
              <a:gd name="T0" fmla="*/ 0 w 562"/>
              <a:gd name="T1" fmla="*/ 250 h 251"/>
              <a:gd name="T2" fmla="*/ 0 w 562"/>
              <a:gd name="T3" fmla="*/ 0 h 251"/>
              <a:gd name="T4" fmla="*/ 561 w 562"/>
              <a:gd name="T5" fmla="*/ 0 h 251"/>
              <a:gd name="T6" fmla="*/ 561 w 562"/>
              <a:gd name="T7" fmla="*/ 250 h 251"/>
              <a:gd name="T8" fmla="*/ 0 w 562"/>
              <a:gd name="T9" fmla="*/ 250 h 2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2"/>
              <a:gd name="T16" fmla="*/ 0 h 251"/>
              <a:gd name="T17" fmla="*/ 562 w 562"/>
              <a:gd name="T18" fmla="*/ 251 h 2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2" h="251">
                <a:moveTo>
                  <a:pt x="0" y="250"/>
                </a:moveTo>
                <a:lnTo>
                  <a:pt x="0" y="0"/>
                </a:lnTo>
                <a:lnTo>
                  <a:pt x="561" y="0"/>
                </a:lnTo>
                <a:lnTo>
                  <a:pt x="561" y="250"/>
                </a:lnTo>
                <a:lnTo>
                  <a:pt x="0" y="2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A08F4A5B-EC5C-47C7-B4FD-6FB53D2EA5A9}"/>
              </a:ext>
            </a:extLst>
          </p:cNvPr>
          <p:cNvSpPr>
            <a:spLocks/>
          </p:cNvSpPr>
          <p:nvPr/>
        </p:nvSpPr>
        <p:spPr bwMode="auto">
          <a:xfrm>
            <a:off x="7754938" y="4781550"/>
            <a:ext cx="1587" cy="373063"/>
          </a:xfrm>
          <a:custGeom>
            <a:avLst/>
            <a:gdLst>
              <a:gd name="T0" fmla="*/ 0 w 1"/>
              <a:gd name="T1" fmla="*/ 0 h 235"/>
              <a:gd name="T2" fmla="*/ 0 w 1"/>
              <a:gd name="T3" fmla="*/ 234 h 235"/>
              <a:gd name="T4" fmla="*/ 0 w 1"/>
              <a:gd name="T5" fmla="*/ 0 h 235"/>
              <a:gd name="T6" fmla="*/ 0 60000 65536"/>
              <a:gd name="T7" fmla="*/ 0 60000 65536"/>
              <a:gd name="T8" fmla="*/ 0 60000 65536"/>
              <a:gd name="T9" fmla="*/ 0 w 1"/>
              <a:gd name="T10" fmla="*/ 0 h 235"/>
              <a:gd name="T11" fmla="*/ 1 w 1"/>
              <a:gd name="T12" fmla="*/ 235 h 23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5">
                <a:moveTo>
                  <a:pt x="0" y="0"/>
                </a:moveTo>
                <a:lnTo>
                  <a:pt x="0" y="23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8AB7C67C-48D3-4D25-86D3-EC83627C0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2413" y="4052888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10*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1CC3111A-21EA-48CD-8BEC-1699A5EEA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4052888"/>
            <a:ext cx="442913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15*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F8A3154-74C7-4E71-8589-6D63504F4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3025" y="4052888"/>
            <a:ext cx="442913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20*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E3F26A7-210D-4E97-A84E-C55C26138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638" y="4052888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27*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B80FA67-537A-4D0B-9960-68C468A8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4052888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33*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338BFFF-94B4-4C42-931D-771F2F5FE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3850" y="4052888"/>
            <a:ext cx="442913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37*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2290765-B85C-414D-924D-9CBA7DFBD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3775" y="4052888"/>
            <a:ext cx="442913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40*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8FB7C3E-2BFD-420D-AA1B-DCB917196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50" y="4040188"/>
            <a:ext cx="442913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46*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0356A87-9A1D-4685-BB46-40F8421413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8888" y="4040188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55*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8EBF781-41C2-4348-BF5C-6D4B342FA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8013" y="4040188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63*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E232BE8-593E-4AD5-B86F-E1BFBF937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350" y="3049588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20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A8ECED3-F2FE-4919-9FF2-32683DC71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638" y="3049588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33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FCDB461-837A-4541-B23E-A9004D8F2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83600" y="3049588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51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8D5926A-6D21-435D-987F-3AC91E081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6188" y="3049588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63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B6FA8289-8008-4D9E-908D-306F6391F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6563" y="2157413"/>
            <a:ext cx="361950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40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F62BC4A-20C2-48C5-92A0-B7232B2B5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6100" y="1673225"/>
            <a:ext cx="939800" cy="306388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ro-RO" altLang="en-US" sz="1400" b="1" dirty="0">
                <a:solidFill>
                  <a:schemeClr val="tx2"/>
                </a:solidFill>
                <a:latin typeface="+mn-lt"/>
              </a:rPr>
              <a:t>Rădăcină</a:t>
            </a:r>
            <a:endParaRPr lang="en-US" altLang="en-US" sz="14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D1B66903-6178-4F70-AE3E-CD21BB06E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9538" y="4845050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23*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0EDFAEC-19CC-4C1F-A453-932C72757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0288" y="4821238"/>
            <a:ext cx="442912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48*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759A894-CE2A-4FC1-B0D7-5C8F62F06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50" y="4808538"/>
            <a:ext cx="442913" cy="304800"/>
          </a:xfrm>
          <a:prstGeom prst="rect">
            <a:avLst/>
          </a:prstGeom>
          <a:noFill/>
          <a:ln>
            <a:noFill/>
          </a:ln>
        </p:spPr>
        <p:txBody>
          <a:bodyPr wrap="none" lIns="90488" tIns="44450" rIns="90488" bIns="4445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altLang="en-US" sz="1400" b="1">
                <a:solidFill>
                  <a:schemeClr val="tx2"/>
                </a:solidFill>
                <a:latin typeface="+mn-lt"/>
              </a:rPr>
              <a:t>41*</a:t>
            </a:r>
          </a:p>
        </p:txBody>
      </p:sp>
      <p:sp>
        <p:nvSpPr>
          <p:cNvPr id="74" name="Arc 73">
            <a:extLst>
              <a:ext uri="{FF2B5EF4-FFF2-40B4-BE49-F238E27FC236}">
                <a16:creationId xmlns:a16="http://schemas.microsoft.com/office/drawing/2014/main" id="{54009153-49C4-4D5B-A7E9-9CDA73370AA1}"/>
              </a:ext>
            </a:extLst>
          </p:cNvPr>
          <p:cNvSpPr>
            <a:spLocks/>
          </p:cNvSpPr>
          <p:nvPr/>
        </p:nvSpPr>
        <p:spPr bwMode="auto">
          <a:xfrm>
            <a:off x="5273675" y="4383088"/>
            <a:ext cx="76200" cy="381000"/>
          </a:xfrm>
          <a:custGeom>
            <a:avLst/>
            <a:gdLst>
              <a:gd name="T0" fmla="*/ 0 w 21600"/>
              <a:gd name="T1" fmla="*/ 0 h 21600"/>
              <a:gd name="T2" fmla="*/ 76200 w 21600"/>
              <a:gd name="T3" fmla="*/ 381000 h 21600"/>
              <a:gd name="T4" fmla="*/ 0 w 21600"/>
              <a:gd name="T5" fmla="*/ 3810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  <p:sp>
        <p:nvSpPr>
          <p:cNvPr id="75" name="Arc 74">
            <a:extLst>
              <a:ext uri="{FF2B5EF4-FFF2-40B4-BE49-F238E27FC236}">
                <a16:creationId xmlns:a16="http://schemas.microsoft.com/office/drawing/2014/main" id="{CAC902BE-8BCF-40D4-95BA-7C2467D2D804}"/>
              </a:ext>
            </a:extLst>
          </p:cNvPr>
          <p:cNvSpPr>
            <a:spLocks/>
          </p:cNvSpPr>
          <p:nvPr/>
        </p:nvSpPr>
        <p:spPr bwMode="auto">
          <a:xfrm>
            <a:off x="7483475" y="4383088"/>
            <a:ext cx="76200" cy="381000"/>
          </a:xfrm>
          <a:custGeom>
            <a:avLst/>
            <a:gdLst>
              <a:gd name="T0" fmla="*/ 0 w 21600"/>
              <a:gd name="T1" fmla="*/ 0 h 21600"/>
              <a:gd name="T2" fmla="*/ 76200 w 21600"/>
              <a:gd name="T3" fmla="*/ 381000 h 21600"/>
              <a:gd name="T4" fmla="*/ 0 w 21600"/>
              <a:gd name="T5" fmla="*/ 3810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none" w="sm" len="sm"/>
            <a:tailEnd type="stealth" w="med" len="med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Verdan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itchFamily="34" charset="0"/>
              </a:defRPr>
            </a:lvl9pPr>
          </a:lstStyle>
          <a:p>
            <a:pPr eaLnBrk="1" hangingPunct="1">
              <a:defRPr/>
            </a:pPr>
            <a:endParaRPr lang="en-US" altLang="en-US">
              <a:latin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B6D72E77-C6CE-4C25-862F-65BF9D266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9CDE8BD-7AA2-4B93-B490-CFE08008D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700" y="1384300"/>
            <a:ext cx="80010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8E30A7-B79D-438A-A4C5-DEE5FBA61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96888"/>
            <a:ext cx="10363200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ro-RO" altLang="en-US" kern="0" dirty="0"/>
              <a:t>A</a:t>
            </a:r>
            <a:r>
              <a:rPr lang="en-US" altLang="en-US" kern="0" dirty="0" err="1"/>
              <a:t>vantaje</a:t>
            </a:r>
            <a:r>
              <a:rPr lang="en-US" altLang="en-US" kern="0" dirty="0"/>
              <a:t> &amp; </a:t>
            </a:r>
            <a:r>
              <a:rPr lang="ro-RO" altLang="en-US" kern="0" dirty="0"/>
              <a:t>d</a:t>
            </a:r>
            <a:r>
              <a:rPr lang="en-US" altLang="en-US" kern="0" dirty="0" err="1"/>
              <a:t>ezavantaje</a:t>
            </a:r>
            <a:r>
              <a:rPr lang="en-US" altLang="en-US" kern="0" dirty="0"/>
              <a:t> ale ISAM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66952E0-1C6D-4E92-AC8F-CD3834ACF9FB}"/>
              </a:ext>
            </a:extLst>
          </p:cNvPr>
          <p:cNvSpPr txBox="1">
            <a:spLocks noChangeArrowheads="1"/>
          </p:cNvSpPr>
          <p:nvPr/>
        </p:nvSpPr>
        <p:spPr>
          <a:xfrm>
            <a:off x="2590800" y="1847850"/>
            <a:ext cx="8915400" cy="4953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Se </a:t>
            </a:r>
            <a:r>
              <a:rPr lang="en-US" altLang="en-US" sz="2800" kern="0" dirty="0" err="1"/>
              <a:t>dezechilibreaz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- </a:t>
            </a:r>
            <a:r>
              <a:rPr lang="ro-RO" altLang="en-US" sz="2800" kern="0" dirty="0"/>
              <a:t>î</a:t>
            </a:r>
            <a:r>
              <a:rPr lang="en-US" altLang="en-US" sz="2800" kern="0" dirty="0"/>
              <a:t>n  </a:t>
            </a:r>
            <a:r>
              <a:rPr lang="en-US" altLang="en-US" sz="2800" kern="0" dirty="0" err="1"/>
              <a:t>urma</a:t>
            </a:r>
            <a:r>
              <a:rPr lang="en-US" altLang="en-US" sz="2800" kern="0" dirty="0"/>
              <a:t> a </a:t>
            </a:r>
            <a:r>
              <a:rPr lang="en-US" altLang="en-US" sz="2800" kern="0" dirty="0" err="1"/>
              <a:t>multor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inser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ri</a:t>
            </a:r>
            <a:r>
              <a:rPr lang="en-US" altLang="en-US" sz="2800" kern="0" dirty="0"/>
              <a:t> &amp; 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tergeri</a:t>
            </a:r>
            <a:r>
              <a:rPr lang="en-US" altLang="en-US" sz="2800" kern="0" dirty="0"/>
              <a:t> (→ </a:t>
            </a:r>
            <a:r>
              <a:rPr lang="en-US" altLang="en-US" sz="2800" kern="0" dirty="0" err="1"/>
              <a:t>timp</a:t>
            </a:r>
            <a:r>
              <a:rPr lang="en-US" altLang="en-US" sz="2800" kern="0" dirty="0"/>
              <a:t> de c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utare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neuniform</a:t>
            </a:r>
            <a:r>
              <a:rPr lang="en-US" altLang="en-US" sz="2800" kern="0" dirty="0"/>
              <a:t>)</a:t>
            </a:r>
          </a:p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 err="1"/>
              <a:t>nregistr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rile din </a:t>
            </a:r>
            <a:r>
              <a:rPr lang="en-US" altLang="en-US" sz="2800" kern="0" dirty="0" err="1"/>
              <a:t>paginile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rezerv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nu sunt </a:t>
            </a:r>
            <a:r>
              <a:rPr lang="en-US" altLang="en-US" sz="2800" kern="0" dirty="0" err="1"/>
              <a:t>sortate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obicei</a:t>
            </a:r>
            <a:r>
              <a:rPr lang="en-US" altLang="en-US" sz="2800" kern="0" dirty="0"/>
              <a:t> (</a:t>
            </a:r>
            <a:r>
              <a:rPr lang="en-US" altLang="en-US" sz="2800" kern="0" dirty="0" err="1"/>
              <a:t>dar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ar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putea</a:t>
            </a:r>
            <a:r>
              <a:rPr lang="en-US" altLang="en-US" sz="2800" kern="0" dirty="0"/>
              <a:t> fi)</a:t>
            </a:r>
          </a:p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Inser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ri</a:t>
            </a:r>
            <a:r>
              <a:rPr lang="en-US" altLang="en-US" sz="2800" kern="0" dirty="0"/>
              <a:t> &amp; 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tergeri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rapide</a:t>
            </a:r>
            <a:r>
              <a:rPr lang="en-US" altLang="en-US" sz="2800" kern="0" dirty="0"/>
              <a:t> (f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r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echilibr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ri</a:t>
            </a:r>
            <a:r>
              <a:rPr lang="en-US" altLang="en-US" sz="2800" kern="0" dirty="0"/>
              <a:t> de arbore)</a:t>
            </a:r>
          </a:p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Acces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concurent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 err="1"/>
              <a:t>mbun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t</a:t>
            </a:r>
            <a:r>
              <a:rPr lang="ro-RO" altLang="en-US" sz="2800" kern="0" dirty="0" err="1"/>
              <a:t>ăț</a:t>
            </a:r>
            <a:r>
              <a:rPr lang="en-US" altLang="en-US" sz="2800" kern="0" dirty="0"/>
              <a:t>it (</a:t>
            </a:r>
            <a:r>
              <a:rPr lang="en-US" altLang="en-US" sz="2800" kern="0" dirty="0" err="1"/>
              <a:t>nodurile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arborelui</a:t>
            </a:r>
            <a:r>
              <a:rPr lang="en-US" altLang="en-US" sz="2800" kern="0" dirty="0"/>
              <a:t> nu sunt </a:t>
            </a:r>
            <a:r>
              <a:rPr lang="en-US" altLang="en-US" sz="2800" kern="0" dirty="0" err="1"/>
              <a:t>blocate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nicodat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)</a:t>
            </a:r>
          </a:p>
          <a:p>
            <a:pPr eaLnBrk="1" hangingPunct="1">
              <a:defRPr/>
            </a:pPr>
            <a:endParaRPr lang="en-US" altLang="en-US" sz="2800" kern="0" dirty="0"/>
          </a:p>
          <a:p>
            <a:pPr marL="0" indent="0"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kern="0" dirty="0" err="1"/>
              <a:t>potrivite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doar</a:t>
            </a:r>
            <a:r>
              <a:rPr lang="en-US" altLang="en-US" sz="2400" kern="0" dirty="0"/>
              <a:t> pentru </a:t>
            </a:r>
            <a:r>
              <a:rPr lang="en-US" altLang="en-US" sz="2400" kern="0" dirty="0" err="1"/>
              <a:t>tabele</a:t>
            </a:r>
            <a:r>
              <a:rPr lang="en-US" altLang="en-US" sz="2400" kern="0" dirty="0"/>
              <a:t> al c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ror</a:t>
            </a:r>
            <a:r>
              <a:rPr lang="en-US" altLang="en-US" sz="2400" kern="0" dirty="0"/>
              <a:t> con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inut</a:t>
            </a:r>
            <a:r>
              <a:rPr lang="en-US" altLang="en-US" sz="2400" kern="0" dirty="0"/>
              <a:t> se </a:t>
            </a:r>
            <a:r>
              <a:rPr lang="en-US" altLang="en-US" sz="2400" kern="0" dirty="0" err="1"/>
              <a:t>modific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rar</a:t>
            </a:r>
            <a:endParaRPr lang="en-US" altLang="en-US" sz="2400" kern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07103FAA-AA43-4402-BDD3-45AEAA062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C9CE694-FCE4-492A-BD67-430E29919F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44488"/>
            <a:ext cx="9812338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Organizare</a:t>
            </a:r>
            <a:r>
              <a:rPr lang="en-US" altLang="en-US" kern="0" dirty="0"/>
              <a:t> sub form</a:t>
            </a:r>
            <a:r>
              <a:rPr lang="ro-RO" altLang="en-US" kern="0" dirty="0"/>
              <a:t>ă</a:t>
            </a:r>
            <a:r>
              <a:rPr lang="en-US" altLang="en-US" kern="0" dirty="0"/>
              <a:t> de Arbore-B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04CB75B-F4B3-46AA-B9E9-6095C35C9835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0" y="1371600"/>
            <a:ext cx="90678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Cea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mai</a:t>
            </a:r>
            <a:r>
              <a:rPr lang="en-US" altLang="en-US" sz="2800" kern="0" dirty="0"/>
              <a:t> popular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metod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organizare</a:t>
            </a:r>
            <a:r>
              <a:rPr lang="en-US" altLang="en-US" sz="2800" kern="0" dirty="0"/>
              <a:t> a </a:t>
            </a:r>
            <a:r>
              <a:rPr lang="en-US" altLang="en-US" sz="2800" kern="0" dirty="0" err="1"/>
              <a:t>indec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ilor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/>
              <a:t>n </a:t>
            </a:r>
            <a:r>
              <a:rPr lang="en-US" altLang="en-US" sz="2800" kern="0" dirty="0" err="1"/>
              <a:t>baze</a:t>
            </a:r>
            <a:r>
              <a:rPr lang="en-US" altLang="en-US" sz="2800" kern="0" dirty="0"/>
              <a:t> de date</a:t>
            </a:r>
          </a:p>
          <a:p>
            <a:pPr eaLnBrk="1" hangingPunct="1">
              <a:defRPr/>
            </a:pPr>
            <a:r>
              <a:rPr lang="en-US" altLang="en-US" sz="2800" kern="0" dirty="0"/>
              <a:t> “B” vine de la “</a:t>
            </a:r>
            <a:r>
              <a:rPr lang="en-US" altLang="en-US" sz="2800" i="1" kern="0" dirty="0"/>
              <a:t>balanced</a:t>
            </a:r>
            <a:r>
              <a:rPr lang="en-US" altLang="en-US" sz="2800" kern="0" dirty="0"/>
              <a:t>” </a:t>
            </a:r>
            <a:r>
              <a:rPr lang="en-US" altLang="en-US" sz="2800" kern="0" dirty="0" err="1"/>
              <a:t>sau</a:t>
            </a:r>
            <a:r>
              <a:rPr lang="en-US" altLang="en-US" sz="2800" kern="0" dirty="0"/>
              <a:t> “</a:t>
            </a:r>
            <a:r>
              <a:rPr lang="en-US" altLang="en-US" sz="2800" i="1" kern="0" dirty="0"/>
              <a:t>broad</a:t>
            </a:r>
            <a:r>
              <a:rPr lang="en-US" altLang="en-US" sz="2800" kern="0" dirty="0"/>
              <a:t>”</a:t>
            </a:r>
          </a:p>
          <a:p>
            <a:pPr eaLnBrk="1" hangingPunct="1">
              <a:defRPr/>
            </a:pPr>
            <a:r>
              <a:rPr lang="en-US" altLang="en-US" sz="2800" kern="0" dirty="0"/>
              <a:t> Arbore-B – arbore </a:t>
            </a:r>
            <a:r>
              <a:rPr lang="en-US" altLang="en-US" sz="2800" kern="0" dirty="0" err="1"/>
              <a:t>ordonat</a:t>
            </a:r>
            <a:r>
              <a:rPr lang="en-US" altLang="en-US" sz="2800" kern="0" dirty="0"/>
              <a:t>; un nod are </a:t>
            </a:r>
            <a:r>
              <a:rPr lang="en-US" altLang="en-US" sz="2800" kern="0" dirty="0" err="1"/>
              <a:t>mai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mul</a:t>
            </a:r>
            <a:r>
              <a:rPr lang="ro-RO" altLang="en-US" sz="2800" kern="0" dirty="0"/>
              <a:t>ț</a:t>
            </a:r>
            <a:r>
              <a:rPr lang="en-US" altLang="en-US" sz="2800" kern="0" dirty="0" err="1"/>
              <a:t>i</a:t>
            </a:r>
            <a:r>
              <a:rPr lang="en-US" altLang="en-US" sz="2800" kern="0" dirty="0"/>
              <a:t> sub-</a:t>
            </a:r>
            <a:r>
              <a:rPr lang="en-US" altLang="en-US" sz="2800" kern="0" dirty="0" err="1"/>
              <a:t>arbori</a:t>
            </a:r>
            <a:endParaRPr lang="en-US" altLang="en-US" sz="2800" kern="0" dirty="0"/>
          </a:p>
          <a:p>
            <a:pPr eaLnBrk="1" hangingPunct="1">
              <a:defRPr/>
            </a:pPr>
            <a:r>
              <a:rPr lang="en-US" altLang="en-US" sz="2800" kern="0" dirty="0"/>
              <a:t>Un nod con</a:t>
            </a:r>
            <a:r>
              <a:rPr lang="ro-RO" altLang="en-US" sz="2800" kern="0" dirty="0"/>
              <a:t>ț</a:t>
            </a:r>
            <a:r>
              <a:rPr lang="en-US" altLang="en-US" sz="2800" kern="0" dirty="0" err="1"/>
              <a:t>ine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chei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i</a:t>
            </a:r>
            <a:r>
              <a:rPr lang="en-US" altLang="en-US" sz="2800" kern="0" dirty="0"/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kern="0" dirty="0" err="1"/>
              <a:t>pointeri</a:t>
            </a:r>
            <a:r>
              <a:rPr lang="en-US" altLang="en-US" sz="2800" kern="0" dirty="0"/>
              <a:t> la sub-</a:t>
            </a:r>
            <a:r>
              <a:rPr lang="en-US" altLang="en-US" sz="2800" kern="0" dirty="0" err="1"/>
              <a:t>arbori</a:t>
            </a:r>
            <a:endParaRPr lang="en-US" altLang="en-US" sz="2800" kern="0" dirty="0"/>
          </a:p>
          <a:p>
            <a:pPr eaLnBrk="1" hangingPunct="1">
              <a:defRPr/>
            </a:pPr>
            <a:r>
              <a:rPr lang="en-US" altLang="en-US" sz="2800" kern="0" dirty="0"/>
              <a:t> C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ile</a:t>
            </a:r>
            <a:r>
              <a:rPr lang="en-US" altLang="en-US" sz="2800" kern="0" dirty="0"/>
              <a:t> de la </a:t>
            </a:r>
            <a:r>
              <a:rPr lang="ro-RO" altLang="en-US" sz="2800" kern="0" dirty="0" err="1"/>
              <a:t>ră</a:t>
            </a:r>
            <a:r>
              <a:rPr lang="en-US" altLang="en-US" sz="2800" kern="0" dirty="0"/>
              <a:t>d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cin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la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kern="0" dirty="0" err="1"/>
              <a:t>frunze</a:t>
            </a:r>
            <a:r>
              <a:rPr lang="en-US" altLang="en-US" sz="2800" kern="0" dirty="0"/>
              <a:t> au </a:t>
            </a:r>
            <a:r>
              <a:rPr lang="en-US" altLang="en-US" sz="2800" kern="0" dirty="0" err="1"/>
              <a:t>aceea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i</a:t>
            </a:r>
            <a:r>
              <a:rPr lang="en-US" altLang="en-US" sz="2800" kern="0" dirty="0"/>
              <a:t> 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kern="0" dirty="0" err="1"/>
              <a:t>lungime</a:t>
            </a:r>
            <a:r>
              <a:rPr lang="en-US" altLang="en-US" sz="2800" kern="0" dirty="0"/>
              <a:t> </a:t>
            </a:r>
          </a:p>
          <a:p>
            <a:pPr lvl="1" eaLnBrk="1" hangingPunct="1">
              <a:defRPr/>
            </a:pPr>
            <a:endParaRPr lang="en-US" altLang="en-US" sz="2400" kern="0" dirty="0"/>
          </a:p>
        </p:txBody>
      </p:sp>
      <p:grpSp>
        <p:nvGrpSpPr>
          <p:cNvPr id="26629" name="Group 5">
            <a:extLst>
              <a:ext uri="{FF2B5EF4-FFF2-40B4-BE49-F238E27FC236}">
                <a16:creationId xmlns:a16="http://schemas.microsoft.com/office/drawing/2014/main" id="{739CDADE-A229-411C-9539-2149A490B3F1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4114800"/>
            <a:ext cx="5105400" cy="2133600"/>
            <a:chOff x="432" y="864"/>
            <a:chExt cx="3216" cy="1344"/>
          </a:xfrm>
        </p:grpSpPr>
        <p:grpSp>
          <p:nvGrpSpPr>
            <p:cNvPr id="26630" name="Group 6">
              <a:extLst>
                <a:ext uri="{FF2B5EF4-FFF2-40B4-BE49-F238E27FC236}">
                  <a16:creationId xmlns:a16="http://schemas.microsoft.com/office/drawing/2014/main" id="{711AC226-40C6-41F9-923E-AE4F419963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864"/>
              <a:ext cx="720" cy="336"/>
              <a:chOff x="1920" y="2400"/>
              <a:chExt cx="336" cy="336"/>
            </a:xfrm>
          </p:grpSpPr>
          <p:sp>
            <p:nvSpPr>
              <p:cNvPr id="26669" name="Oval 7">
                <a:extLst>
                  <a:ext uri="{FF2B5EF4-FFF2-40B4-BE49-F238E27FC236}">
                    <a16:creationId xmlns:a16="http://schemas.microsoft.com/office/drawing/2014/main" id="{B3BF83B4-F6C4-4071-893B-F6AF2C0218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70" name="Text Box 8">
                <a:extLst>
                  <a:ext uri="{FF2B5EF4-FFF2-40B4-BE49-F238E27FC236}">
                    <a16:creationId xmlns:a16="http://schemas.microsoft.com/office/drawing/2014/main" id="{2ED83E59-399B-4591-9533-CAF7BC5C59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L;Q</a:t>
                </a:r>
              </a:p>
            </p:txBody>
          </p:sp>
          <p:sp>
            <p:nvSpPr>
              <p:cNvPr id="26671" name="Text Box 9">
                <a:extLst>
                  <a:ext uri="{FF2B5EF4-FFF2-40B4-BE49-F238E27FC236}">
                    <a16:creationId xmlns:a16="http://schemas.microsoft.com/office/drawing/2014/main" id="{F7DD4625-5151-4153-A596-E66B85E345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6631" name="Group 10">
              <a:extLst>
                <a:ext uri="{FF2B5EF4-FFF2-40B4-BE49-F238E27FC236}">
                  <a16:creationId xmlns:a16="http://schemas.microsoft.com/office/drawing/2014/main" id="{AB53CA29-901D-46DD-9F7E-6BD879260A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392"/>
              <a:ext cx="336" cy="336"/>
              <a:chOff x="2304" y="2400"/>
              <a:chExt cx="336" cy="336"/>
            </a:xfrm>
          </p:grpSpPr>
          <p:sp>
            <p:nvSpPr>
              <p:cNvPr id="26667" name="Oval 11">
                <a:extLst>
                  <a:ext uri="{FF2B5EF4-FFF2-40B4-BE49-F238E27FC236}">
                    <a16:creationId xmlns:a16="http://schemas.microsoft.com/office/drawing/2014/main" id="{18C7BC54-858A-4FCA-A6C6-D5BDB985A9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68" name="Text Box 12">
                <a:extLst>
                  <a:ext uri="{FF2B5EF4-FFF2-40B4-BE49-F238E27FC236}">
                    <a16:creationId xmlns:a16="http://schemas.microsoft.com/office/drawing/2014/main" id="{15C212DF-C868-4740-BC7C-555FD6739A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G</a:t>
                </a:r>
              </a:p>
            </p:txBody>
          </p:sp>
        </p:grpSp>
        <p:grpSp>
          <p:nvGrpSpPr>
            <p:cNvPr id="26632" name="Group 13">
              <a:extLst>
                <a:ext uri="{FF2B5EF4-FFF2-40B4-BE49-F238E27FC236}">
                  <a16:creationId xmlns:a16="http://schemas.microsoft.com/office/drawing/2014/main" id="{3A02A2F2-9DA1-4099-B653-ECF19BC64D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392"/>
              <a:ext cx="336" cy="336"/>
              <a:chOff x="2304" y="2400"/>
              <a:chExt cx="336" cy="336"/>
            </a:xfrm>
          </p:grpSpPr>
          <p:sp>
            <p:nvSpPr>
              <p:cNvPr id="26665" name="Oval 14">
                <a:extLst>
                  <a:ext uri="{FF2B5EF4-FFF2-40B4-BE49-F238E27FC236}">
                    <a16:creationId xmlns:a16="http://schemas.microsoft.com/office/drawing/2014/main" id="{2A360865-AC90-48C1-BC71-07ACCA424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66" name="Text Box 15">
                <a:extLst>
                  <a:ext uri="{FF2B5EF4-FFF2-40B4-BE49-F238E27FC236}">
                    <a16:creationId xmlns:a16="http://schemas.microsoft.com/office/drawing/2014/main" id="{DFED9FE1-7CF4-4308-9BFB-733C8D7C0D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N</a:t>
                </a:r>
              </a:p>
            </p:txBody>
          </p:sp>
        </p:grpSp>
        <p:grpSp>
          <p:nvGrpSpPr>
            <p:cNvPr id="26633" name="Group 16">
              <a:extLst>
                <a:ext uri="{FF2B5EF4-FFF2-40B4-BE49-F238E27FC236}">
                  <a16:creationId xmlns:a16="http://schemas.microsoft.com/office/drawing/2014/main" id="{58BF13CF-D433-43A6-829C-6A5F94EA93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392"/>
              <a:ext cx="336" cy="336"/>
              <a:chOff x="2304" y="2400"/>
              <a:chExt cx="336" cy="336"/>
            </a:xfrm>
          </p:grpSpPr>
          <p:sp>
            <p:nvSpPr>
              <p:cNvPr id="26663" name="Oval 17">
                <a:extLst>
                  <a:ext uri="{FF2B5EF4-FFF2-40B4-BE49-F238E27FC236}">
                    <a16:creationId xmlns:a16="http://schemas.microsoft.com/office/drawing/2014/main" id="{6DE6DB85-8228-403C-9608-A9D09507A0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64" name="Text Box 18">
                <a:extLst>
                  <a:ext uri="{FF2B5EF4-FFF2-40B4-BE49-F238E27FC236}">
                    <a16:creationId xmlns:a16="http://schemas.microsoft.com/office/drawing/2014/main" id="{28C02233-786F-4123-86BF-3761CBBEB0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S</a:t>
                </a:r>
              </a:p>
            </p:txBody>
          </p:sp>
        </p:grpSp>
        <p:grpSp>
          <p:nvGrpSpPr>
            <p:cNvPr id="26634" name="Group 19">
              <a:extLst>
                <a:ext uri="{FF2B5EF4-FFF2-40B4-BE49-F238E27FC236}">
                  <a16:creationId xmlns:a16="http://schemas.microsoft.com/office/drawing/2014/main" id="{C4CFB0CA-89E5-4C33-82D7-A5D7FFC902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872"/>
              <a:ext cx="336" cy="336"/>
              <a:chOff x="2304" y="2400"/>
              <a:chExt cx="336" cy="336"/>
            </a:xfrm>
          </p:grpSpPr>
          <p:sp>
            <p:nvSpPr>
              <p:cNvPr id="26661" name="Oval 20">
                <a:extLst>
                  <a:ext uri="{FF2B5EF4-FFF2-40B4-BE49-F238E27FC236}">
                    <a16:creationId xmlns:a16="http://schemas.microsoft.com/office/drawing/2014/main" id="{36660248-6DD7-4C71-8DDC-F9F84AF8A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62" name="Text Box 21">
                <a:extLst>
                  <a:ext uri="{FF2B5EF4-FFF2-40B4-BE49-F238E27FC236}">
                    <a16:creationId xmlns:a16="http://schemas.microsoft.com/office/drawing/2014/main" id="{1D8165AA-F4DC-4146-827C-037C8DC1F7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I</a:t>
                </a:r>
              </a:p>
            </p:txBody>
          </p:sp>
        </p:grpSp>
        <p:grpSp>
          <p:nvGrpSpPr>
            <p:cNvPr id="26635" name="Group 22">
              <a:extLst>
                <a:ext uri="{FF2B5EF4-FFF2-40B4-BE49-F238E27FC236}">
                  <a16:creationId xmlns:a16="http://schemas.microsoft.com/office/drawing/2014/main" id="{4A9C1A0F-5B79-4C45-A473-0797435A48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72"/>
              <a:ext cx="720" cy="336"/>
              <a:chOff x="1920" y="2400"/>
              <a:chExt cx="336" cy="336"/>
            </a:xfrm>
          </p:grpSpPr>
          <p:sp>
            <p:nvSpPr>
              <p:cNvPr id="26658" name="Oval 23">
                <a:extLst>
                  <a:ext uri="{FF2B5EF4-FFF2-40B4-BE49-F238E27FC236}">
                    <a16:creationId xmlns:a16="http://schemas.microsoft.com/office/drawing/2014/main" id="{EED73A74-6EDD-4CA7-8193-4CFFC10207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59" name="Text Box 24">
                <a:extLst>
                  <a:ext uri="{FF2B5EF4-FFF2-40B4-BE49-F238E27FC236}">
                    <a16:creationId xmlns:a16="http://schemas.microsoft.com/office/drawing/2014/main" id="{668F0034-634A-495A-AC67-C0482C56B2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A;E</a:t>
                </a:r>
              </a:p>
            </p:txBody>
          </p:sp>
          <p:sp>
            <p:nvSpPr>
              <p:cNvPr id="26660" name="Text Box 25">
                <a:extLst>
                  <a:ext uri="{FF2B5EF4-FFF2-40B4-BE49-F238E27FC236}">
                    <a16:creationId xmlns:a16="http://schemas.microsoft.com/office/drawing/2014/main" id="{6CB95F2E-4213-4ED4-B126-CCB566F26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6636" name="Group 26">
              <a:extLst>
                <a:ext uri="{FF2B5EF4-FFF2-40B4-BE49-F238E27FC236}">
                  <a16:creationId xmlns:a16="http://schemas.microsoft.com/office/drawing/2014/main" id="{D8D92F06-6C79-4D20-AA7C-4ED1E795C1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872"/>
              <a:ext cx="336" cy="336"/>
              <a:chOff x="2304" y="2400"/>
              <a:chExt cx="336" cy="336"/>
            </a:xfrm>
          </p:grpSpPr>
          <p:sp>
            <p:nvSpPr>
              <p:cNvPr id="26656" name="Oval 27">
                <a:extLst>
                  <a:ext uri="{FF2B5EF4-FFF2-40B4-BE49-F238E27FC236}">
                    <a16:creationId xmlns:a16="http://schemas.microsoft.com/office/drawing/2014/main" id="{1321229F-06CF-4670-A073-887D53FF4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57" name="Text Box 28">
                <a:extLst>
                  <a:ext uri="{FF2B5EF4-FFF2-40B4-BE49-F238E27FC236}">
                    <a16:creationId xmlns:a16="http://schemas.microsoft.com/office/drawing/2014/main" id="{493FFD8E-0079-4227-AD9D-133F2F4474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M</a:t>
                </a:r>
              </a:p>
            </p:txBody>
          </p:sp>
        </p:grpSp>
        <p:grpSp>
          <p:nvGrpSpPr>
            <p:cNvPr id="26637" name="Group 29">
              <a:extLst>
                <a:ext uri="{FF2B5EF4-FFF2-40B4-BE49-F238E27FC236}">
                  <a16:creationId xmlns:a16="http://schemas.microsoft.com/office/drawing/2014/main" id="{D36E0405-4AAE-48D7-A814-AB4BE711F0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872"/>
              <a:ext cx="336" cy="336"/>
              <a:chOff x="2304" y="2400"/>
              <a:chExt cx="336" cy="336"/>
            </a:xfrm>
          </p:grpSpPr>
          <p:sp>
            <p:nvSpPr>
              <p:cNvPr id="26654" name="Oval 30">
                <a:extLst>
                  <a:ext uri="{FF2B5EF4-FFF2-40B4-BE49-F238E27FC236}">
                    <a16:creationId xmlns:a16="http://schemas.microsoft.com/office/drawing/2014/main" id="{32F6F3C9-6A62-4528-8CCC-35B9B58492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55" name="Text Box 31">
                <a:extLst>
                  <a:ext uri="{FF2B5EF4-FFF2-40B4-BE49-F238E27FC236}">
                    <a16:creationId xmlns:a16="http://schemas.microsoft.com/office/drawing/2014/main" id="{9CD5E2B8-8560-4E15-8385-70FB5BA709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P</a:t>
                </a:r>
              </a:p>
            </p:txBody>
          </p:sp>
        </p:grpSp>
        <p:grpSp>
          <p:nvGrpSpPr>
            <p:cNvPr id="26638" name="Group 32">
              <a:extLst>
                <a:ext uri="{FF2B5EF4-FFF2-40B4-BE49-F238E27FC236}">
                  <a16:creationId xmlns:a16="http://schemas.microsoft.com/office/drawing/2014/main" id="{EA8AAB5C-8995-412D-BAC6-E31590943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872"/>
              <a:ext cx="336" cy="336"/>
              <a:chOff x="2304" y="2400"/>
              <a:chExt cx="336" cy="336"/>
            </a:xfrm>
          </p:grpSpPr>
          <p:sp>
            <p:nvSpPr>
              <p:cNvPr id="26652" name="Oval 33">
                <a:extLst>
                  <a:ext uri="{FF2B5EF4-FFF2-40B4-BE49-F238E27FC236}">
                    <a16:creationId xmlns:a16="http://schemas.microsoft.com/office/drawing/2014/main" id="{617DEBAB-B093-441C-9AEC-973FB2075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53" name="Text Box 34">
                <a:extLst>
                  <a:ext uri="{FF2B5EF4-FFF2-40B4-BE49-F238E27FC236}">
                    <a16:creationId xmlns:a16="http://schemas.microsoft.com/office/drawing/2014/main" id="{EBAB18F1-C88E-438A-B17B-CA5C79E550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R</a:t>
                </a:r>
              </a:p>
            </p:txBody>
          </p:sp>
        </p:grpSp>
        <p:grpSp>
          <p:nvGrpSpPr>
            <p:cNvPr id="26639" name="Group 35">
              <a:extLst>
                <a:ext uri="{FF2B5EF4-FFF2-40B4-BE49-F238E27FC236}">
                  <a16:creationId xmlns:a16="http://schemas.microsoft.com/office/drawing/2014/main" id="{A0126EF4-3794-4F10-ABC9-B71CCD9CCB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872"/>
              <a:ext cx="720" cy="336"/>
              <a:chOff x="1920" y="2400"/>
              <a:chExt cx="336" cy="336"/>
            </a:xfrm>
          </p:grpSpPr>
          <p:sp>
            <p:nvSpPr>
              <p:cNvPr id="26649" name="Oval 36">
                <a:extLst>
                  <a:ext uri="{FF2B5EF4-FFF2-40B4-BE49-F238E27FC236}">
                    <a16:creationId xmlns:a16="http://schemas.microsoft.com/office/drawing/2014/main" id="{D409150C-ADA8-4ACD-81AC-9FE4F808E8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6650" name="Text Box 37">
                <a:extLst>
                  <a:ext uri="{FF2B5EF4-FFF2-40B4-BE49-F238E27FC236}">
                    <a16:creationId xmlns:a16="http://schemas.microsoft.com/office/drawing/2014/main" id="{D33F68D7-8597-4922-8495-C63AA97080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T;Z</a:t>
                </a:r>
              </a:p>
            </p:txBody>
          </p:sp>
          <p:sp>
            <p:nvSpPr>
              <p:cNvPr id="26651" name="Text Box 38">
                <a:extLst>
                  <a:ext uri="{FF2B5EF4-FFF2-40B4-BE49-F238E27FC236}">
                    <a16:creationId xmlns:a16="http://schemas.microsoft.com/office/drawing/2014/main" id="{CE083E35-CC9B-4681-B1A2-051779BCCE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8"/>
                <a:ext cx="240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26640" name="Line 39">
              <a:extLst>
                <a:ext uri="{FF2B5EF4-FFF2-40B4-BE49-F238E27FC236}">
                  <a16:creationId xmlns:a16="http://schemas.microsoft.com/office/drawing/2014/main" id="{81B3CDF6-3F29-4DF4-B1B5-6DD8F702FE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152"/>
              <a:ext cx="576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1" name="Line 40">
              <a:extLst>
                <a:ext uri="{FF2B5EF4-FFF2-40B4-BE49-F238E27FC236}">
                  <a16:creationId xmlns:a16="http://schemas.microsoft.com/office/drawing/2014/main" id="{E5803A9C-3AC5-42AE-B4C7-0675AAE72A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200"/>
              <a:ext cx="0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2" name="Line 41">
              <a:extLst>
                <a:ext uri="{FF2B5EF4-FFF2-40B4-BE49-F238E27FC236}">
                  <a16:creationId xmlns:a16="http://schemas.microsoft.com/office/drawing/2014/main" id="{7F5D9CD3-002A-4FDE-8E03-6079E98C5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104"/>
              <a:ext cx="432" cy="3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3" name="Line 42">
              <a:extLst>
                <a:ext uri="{FF2B5EF4-FFF2-40B4-BE49-F238E27FC236}">
                  <a16:creationId xmlns:a16="http://schemas.microsoft.com/office/drawing/2014/main" id="{D6BB481E-0DD8-4F7D-AC6A-1298073A04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680"/>
              <a:ext cx="19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4" name="Line 43">
              <a:extLst>
                <a:ext uri="{FF2B5EF4-FFF2-40B4-BE49-F238E27FC236}">
                  <a16:creationId xmlns:a16="http://schemas.microsoft.com/office/drawing/2014/main" id="{E6D4AEB1-9B0E-49B1-8FC8-A40769AB2B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680"/>
              <a:ext cx="9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5" name="Line 44">
              <a:extLst>
                <a:ext uri="{FF2B5EF4-FFF2-40B4-BE49-F238E27FC236}">
                  <a16:creationId xmlns:a16="http://schemas.microsoft.com/office/drawing/2014/main" id="{9B9020BB-9F95-49E9-9638-3834C14B1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680"/>
              <a:ext cx="9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6" name="Line 45">
              <a:extLst>
                <a:ext uri="{FF2B5EF4-FFF2-40B4-BE49-F238E27FC236}">
                  <a16:creationId xmlns:a16="http://schemas.microsoft.com/office/drawing/2014/main" id="{EF2516CD-D923-4FCC-83A3-F55EA3838B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680"/>
              <a:ext cx="48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7" name="Line 46">
              <a:extLst>
                <a:ext uri="{FF2B5EF4-FFF2-40B4-BE49-F238E27FC236}">
                  <a16:creationId xmlns:a16="http://schemas.microsoft.com/office/drawing/2014/main" id="{760A9AA8-806C-4103-B4AB-608B0C453F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680"/>
              <a:ext cx="96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6648" name="Line 47">
              <a:extLst>
                <a:ext uri="{FF2B5EF4-FFF2-40B4-BE49-F238E27FC236}">
                  <a16:creationId xmlns:a16="http://schemas.microsoft.com/office/drawing/2014/main" id="{B727E927-9738-43B3-961F-CED5637C9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632"/>
              <a:ext cx="144" cy="24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7D01F2B8-312E-4551-B494-F4A2BBB28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7C6E7-C87B-4928-B411-5B43A33A2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58763"/>
            <a:ext cx="9583738" cy="647700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Propriet</a:t>
            </a:r>
            <a:r>
              <a:rPr lang="ro-RO" altLang="en-US" kern="0" dirty="0" err="1"/>
              <a:t>ăț</a:t>
            </a:r>
            <a:r>
              <a:rPr lang="en-US" altLang="en-US" kern="0" dirty="0" err="1"/>
              <a:t>i</a:t>
            </a:r>
            <a:r>
              <a:rPr lang="en-US" altLang="en-US" kern="0" dirty="0"/>
              <a:t> </a:t>
            </a:r>
            <a:r>
              <a:rPr lang="en-US" altLang="en-US" kern="0" dirty="0" err="1"/>
              <a:t>Arbori</a:t>
            </a:r>
            <a:r>
              <a:rPr lang="en-US" altLang="en-US" kern="0" dirty="0"/>
              <a:t>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A0E51-8FF1-4EE5-AF0A-210B0C8FFCA1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0" y="1331913"/>
            <a:ext cx="92964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Arbore-B de </a:t>
            </a:r>
            <a:r>
              <a:rPr lang="en-US" altLang="en-US" sz="2800" kern="0" dirty="0" err="1"/>
              <a:t>ordin</a:t>
            </a:r>
            <a:r>
              <a:rPr lang="en-US" altLang="en-US" sz="2800" kern="0" dirty="0"/>
              <a:t> </a:t>
            </a:r>
            <a:r>
              <a:rPr lang="en-US" altLang="en-US" sz="2800" i="1" kern="0" dirty="0"/>
              <a:t>m</a:t>
            </a:r>
            <a:r>
              <a:rPr lang="en-US" altLang="en-US" sz="2800" kern="0" dirty="0"/>
              <a:t>: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Dac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nu e </a:t>
            </a:r>
            <a:r>
              <a:rPr lang="en-US" altLang="en-US" sz="2400" kern="0" dirty="0" err="1"/>
              <a:t>frunz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, r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d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cina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va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avea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mereu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cel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pu</a:t>
            </a:r>
            <a:r>
              <a:rPr lang="ro-RO" altLang="en-US" sz="2400" kern="0" dirty="0"/>
              <a:t>ț</a:t>
            </a:r>
            <a:r>
              <a:rPr lang="en-US" altLang="en-US" sz="2400" kern="0" dirty="0"/>
              <a:t>in 2 </a:t>
            </a:r>
            <a:r>
              <a:rPr lang="en-US" altLang="en-US" sz="2400" kern="0" dirty="0" err="1"/>
              <a:t>subarbori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Fiecare</a:t>
            </a:r>
            <a:r>
              <a:rPr lang="en-US" altLang="en-US" sz="2400" kern="0" dirty="0"/>
              <a:t> nod intern are </a:t>
            </a:r>
            <a:r>
              <a:rPr lang="en-US" altLang="en-US" sz="2400" kern="0" dirty="0" err="1"/>
              <a:t>cel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pu</a:t>
            </a:r>
            <a:r>
              <a:rPr lang="ro-RO" altLang="en-US" sz="2400" kern="0" dirty="0"/>
              <a:t>ț</a:t>
            </a:r>
            <a:r>
              <a:rPr lang="en-US" altLang="en-US" sz="2400" kern="0" dirty="0"/>
              <a:t>in [</a:t>
            </a:r>
            <a:r>
              <a:rPr lang="en-US" altLang="en-US" sz="2400" i="1" kern="0" dirty="0"/>
              <a:t>m/2</a:t>
            </a:r>
            <a:r>
              <a:rPr lang="en-US" altLang="en-US" sz="2400" kern="0" dirty="0"/>
              <a:t>] sub</a:t>
            </a:r>
            <a:r>
              <a:rPr lang="ro-RO" altLang="en-US" sz="2400" kern="0" dirty="0"/>
              <a:t>-</a:t>
            </a:r>
            <a:r>
              <a:rPr lang="en-US" altLang="en-US" sz="2400" kern="0" dirty="0" err="1"/>
              <a:t>arbori</a:t>
            </a:r>
            <a:r>
              <a:rPr lang="en-US" altLang="en-US" sz="2400" kern="0" dirty="0"/>
              <a:t> (</a:t>
            </a:r>
            <a:r>
              <a:rPr lang="en-US" altLang="en-US" sz="2400" kern="0" dirty="0" err="1"/>
              <a:t>mai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pu</a:t>
            </a:r>
            <a:r>
              <a:rPr lang="ro-RO" altLang="en-US" sz="2400" kern="0" dirty="0"/>
              <a:t>ț</a:t>
            </a:r>
            <a:r>
              <a:rPr lang="en-US" altLang="en-US" sz="2400" kern="0" dirty="0"/>
              <a:t>in r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d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cina</a:t>
            </a:r>
            <a:r>
              <a:rPr lang="en-US" altLang="en-US" sz="2400" kern="0" dirty="0"/>
              <a:t>)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Fiecare</a:t>
            </a:r>
            <a:r>
              <a:rPr lang="en-US" altLang="en-US" sz="2400" kern="0" dirty="0"/>
              <a:t> nod intern are </a:t>
            </a:r>
            <a:r>
              <a:rPr lang="en-US" altLang="en-US" sz="2400" kern="0" dirty="0" err="1"/>
              <a:t>cel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mult</a:t>
            </a:r>
            <a:r>
              <a:rPr lang="en-US" altLang="en-US" sz="2400" kern="0" dirty="0"/>
              <a:t> </a:t>
            </a:r>
            <a:r>
              <a:rPr lang="en-US" altLang="en-US" sz="2400" i="1" kern="0" dirty="0"/>
              <a:t>m</a:t>
            </a:r>
            <a:r>
              <a:rPr lang="en-US" altLang="en-US" sz="2400" kern="0" dirty="0"/>
              <a:t> sub-</a:t>
            </a:r>
            <a:r>
              <a:rPr lang="en-US" altLang="en-US" sz="2400" kern="0" dirty="0" err="1"/>
              <a:t>arbori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Toate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frunzele</a:t>
            </a:r>
            <a:r>
              <a:rPr lang="en-US" altLang="en-US" sz="2400" kern="0" dirty="0"/>
              <a:t> sunt la </a:t>
            </a:r>
            <a:r>
              <a:rPr lang="en-US" altLang="en-US" sz="2400" kern="0" dirty="0" err="1"/>
              <a:t>acela</a:t>
            </a:r>
            <a:r>
              <a:rPr lang="ro-RO" altLang="en-US" sz="2400" kern="0" dirty="0"/>
              <a:t>ș</a:t>
            </a:r>
            <a:r>
              <a:rPr lang="en-US" altLang="en-US" sz="2400" kern="0" dirty="0" err="1"/>
              <a:t>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nivel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Un nod cu p sub-</a:t>
            </a:r>
            <a:r>
              <a:rPr lang="en-US" altLang="en-US" sz="2400" kern="0" dirty="0" err="1"/>
              <a:t>arbori</a:t>
            </a:r>
            <a:r>
              <a:rPr lang="en-US" altLang="en-US" sz="2400" kern="0" dirty="0"/>
              <a:t> con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ine</a:t>
            </a:r>
            <a:r>
              <a:rPr lang="en-US" altLang="en-US" sz="2400" kern="0" dirty="0"/>
              <a:t>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i="1" kern="0" dirty="0"/>
              <a:t>       p-1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ordonate</a:t>
            </a:r>
            <a:r>
              <a:rPr lang="en-US" altLang="en-US" sz="2400" kern="0" dirty="0"/>
              <a:t> (K</a:t>
            </a:r>
            <a:r>
              <a:rPr lang="en-US" altLang="en-US" sz="2400" kern="0" baseline="-25000" dirty="0"/>
              <a:t>1</a:t>
            </a:r>
            <a:r>
              <a:rPr lang="en-US" altLang="en-US" sz="2400" kern="0" dirty="0"/>
              <a:t>, K</a:t>
            </a:r>
            <a:r>
              <a:rPr lang="en-US" altLang="en-US" sz="2400" kern="0" baseline="-25000" dirty="0"/>
              <a:t>2</a:t>
            </a:r>
            <a:r>
              <a:rPr lang="en-US" altLang="en-US" sz="2400" kern="0" dirty="0"/>
              <a:t>, … </a:t>
            </a:r>
            <a:r>
              <a:rPr lang="en-US" altLang="en-US" sz="2400" kern="0" dirty="0" err="1"/>
              <a:t>K</a:t>
            </a:r>
            <a:r>
              <a:rPr lang="en-US" altLang="en-US" sz="2400" kern="0" baseline="-25000" dirty="0" err="1"/>
              <a:t>p</a:t>
            </a:r>
            <a:r>
              <a:rPr lang="en-US" altLang="en-US" sz="2400" kern="0" dirty="0"/>
              <a:t>)</a:t>
            </a:r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T</a:t>
            </a:r>
            <a:r>
              <a:rPr lang="en-US" altLang="en-US" sz="2000" kern="0" baseline="-25000" dirty="0"/>
              <a:t>1</a:t>
            </a:r>
            <a:r>
              <a:rPr lang="en-US" altLang="en-US" sz="2000" kern="0" dirty="0"/>
              <a:t> con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ine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valori</a:t>
            </a:r>
            <a:r>
              <a:rPr lang="en-US" altLang="en-US" sz="2000" kern="0" dirty="0"/>
              <a:t> &lt;K</a:t>
            </a:r>
            <a:r>
              <a:rPr lang="en-US" altLang="en-US" sz="2000" kern="0" baseline="-25000" dirty="0"/>
              <a:t>1</a:t>
            </a:r>
            <a:endParaRPr lang="en-US" altLang="en-US" sz="2000" kern="0" dirty="0"/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</a:t>
            </a:r>
            <a:r>
              <a:rPr lang="en-US" altLang="en-US" sz="2000" kern="0" dirty="0" err="1"/>
              <a:t>T</a:t>
            </a:r>
            <a:r>
              <a:rPr lang="en-US" altLang="en-US" sz="2000" kern="0" baseline="-25000" dirty="0" err="1"/>
              <a:t>i</a:t>
            </a:r>
            <a:r>
              <a:rPr lang="en-US" altLang="en-US" sz="2000" kern="0" dirty="0"/>
              <a:t> con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ine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valori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 err="1"/>
              <a:t>ntre</a:t>
            </a:r>
            <a:r>
              <a:rPr lang="en-US" altLang="en-US" sz="2000" kern="0" dirty="0"/>
              <a:t> K</a:t>
            </a:r>
            <a:r>
              <a:rPr lang="en-US" altLang="en-US" sz="2000" kern="0" baseline="-25000" dirty="0"/>
              <a:t>i-1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si</a:t>
            </a:r>
            <a:r>
              <a:rPr lang="en-US" altLang="en-US" sz="2000" kern="0" dirty="0"/>
              <a:t> K</a:t>
            </a:r>
            <a:r>
              <a:rPr lang="en-US" altLang="en-US" sz="2000" kern="0" baseline="-25000" dirty="0"/>
              <a:t>i</a:t>
            </a:r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</a:t>
            </a:r>
            <a:r>
              <a:rPr lang="en-US" altLang="en-US" sz="2000" kern="0" dirty="0" err="1"/>
              <a:t>T</a:t>
            </a:r>
            <a:r>
              <a:rPr lang="en-US" altLang="en-US" sz="2000" kern="0" baseline="-25000" dirty="0" err="1"/>
              <a:t>p</a:t>
            </a:r>
            <a:r>
              <a:rPr lang="en-US" altLang="en-US" sz="2000" kern="0" dirty="0"/>
              <a:t> con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ine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valori</a:t>
            </a:r>
            <a:r>
              <a:rPr lang="en-US" altLang="en-US" sz="2000" kern="0" dirty="0"/>
              <a:t> &gt; </a:t>
            </a:r>
            <a:r>
              <a:rPr lang="en-US" altLang="en-US" sz="2000" kern="0" dirty="0" err="1"/>
              <a:t>K</a:t>
            </a:r>
            <a:r>
              <a:rPr lang="en-US" altLang="en-US" sz="2000" kern="0" baseline="-25000" dirty="0" err="1"/>
              <a:t>p</a:t>
            </a:r>
            <a:endParaRPr lang="en-US" altLang="en-US" sz="2000" kern="0" dirty="0"/>
          </a:p>
        </p:txBody>
      </p:sp>
      <p:grpSp>
        <p:nvGrpSpPr>
          <p:cNvPr id="27653" name="Group 57">
            <a:extLst>
              <a:ext uri="{FF2B5EF4-FFF2-40B4-BE49-F238E27FC236}">
                <a16:creationId xmlns:a16="http://schemas.microsoft.com/office/drawing/2014/main" id="{E28291BE-E1AF-4D10-BF9F-AA45E1FAFD35}"/>
              </a:ext>
            </a:extLst>
          </p:cNvPr>
          <p:cNvGrpSpPr>
            <a:grpSpLocks/>
          </p:cNvGrpSpPr>
          <p:nvPr/>
        </p:nvGrpSpPr>
        <p:grpSpPr bwMode="auto">
          <a:xfrm>
            <a:off x="7988300" y="4532313"/>
            <a:ext cx="2971800" cy="762000"/>
            <a:chOff x="1920" y="2400"/>
            <a:chExt cx="336" cy="336"/>
          </a:xfrm>
        </p:grpSpPr>
        <p:sp>
          <p:nvSpPr>
            <p:cNvPr id="27667" name="Oval 58">
              <a:extLst>
                <a:ext uri="{FF2B5EF4-FFF2-40B4-BE49-F238E27FC236}">
                  <a16:creationId xmlns:a16="http://schemas.microsoft.com/office/drawing/2014/main" id="{9DDD5CFC-A2B2-4B0F-85CC-24D54A13E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7668" name="Text Box 59">
              <a:extLst>
                <a:ext uri="{FF2B5EF4-FFF2-40B4-BE49-F238E27FC236}">
                  <a16:creationId xmlns:a16="http://schemas.microsoft.com/office/drawing/2014/main" id="{652760B1-7D55-4039-89F0-620701A414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48"/>
              <a:ext cx="24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  <a:r>
                <a:rPr lang="en-US" altLang="en-US" sz="2400">
                  <a:latin typeface="Verdana" panose="020B0604030504040204" pitchFamily="34" charset="0"/>
                </a:rPr>
                <a:t>;K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  <a:r>
                <a:rPr lang="en-US" altLang="en-US" sz="2400">
                  <a:latin typeface="Verdana" panose="020B0604030504040204" pitchFamily="34" charset="0"/>
                </a:rPr>
                <a:t>;…;K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p-1</a:t>
              </a:r>
              <a:endParaRPr lang="en-US" altLang="en-US" sz="2400">
                <a:latin typeface="Verdana" panose="020B0604030504040204" pitchFamily="34" charset="0"/>
              </a:endParaRPr>
            </a:p>
          </p:txBody>
        </p:sp>
        <p:sp>
          <p:nvSpPr>
            <p:cNvPr id="27669" name="Text Box 60">
              <a:extLst>
                <a:ext uri="{FF2B5EF4-FFF2-40B4-BE49-F238E27FC236}">
                  <a16:creationId xmlns:a16="http://schemas.microsoft.com/office/drawing/2014/main" id="{CBFD1096-2A93-4DCE-A8A2-E7290ECEB5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2448"/>
              <a:ext cx="24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24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27654" name="Group 61">
            <a:extLst>
              <a:ext uri="{FF2B5EF4-FFF2-40B4-BE49-F238E27FC236}">
                <a16:creationId xmlns:a16="http://schemas.microsoft.com/office/drawing/2014/main" id="{18F76A08-73A1-498D-8D34-EB391751B5C0}"/>
              </a:ext>
            </a:extLst>
          </p:cNvPr>
          <p:cNvGrpSpPr>
            <a:grpSpLocks/>
          </p:cNvGrpSpPr>
          <p:nvPr/>
        </p:nvGrpSpPr>
        <p:grpSpPr bwMode="auto">
          <a:xfrm>
            <a:off x="7239000" y="5815013"/>
            <a:ext cx="762000" cy="685800"/>
            <a:chOff x="2304" y="2400"/>
            <a:chExt cx="336" cy="336"/>
          </a:xfrm>
        </p:grpSpPr>
        <p:sp>
          <p:nvSpPr>
            <p:cNvPr id="27665" name="Oval 62">
              <a:extLst>
                <a:ext uri="{FF2B5EF4-FFF2-40B4-BE49-F238E27FC236}">
                  <a16:creationId xmlns:a16="http://schemas.microsoft.com/office/drawing/2014/main" id="{C3CD9229-9DFD-47FA-844D-D2CD4FA50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7666" name="Text Box 63">
              <a:extLst>
                <a:ext uri="{FF2B5EF4-FFF2-40B4-BE49-F238E27FC236}">
                  <a16:creationId xmlns:a16="http://schemas.microsoft.com/office/drawing/2014/main" id="{65CEB6C2-E9E9-488E-A834-9DA3A48E6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2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Verdana" panose="020B0604030504040204" pitchFamily="34" charset="0"/>
                </a:rPr>
                <a:t>T</a:t>
              </a:r>
              <a:r>
                <a:rPr lang="en-US" altLang="en-US" sz="2400" b="1" baseline="-25000">
                  <a:latin typeface="Verdana" panose="020B0604030504040204" pitchFamily="34" charset="0"/>
                </a:rPr>
                <a:t>1</a:t>
              </a:r>
              <a:endParaRPr lang="en-US" altLang="en-US" sz="2400" b="1">
                <a:latin typeface="Verdana" panose="020B0604030504040204" pitchFamily="34" charset="0"/>
              </a:endParaRPr>
            </a:p>
          </p:txBody>
        </p:sp>
      </p:grpSp>
      <p:sp>
        <p:nvSpPr>
          <p:cNvPr id="27655" name="Line 90">
            <a:extLst>
              <a:ext uri="{FF2B5EF4-FFF2-40B4-BE49-F238E27FC236}">
                <a16:creationId xmlns:a16="http://schemas.microsoft.com/office/drawing/2014/main" id="{714553A2-1E20-4887-9E7F-199A90D3ED9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59700" y="4989513"/>
            <a:ext cx="685800" cy="8382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56" name="Line 91">
            <a:extLst>
              <a:ext uri="{FF2B5EF4-FFF2-40B4-BE49-F238E27FC236}">
                <a16:creationId xmlns:a16="http://schemas.microsoft.com/office/drawing/2014/main" id="{D3BFF2CA-857E-4DD3-8BAE-3603E455F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902700" y="5065713"/>
            <a:ext cx="0" cy="8382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7657" name="Line 92">
            <a:extLst>
              <a:ext uri="{FF2B5EF4-FFF2-40B4-BE49-F238E27FC236}">
                <a16:creationId xmlns:a16="http://schemas.microsoft.com/office/drawing/2014/main" id="{8EE0B083-6BA8-4BDB-9B24-92BF9D150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79100" y="5065713"/>
            <a:ext cx="381000" cy="7620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27658" name="Group 99">
            <a:extLst>
              <a:ext uri="{FF2B5EF4-FFF2-40B4-BE49-F238E27FC236}">
                <a16:creationId xmlns:a16="http://schemas.microsoft.com/office/drawing/2014/main" id="{F4139908-092F-4639-9138-277A4C2E7234}"/>
              </a:ext>
            </a:extLst>
          </p:cNvPr>
          <p:cNvGrpSpPr>
            <a:grpSpLocks/>
          </p:cNvGrpSpPr>
          <p:nvPr/>
        </p:nvGrpSpPr>
        <p:grpSpPr bwMode="auto">
          <a:xfrm>
            <a:off x="8521700" y="5903913"/>
            <a:ext cx="762000" cy="685800"/>
            <a:chOff x="2304" y="2400"/>
            <a:chExt cx="336" cy="336"/>
          </a:xfrm>
        </p:grpSpPr>
        <p:sp>
          <p:nvSpPr>
            <p:cNvPr id="27663" name="Oval 100">
              <a:extLst>
                <a:ext uri="{FF2B5EF4-FFF2-40B4-BE49-F238E27FC236}">
                  <a16:creationId xmlns:a16="http://schemas.microsoft.com/office/drawing/2014/main" id="{B9D17059-964D-4736-81AC-3BB5D0D80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7664" name="Text Box 101">
              <a:extLst>
                <a:ext uri="{FF2B5EF4-FFF2-40B4-BE49-F238E27FC236}">
                  <a16:creationId xmlns:a16="http://schemas.microsoft.com/office/drawing/2014/main" id="{B968B48E-19CD-4C01-B713-1FF5601D4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2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Verdana" panose="020B0604030504040204" pitchFamily="34" charset="0"/>
                </a:rPr>
                <a:t>T</a:t>
              </a:r>
              <a:r>
                <a:rPr lang="en-US" altLang="en-US" sz="2400" b="1" baseline="-25000">
                  <a:latin typeface="Verdana" panose="020B0604030504040204" pitchFamily="34" charset="0"/>
                </a:rPr>
                <a:t>2</a:t>
              </a:r>
              <a:endParaRPr lang="en-US" altLang="en-US" sz="2400" b="1">
                <a:latin typeface="Verdana" panose="020B0604030504040204" pitchFamily="34" charset="0"/>
              </a:endParaRPr>
            </a:p>
          </p:txBody>
        </p:sp>
      </p:grpSp>
      <p:grpSp>
        <p:nvGrpSpPr>
          <p:cNvPr id="27659" name="Group 102">
            <a:extLst>
              <a:ext uri="{FF2B5EF4-FFF2-40B4-BE49-F238E27FC236}">
                <a16:creationId xmlns:a16="http://schemas.microsoft.com/office/drawing/2014/main" id="{08F73AFC-8631-4182-8627-B0BC385C26B3}"/>
              </a:ext>
            </a:extLst>
          </p:cNvPr>
          <p:cNvGrpSpPr>
            <a:grpSpLocks/>
          </p:cNvGrpSpPr>
          <p:nvPr/>
        </p:nvGrpSpPr>
        <p:grpSpPr bwMode="auto">
          <a:xfrm>
            <a:off x="10579100" y="5827713"/>
            <a:ext cx="762000" cy="685800"/>
            <a:chOff x="2304" y="2400"/>
            <a:chExt cx="336" cy="336"/>
          </a:xfrm>
        </p:grpSpPr>
        <p:sp>
          <p:nvSpPr>
            <p:cNvPr id="27661" name="Oval 103">
              <a:extLst>
                <a:ext uri="{FF2B5EF4-FFF2-40B4-BE49-F238E27FC236}">
                  <a16:creationId xmlns:a16="http://schemas.microsoft.com/office/drawing/2014/main" id="{D2ACAF7D-02F1-4FD7-94DB-CD94B0D58C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400"/>
              <a:ext cx="336" cy="336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7662" name="Text Box 104">
              <a:extLst>
                <a:ext uri="{FF2B5EF4-FFF2-40B4-BE49-F238E27FC236}">
                  <a16:creationId xmlns:a16="http://schemas.microsoft.com/office/drawing/2014/main" id="{B60187E0-F1AC-4D62-877F-AFF69AE489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2448"/>
              <a:ext cx="24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Verdana" panose="020B0604030504040204" pitchFamily="34" charset="0"/>
                </a:rPr>
                <a:t>T</a:t>
              </a:r>
              <a:r>
                <a:rPr lang="en-US" altLang="en-US" sz="2400" b="1" baseline="-25000">
                  <a:latin typeface="Verdana" panose="020B0604030504040204" pitchFamily="34" charset="0"/>
                </a:rPr>
                <a:t>p</a:t>
              </a:r>
              <a:endParaRPr lang="en-US" altLang="en-US" sz="2400" b="1">
                <a:latin typeface="Verdana" panose="020B0604030504040204" pitchFamily="34" charset="0"/>
              </a:endParaRPr>
            </a:p>
          </p:txBody>
        </p:sp>
      </p:grpSp>
      <p:sp>
        <p:nvSpPr>
          <p:cNvPr id="27660" name="Text Box 105">
            <a:extLst>
              <a:ext uri="{FF2B5EF4-FFF2-40B4-BE49-F238E27FC236}">
                <a16:creationId xmlns:a16="http://schemas.microsoft.com/office/drawing/2014/main" id="{D4D7D099-7FC4-4038-B1EA-017A80E133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500" y="6056313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  <a:latin typeface="Verdana" panose="020B0604030504040204" pitchFamily="34" charset="0"/>
              </a:rPr>
              <a:t>. . 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D2FA82B9-488B-4F3B-9D7F-3460FEA79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AA3CDC-0167-484B-B18C-C9FE16F1F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19100"/>
            <a:ext cx="99663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Organizarea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</a:t>
            </a:r>
            <a:r>
              <a:rPr lang="en-US" altLang="en-US" kern="0" dirty="0" err="1"/>
              <a:t>memorie</a:t>
            </a:r>
            <a:r>
              <a:rPr lang="en-US" altLang="en-US" kern="0" dirty="0"/>
              <a:t> a </a:t>
            </a:r>
            <a:r>
              <a:rPr lang="en-US" altLang="en-US" kern="0" dirty="0" err="1"/>
              <a:t>Arborilor</a:t>
            </a:r>
            <a:r>
              <a:rPr lang="en-US" altLang="en-US" kern="0" dirty="0"/>
              <a:t>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127E7F-1917-4765-A65A-CE09071720F1}"/>
              </a:ext>
            </a:extLst>
          </p:cNvPr>
          <p:cNvSpPr txBox="1">
            <a:spLocks noChangeArrowheads="1"/>
          </p:cNvSpPr>
          <p:nvPr/>
        </p:nvSpPr>
        <p:spPr>
          <a:xfrm>
            <a:off x="3124200" y="1524000"/>
            <a:ext cx="84582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Ca arbore </a:t>
            </a:r>
            <a:r>
              <a:rPr lang="en-US" altLang="en-US" sz="2800" kern="0" dirty="0" err="1"/>
              <a:t>binar</a:t>
            </a:r>
            <a:endParaRPr lang="en-US" altLang="en-US" sz="28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i="1" kern="0" dirty="0" err="1"/>
              <a:t>Pointer</a:t>
            </a:r>
            <a:r>
              <a:rPr lang="en-US" altLang="en-US" sz="2400" i="1" kern="0" baseline="-25000" dirty="0" err="1"/>
              <a:t>Left</a:t>
            </a:r>
            <a:r>
              <a:rPr lang="en-US" altLang="en-US" sz="2400" kern="0" dirty="0"/>
              <a:t> </a:t>
            </a:r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refer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prima </a:t>
            </a:r>
            <a:r>
              <a:rPr lang="en-US" altLang="en-US" sz="2000" kern="0" dirty="0" err="1"/>
              <a:t>cheie</a:t>
            </a:r>
            <a:r>
              <a:rPr lang="en-US" altLang="en-US" sz="2000" kern="0" dirty="0"/>
              <a:t> a sub-</a:t>
            </a:r>
            <a:r>
              <a:rPr lang="en-US" altLang="en-US" sz="2000" kern="0" dirty="0" err="1"/>
              <a:t>arborelui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st</a:t>
            </a:r>
            <a:r>
              <a:rPr lang="ro-RO" altLang="en-US" sz="2000" kern="0" dirty="0"/>
              <a:t>â</a:t>
            </a:r>
            <a:r>
              <a:rPr lang="en-US" altLang="en-US" sz="2000" kern="0" dirty="0"/>
              <a:t>ng din </a:t>
            </a:r>
            <a:r>
              <a:rPr lang="en-US" altLang="en-US" sz="2000" kern="0" dirty="0" err="1"/>
              <a:t>Arborele</a:t>
            </a:r>
            <a:r>
              <a:rPr lang="en-US" altLang="en-US" sz="2000" kern="0" dirty="0"/>
              <a:t>-B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i="1" kern="0" dirty="0" err="1"/>
              <a:t>Pointer</a:t>
            </a:r>
            <a:r>
              <a:rPr lang="en-US" altLang="en-US" sz="2400" i="1" kern="0" baseline="-25000" dirty="0" err="1"/>
              <a:t>Right</a:t>
            </a:r>
            <a:r>
              <a:rPr lang="en-US" altLang="en-US" sz="2400" i="1" kern="0" baseline="-25000" dirty="0"/>
              <a:t>/H</a:t>
            </a:r>
            <a:r>
              <a:rPr lang="en-US" altLang="en-US" sz="2400" kern="0" dirty="0"/>
              <a:t> </a:t>
            </a:r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refer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vecinul</a:t>
            </a:r>
            <a:r>
              <a:rPr lang="en-US" altLang="en-US" sz="2000" kern="0" dirty="0"/>
              <a:t> din </a:t>
            </a:r>
            <a:r>
              <a:rPr lang="en-US" altLang="en-US" sz="2000" kern="0" dirty="0" err="1"/>
              <a:t>dreapta</a:t>
            </a:r>
            <a:r>
              <a:rPr lang="en-US" altLang="en-US" sz="2000" kern="0" dirty="0"/>
              <a:t>  </a:t>
            </a:r>
            <a:r>
              <a:rPr lang="ro-RO" altLang="en-US" sz="2000" kern="0" dirty="0"/>
              <a:t>î</a:t>
            </a:r>
            <a:r>
              <a:rPr lang="en-US" altLang="en-US" sz="2000" kern="0" dirty="0"/>
              <a:t>n </a:t>
            </a:r>
            <a:r>
              <a:rPr lang="en-US" altLang="en-US" sz="2000" kern="0" dirty="0" err="1"/>
              <a:t>nodul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Arborelui</a:t>
            </a:r>
            <a:r>
              <a:rPr lang="en-US" altLang="en-US" sz="2000" kern="0" dirty="0"/>
              <a:t>-B</a:t>
            </a:r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refer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prima </a:t>
            </a:r>
            <a:r>
              <a:rPr lang="en-US" altLang="en-US" sz="2000" kern="0" dirty="0" err="1"/>
              <a:t>cheie</a:t>
            </a:r>
            <a:r>
              <a:rPr lang="en-US" altLang="en-US" sz="2000" kern="0" dirty="0"/>
              <a:t> a sub-</a:t>
            </a:r>
            <a:r>
              <a:rPr lang="en-US" altLang="en-US" sz="2000" kern="0" dirty="0" err="1"/>
              <a:t>arborelui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drept</a:t>
            </a:r>
            <a:r>
              <a:rPr lang="en-US" altLang="en-US" sz="2000" kern="0" dirty="0"/>
              <a:t> din </a:t>
            </a:r>
            <a:r>
              <a:rPr lang="en-US" altLang="en-US" sz="2000" kern="0" dirty="0" err="1"/>
              <a:t>Arborele</a:t>
            </a:r>
            <a:r>
              <a:rPr lang="en-US" altLang="en-US" sz="2000" kern="0" dirty="0"/>
              <a:t>-B (</a:t>
            </a:r>
            <a:r>
              <a:rPr lang="en-US" altLang="en-US" sz="2000" kern="0" dirty="0" err="1"/>
              <a:t>dac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e ultima </a:t>
            </a:r>
            <a:r>
              <a:rPr lang="en-US" altLang="en-US" sz="2000" kern="0" dirty="0" err="1"/>
              <a:t>valoare</a:t>
            </a:r>
            <a:r>
              <a:rPr lang="en-US" altLang="en-US" sz="2000" kern="0" dirty="0"/>
              <a:t> a </a:t>
            </a:r>
            <a:r>
              <a:rPr lang="en-US" altLang="en-US" sz="2000" kern="0" dirty="0" err="1"/>
              <a:t>cheii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/>
              <a:t>n </a:t>
            </a:r>
            <a:r>
              <a:rPr lang="en-US" altLang="en-US" sz="2000" kern="0" dirty="0" err="1"/>
              <a:t>nodul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Arborelui</a:t>
            </a:r>
            <a:r>
              <a:rPr lang="en-US" altLang="en-US" sz="2000" kern="0" dirty="0"/>
              <a:t> B)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Flag </a:t>
            </a:r>
            <a:r>
              <a:rPr lang="en-US" altLang="en-US" sz="2400" kern="0" dirty="0" err="1"/>
              <a:t>adi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ional</a:t>
            </a:r>
            <a:r>
              <a:rPr lang="en-US" altLang="en-US" sz="2400" kern="0" dirty="0"/>
              <a:t> / </a:t>
            </a:r>
            <a:r>
              <a:rPr lang="en-US" altLang="en-US" sz="2400" kern="0" dirty="0" err="1"/>
              <a:t>utilizare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semn</a:t>
            </a:r>
            <a:r>
              <a:rPr lang="en-US" altLang="en-US" sz="2400" kern="0" dirty="0"/>
              <a:t> pentru </a:t>
            </a:r>
            <a:r>
              <a:rPr lang="en-US" altLang="en-US" sz="2400" i="1" kern="0" dirty="0"/>
              <a:t>pointer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dreapta</a:t>
            </a:r>
            <a:endParaRPr lang="en-US" altLang="en-US" sz="2400" kern="0" dirty="0"/>
          </a:p>
        </p:txBody>
      </p:sp>
      <p:grpSp>
        <p:nvGrpSpPr>
          <p:cNvPr id="28677" name="Group 4">
            <a:extLst>
              <a:ext uri="{FF2B5EF4-FFF2-40B4-BE49-F238E27FC236}">
                <a16:creationId xmlns:a16="http://schemas.microsoft.com/office/drawing/2014/main" id="{E74F1CFA-6357-4D67-8581-A967B22FD948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4865688"/>
            <a:ext cx="3657600" cy="1382712"/>
            <a:chOff x="576" y="2496"/>
            <a:chExt cx="3648" cy="1355"/>
          </a:xfrm>
        </p:grpSpPr>
        <p:grpSp>
          <p:nvGrpSpPr>
            <p:cNvPr id="28728" name="Group 5">
              <a:extLst>
                <a:ext uri="{FF2B5EF4-FFF2-40B4-BE49-F238E27FC236}">
                  <a16:creationId xmlns:a16="http://schemas.microsoft.com/office/drawing/2014/main" id="{6C4B75C4-10F0-43BA-974B-CFC3630C6C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024"/>
              <a:ext cx="336" cy="346"/>
              <a:chOff x="2304" y="2400"/>
              <a:chExt cx="336" cy="346"/>
            </a:xfrm>
          </p:grpSpPr>
          <p:sp>
            <p:nvSpPr>
              <p:cNvPr id="28777" name="Oval 6">
                <a:extLst>
                  <a:ext uri="{FF2B5EF4-FFF2-40B4-BE49-F238E27FC236}">
                    <a16:creationId xmlns:a16="http://schemas.microsoft.com/office/drawing/2014/main" id="{113321F0-C732-46C0-9DE1-C93778E264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78" name="Text Box 7">
                <a:extLst>
                  <a:ext uri="{FF2B5EF4-FFF2-40B4-BE49-F238E27FC236}">
                    <a16:creationId xmlns:a16="http://schemas.microsoft.com/office/drawing/2014/main" id="{F3E57BC2-E945-4F1A-A5CD-50AD601AB4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7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G</a:t>
                </a:r>
              </a:p>
            </p:txBody>
          </p:sp>
        </p:grpSp>
        <p:grpSp>
          <p:nvGrpSpPr>
            <p:cNvPr id="28729" name="Group 8">
              <a:extLst>
                <a:ext uri="{FF2B5EF4-FFF2-40B4-BE49-F238E27FC236}">
                  <a16:creationId xmlns:a16="http://schemas.microsoft.com/office/drawing/2014/main" id="{BC2B7F26-790B-4C89-83E0-2640DE542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3024"/>
              <a:ext cx="336" cy="346"/>
              <a:chOff x="2304" y="2400"/>
              <a:chExt cx="336" cy="346"/>
            </a:xfrm>
          </p:grpSpPr>
          <p:sp>
            <p:nvSpPr>
              <p:cNvPr id="28775" name="Oval 9">
                <a:extLst>
                  <a:ext uri="{FF2B5EF4-FFF2-40B4-BE49-F238E27FC236}">
                    <a16:creationId xmlns:a16="http://schemas.microsoft.com/office/drawing/2014/main" id="{B11C93A1-D77C-479C-B9ED-D6602620C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76" name="Text Box 10">
                <a:extLst>
                  <a:ext uri="{FF2B5EF4-FFF2-40B4-BE49-F238E27FC236}">
                    <a16:creationId xmlns:a16="http://schemas.microsoft.com/office/drawing/2014/main" id="{A63BB81D-5F8D-40ED-A6B4-848BAFDB2A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447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N</a:t>
                </a:r>
              </a:p>
            </p:txBody>
          </p:sp>
        </p:grpSp>
        <p:grpSp>
          <p:nvGrpSpPr>
            <p:cNvPr id="28730" name="Group 11">
              <a:extLst>
                <a:ext uri="{FF2B5EF4-FFF2-40B4-BE49-F238E27FC236}">
                  <a16:creationId xmlns:a16="http://schemas.microsoft.com/office/drawing/2014/main" id="{3B6B027B-84C4-4073-9286-AEEBEC689F5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3024"/>
              <a:ext cx="336" cy="346"/>
              <a:chOff x="2304" y="2400"/>
              <a:chExt cx="336" cy="346"/>
            </a:xfrm>
          </p:grpSpPr>
          <p:sp>
            <p:nvSpPr>
              <p:cNvPr id="28773" name="Oval 12">
                <a:extLst>
                  <a:ext uri="{FF2B5EF4-FFF2-40B4-BE49-F238E27FC236}">
                    <a16:creationId xmlns:a16="http://schemas.microsoft.com/office/drawing/2014/main" id="{002F271B-7877-4E61-A29A-51E65A43E5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74" name="Text Box 13">
                <a:extLst>
                  <a:ext uri="{FF2B5EF4-FFF2-40B4-BE49-F238E27FC236}">
                    <a16:creationId xmlns:a16="http://schemas.microsoft.com/office/drawing/2014/main" id="{F06ABCE2-3E23-4F97-90E7-5592A8A024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7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S</a:t>
                </a:r>
              </a:p>
            </p:txBody>
          </p:sp>
        </p:grpSp>
        <p:grpSp>
          <p:nvGrpSpPr>
            <p:cNvPr id="28731" name="Group 14">
              <a:extLst>
                <a:ext uri="{FF2B5EF4-FFF2-40B4-BE49-F238E27FC236}">
                  <a16:creationId xmlns:a16="http://schemas.microsoft.com/office/drawing/2014/main" id="{2FF2C2F7-05E3-4D9C-9CF3-E8B115D41B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3504"/>
              <a:ext cx="336" cy="347"/>
              <a:chOff x="2304" y="2400"/>
              <a:chExt cx="336" cy="347"/>
            </a:xfrm>
          </p:grpSpPr>
          <p:sp>
            <p:nvSpPr>
              <p:cNvPr id="28771" name="Oval 15">
                <a:extLst>
                  <a:ext uri="{FF2B5EF4-FFF2-40B4-BE49-F238E27FC236}">
                    <a16:creationId xmlns:a16="http://schemas.microsoft.com/office/drawing/2014/main" id="{2DEF2E75-4807-4F8D-8494-3499159192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72" name="Text Box 16">
                <a:extLst>
                  <a:ext uri="{FF2B5EF4-FFF2-40B4-BE49-F238E27FC236}">
                    <a16:creationId xmlns:a16="http://schemas.microsoft.com/office/drawing/2014/main" id="{DE1599B5-7B48-4246-BCF5-23ACC429CE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I</a:t>
                </a:r>
              </a:p>
            </p:txBody>
          </p:sp>
        </p:grpSp>
        <p:grpSp>
          <p:nvGrpSpPr>
            <p:cNvPr id="28732" name="Group 17">
              <a:extLst>
                <a:ext uri="{FF2B5EF4-FFF2-40B4-BE49-F238E27FC236}">
                  <a16:creationId xmlns:a16="http://schemas.microsoft.com/office/drawing/2014/main" id="{064A9E93-58A1-4F2A-B989-4FFC2330BE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504"/>
              <a:ext cx="336" cy="347"/>
              <a:chOff x="2304" y="2400"/>
              <a:chExt cx="336" cy="347"/>
            </a:xfrm>
          </p:grpSpPr>
          <p:sp>
            <p:nvSpPr>
              <p:cNvPr id="28769" name="Oval 18">
                <a:extLst>
                  <a:ext uri="{FF2B5EF4-FFF2-40B4-BE49-F238E27FC236}">
                    <a16:creationId xmlns:a16="http://schemas.microsoft.com/office/drawing/2014/main" id="{9302C8DE-704F-4161-AAF1-F32B12710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70" name="Text Box 19">
                <a:extLst>
                  <a:ext uri="{FF2B5EF4-FFF2-40B4-BE49-F238E27FC236}">
                    <a16:creationId xmlns:a16="http://schemas.microsoft.com/office/drawing/2014/main" id="{7FB3DB85-4855-4EC9-BE11-CAFFE9FEB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M</a:t>
                </a:r>
              </a:p>
            </p:txBody>
          </p:sp>
        </p:grpSp>
        <p:grpSp>
          <p:nvGrpSpPr>
            <p:cNvPr id="28733" name="Group 20">
              <a:extLst>
                <a:ext uri="{FF2B5EF4-FFF2-40B4-BE49-F238E27FC236}">
                  <a16:creationId xmlns:a16="http://schemas.microsoft.com/office/drawing/2014/main" id="{3E6588AA-CCED-478C-BA2A-D3E22F79A2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3504"/>
              <a:ext cx="336" cy="347"/>
              <a:chOff x="2304" y="2400"/>
              <a:chExt cx="336" cy="347"/>
            </a:xfrm>
          </p:grpSpPr>
          <p:sp>
            <p:nvSpPr>
              <p:cNvPr id="28767" name="Oval 21">
                <a:extLst>
                  <a:ext uri="{FF2B5EF4-FFF2-40B4-BE49-F238E27FC236}">
                    <a16:creationId xmlns:a16="http://schemas.microsoft.com/office/drawing/2014/main" id="{3DD7D44B-28A4-46CA-93C5-F85352C10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68" name="Text Box 22">
                <a:extLst>
                  <a:ext uri="{FF2B5EF4-FFF2-40B4-BE49-F238E27FC236}">
                    <a16:creationId xmlns:a16="http://schemas.microsoft.com/office/drawing/2014/main" id="{ABDB193D-A186-4320-94B0-2C1C2C6362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448"/>
                <a:ext cx="242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P</a:t>
                </a:r>
              </a:p>
            </p:txBody>
          </p:sp>
        </p:grpSp>
        <p:grpSp>
          <p:nvGrpSpPr>
            <p:cNvPr id="28734" name="Group 23">
              <a:extLst>
                <a:ext uri="{FF2B5EF4-FFF2-40B4-BE49-F238E27FC236}">
                  <a16:creationId xmlns:a16="http://schemas.microsoft.com/office/drawing/2014/main" id="{351C471B-DD04-4744-997A-8F13E2023B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6" y="3504"/>
              <a:ext cx="336" cy="347"/>
              <a:chOff x="2304" y="2400"/>
              <a:chExt cx="336" cy="347"/>
            </a:xfrm>
          </p:grpSpPr>
          <p:sp>
            <p:nvSpPr>
              <p:cNvPr id="28765" name="Oval 24">
                <a:extLst>
                  <a:ext uri="{FF2B5EF4-FFF2-40B4-BE49-F238E27FC236}">
                    <a16:creationId xmlns:a16="http://schemas.microsoft.com/office/drawing/2014/main" id="{61AEDAFB-9F8C-4608-8437-DCE668385C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66" name="Text Box 25">
                <a:extLst>
                  <a:ext uri="{FF2B5EF4-FFF2-40B4-BE49-F238E27FC236}">
                    <a16:creationId xmlns:a16="http://schemas.microsoft.com/office/drawing/2014/main" id="{70BC8B69-0494-4086-90E6-AC103849A9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1" y="2448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R</a:t>
                </a:r>
              </a:p>
            </p:txBody>
          </p:sp>
        </p:grpSp>
        <p:sp>
          <p:nvSpPr>
            <p:cNvPr id="28735" name="Line 26">
              <a:extLst>
                <a:ext uri="{FF2B5EF4-FFF2-40B4-BE49-F238E27FC236}">
                  <a16:creationId xmlns:a16="http://schemas.microsoft.com/office/drawing/2014/main" id="{F1DD7D00-A020-4A03-81C9-B4A576DA81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2832"/>
              <a:ext cx="192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36" name="Line 27">
              <a:extLst>
                <a:ext uri="{FF2B5EF4-FFF2-40B4-BE49-F238E27FC236}">
                  <a16:creationId xmlns:a16="http://schemas.microsoft.com/office/drawing/2014/main" id="{9BEB3A2E-E631-4EE7-A90A-F3C2F273EC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04" y="2784"/>
              <a:ext cx="24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37" name="Line 28">
              <a:extLst>
                <a:ext uri="{FF2B5EF4-FFF2-40B4-BE49-F238E27FC236}">
                  <a16:creationId xmlns:a16="http://schemas.microsoft.com/office/drawing/2014/main" id="{03D8A644-A270-4467-8D40-E2614F8CB3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784"/>
              <a:ext cx="24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38" name="Line 29">
              <a:extLst>
                <a:ext uri="{FF2B5EF4-FFF2-40B4-BE49-F238E27FC236}">
                  <a16:creationId xmlns:a16="http://schemas.microsoft.com/office/drawing/2014/main" id="{7A1EEF71-FB78-497D-A8E0-2CF123A00E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8" y="3264"/>
              <a:ext cx="38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39" name="Line 30">
              <a:extLst>
                <a:ext uri="{FF2B5EF4-FFF2-40B4-BE49-F238E27FC236}">
                  <a16:creationId xmlns:a16="http://schemas.microsoft.com/office/drawing/2014/main" id="{BC19BB7D-1FD7-472C-9AC2-98A1BB0DF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33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40" name="Line 31">
              <a:extLst>
                <a:ext uri="{FF2B5EF4-FFF2-40B4-BE49-F238E27FC236}">
                  <a16:creationId xmlns:a16="http://schemas.microsoft.com/office/drawing/2014/main" id="{7539FAC1-26C2-466C-A3D8-EE31F40ABA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3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41" name="Line 32">
              <a:extLst>
                <a:ext uri="{FF2B5EF4-FFF2-40B4-BE49-F238E27FC236}">
                  <a16:creationId xmlns:a16="http://schemas.microsoft.com/office/drawing/2014/main" id="{5A8FCE10-E9BE-4DAF-A0AD-138378EF1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3312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42" name="Line 33">
              <a:extLst>
                <a:ext uri="{FF2B5EF4-FFF2-40B4-BE49-F238E27FC236}">
                  <a16:creationId xmlns:a16="http://schemas.microsoft.com/office/drawing/2014/main" id="{A4D5375D-42FB-44A6-B3D2-31F39E0E64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3312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43" name="Line 34">
              <a:extLst>
                <a:ext uri="{FF2B5EF4-FFF2-40B4-BE49-F238E27FC236}">
                  <a16:creationId xmlns:a16="http://schemas.microsoft.com/office/drawing/2014/main" id="{12861617-80A1-4F54-BEA6-4AA16BA77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312"/>
              <a:ext cx="1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8744" name="Group 35">
              <a:extLst>
                <a:ext uri="{FF2B5EF4-FFF2-40B4-BE49-F238E27FC236}">
                  <a16:creationId xmlns:a16="http://schemas.microsoft.com/office/drawing/2014/main" id="{C7870506-42A7-49B1-9C85-D8BF5D8C9B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4" y="2544"/>
              <a:ext cx="336" cy="347"/>
              <a:chOff x="2304" y="2400"/>
              <a:chExt cx="336" cy="347"/>
            </a:xfrm>
          </p:grpSpPr>
          <p:sp>
            <p:nvSpPr>
              <p:cNvPr id="28763" name="Oval 36">
                <a:extLst>
                  <a:ext uri="{FF2B5EF4-FFF2-40B4-BE49-F238E27FC236}">
                    <a16:creationId xmlns:a16="http://schemas.microsoft.com/office/drawing/2014/main" id="{5EC4668B-71D0-4DF4-BCC5-DB2783104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64" name="Text Box 37">
                <a:extLst>
                  <a:ext uri="{FF2B5EF4-FFF2-40B4-BE49-F238E27FC236}">
                    <a16:creationId xmlns:a16="http://schemas.microsoft.com/office/drawing/2014/main" id="{35F9A580-9A9D-4C83-99BB-46D5B3D202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L</a:t>
                </a:r>
              </a:p>
            </p:txBody>
          </p:sp>
        </p:grpSp>
        <p:grpSp>
          <p:nvGrpSpPr>
            <p:cNvPr id="28745" name="Group 38">
              <a:extLst>
                <a:ext uri="{FF2B5EF4-FFF2-40B4-BE49-F238E27FC236}">
                  <a16:creationId xmlns:a16="http://schemas.microsoft.com/office/drawing/2014/main" id="{55397BFA-51A0-4918-8FCE-7E84951EC6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2496"/>
              <a:ext cx="336" cy="347"/>
              <a:chOff x="2304" y="2400"/>
              <a:chExt cx="336" cy="347"/>
            </a:xfrm>
          </p:grpSpPr>
          <p:sp>
            <p:nvSpPr>
              <p:cNvPr id="28761" name="Oval 39">
                <a:extLst>
                  <a:ext uri="{FF2B5EF4-FFF2-40B4-BE49-F238E27FC236}">
                    <a16:creationId xmlns:a16="http://schemas.microsoft.com/office/drawing/2014/main" id="{F7F57DD8-4156-4F19-8927-03C3795E94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62" name="Text Box 40">
                <a:extLst>
                  <a:ext uri="{FF2B5EF4-FFF2-40B4-BE49-F238E27FC236}">
                    <a16:creationId xmlns:a16="http://schemas.microsoft.com/office/drawing/2014/main" id="{3D42D5B8-ACDA-4715-85A5-258D1DF247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Q</a:t>
                </a:r>
              </a:p>
            </p:txBody>
          </p:sp>
        </p:grpSp>
        <p:sp>
          <p:nvSpPr>
            <p:cNvPr id="28746" name="Line 41">
              <a:extLst>
                <a:ext uri="{FF2B5EF4-FFF2-40B4-BE49-F238E27FC236}">
                  <a16:creationId xmlns:a16="http://schemas.microsoft.com/office/drawing/2014/main" id="{A62CF6F0-7B37-44EE-80A9-1416DFC57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68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8747" name="Group 42">
              <a:extLst>
                <a:ext uri="{FF2B5EF4-FFF2-40B4-BE49-F238E27FC236}">
                  <a16:creationId xmlns:a16="http://schemas.microsoft.com/office/drawing/2014/main" id="{C35FA68B-722A-420B-B4D1-5184E230C2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3504"/>
              <a:ext cx="336" cy="347"/>
              <a:chOff x="2304" y="2400"/>
              <a:chExt cx="336" cy="347"/>
            </a:xfrm>
          </p:grpSpPr>
          <p:sp>
            <p:nvSpPr>
              <p:cNvPr id="28759" name="Oval 43">
                <a:extLst>
                  <a:ext uri="{FF2B5EF4-FFF2-40B4-BE49-F238E27FC236}">
                    <a16:creationId xmlns:a16="http://schemas.microsoft.com/office/drawing/2014/main" id="{D3E3050F-F07C-4766-9788-BF3DF006A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60" name="Text Box 44">
                <a:extLst>
                  <a:ext uri="{FF2B5EF4-FFF2-40B4-BE49-F238E27FC236}">
                    <a16:creationId xmlns:a16="http://schemas.microsoft.com/office/drawing/2014/main" id="{D98F2E35-164D-4AC5-A652-DDCEA1530A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T</a:t>
                </a:r>
              </a:p>
            </p:txBody>
          </p:sp>
        </p:grpSp>
        <p:grpSp>
          <p:nvGrpSpPr>
            <p:cNvPr id="28748" name="Group 45">
              <a:extLst>
                <a:ext uri="{FF2B5EF4-FFF2-40B4-BE49-F238E27FC236}">
                  <a16:creationId xmlns:a16="http://schemas.microsoft.com/office/drawing/2014/main" id="{306A9CB1-E398-4B54-A506-1A232CBF8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3504"/>
              <a:ext cx="336" cy="347"/>
              <a:chOff x="2304" y="2400"/>
              <a:chExt cx="336" cy="347"/>
            </a:xfrm>
          </p:grpSpPr>
          <p:sp>
            <p:nvSpPr>
              <p:cNvPr id="28757" name="Oval 46">
                <a:extLst>
                  <a:ext uri="{FF2B5EF4-FFF2-40B4-BE49-F238E27FC236}">
                    <a16:creationId xmlns:a16="http://schemas.microsoft.com/office/drawing/2014/main" id="{4E46C173-CF23-4238-AA63-78581C0F08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58" name="Text Box 47">
                <a:extLst>
                  <a:ext uri="{FF2B5EF4-FFF2-40B4-BE49-F238E27FC236}">
                    <a16:creationId xmlns:a16="http://schemas.microsoft.com/office/drawing/2014/main" id="{31351874-D965-40BC-B7A1-D12ED3CE9E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1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Z</a:t>
                </a:r>
              </a:p>
            </p:txBody>
          </p:sp>
        </p:grpSp>
        <p:sp>
          <p:nvSpPr>
            <p:cNvPr id="28749" name="Line 48">
              <a:extLst>
                <a:ext uri="{FF2B5EF4-FFF2-40B4-BE49-F238E27FC236}">
                  <a16:creationId xmlns:a16="http://schemas.microsoft.com/office/drawing/2014/main" id="{80977961-A0C9-4502-963F-548FA70DD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696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28750" name="Group 49">
              <a:extLst>
                <a:ext uri="{FF2B5EF4-FFF2-40B4-BE49-F238E27FC236}">
                  <a16:creationId xmlns:a16="http://schemas.microsoft.com/office/drawing/2014/main" id="{5C499CDA-4C5A-4F88-8C8A-A39A639C84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3504"/>
              <a:ext cx="336" cy="347"/>
              <a:chOff x="2304" y="2400"/>
              <a:chExt cx="336" cy="347"/>
            </a:xfrm>
          </p:grpSpPr>
          <p:sp>
            <p:nvSpPr>
              <p:cNvPr id="28755" name="Oval 50">
                <a:extLst>
                  <a:ext uri="{FF2B5EF4-FFF2-40B4-BE49-F238E27FC236}">
                    <a16:creationId xmlns:a16="http://schemas.microsoft.com/office/drawing/2014/main" id="{C67FA63D-7963-4E47-A969-437C4C01C8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56" name="Text Box 51">
                <a:extLst>
                  <a:ext uri="{FF2B5EF4-FFF2-40B4-BE49-F238E27FC236}">
                    <a16:creationId xmlns:a16="http://schemas.microsoft.com/office/drawing/2014/main" id="{A78834FE-A65A-4F81-821D-ACEE617EDC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A</a:t>
                </a:r>
              </a:p>
            </p:txBody>
          </p:sp>
        </p:grpSp>
        <p:grpSp>
          <p:nvGrpSpPr>
            <p:cNvPr id="28751" name="Group 52">
              <a:extLst>
                <a:ext uri="{FF2B5EF4-FFF2-40B4-BE49-F238E27FC236}">
                  <a16:creationId xmlns:a16="http://schemas.microsoft.com/office/drawing/2014/main" id="{AFCB8397-640A-4947-9B02-28F90B6355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3504"/>
              <a:ext cx="336" cy="347"/>
              <a:chOff x="2304" y="2400"/>
              <a:chExt cx="336" cy="347"/>
            </a:xfrm>
          </p:grpSpPr>
          <p:sp>
            <p:nvSpPr>
              <p:cNvPr id="28753" name="Oval 53">
                <a:extLst>
                  <a:ext uri="{FF2B5EF4-FFF2-40B4-BE49-F238E27FC236}">
                    <a16:creationId xmlns:a16="http://schemas.microsoft.com/office/drawing/2014/main" id="{40F24315-EE2A-4CB5-8923-43651EA7DE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54" name="Text Box 54">
                <a:extLst>
                  <a:ext uri="{FF2B5EF4-FFF2-40B4-BE49-F238E27FC236}">
                    <a16:creationId xmlns:a16="http://schemas.microsoft.com/office/drawing/2014/main" id="{F02CC6A7-D482-431C-BF22-65AF90E93E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E</a:t>
                </a:r>
              </a:p>
            </p:txBody>
          </p:sp>
        </p:grpSp>
        <p:sp>
          <p:nvSpPr>
            <p:cNvPr id="28752" name="Line 55">
              <a:extLst>
                <a:ext uri="{FF2B5EF4-FFF2-40B4-BE49-F238E27FC236}">
                  <a16:creationId xmlns:a16="http://schemas.microsoft.com/office/drawing/2014/main" id="{8D47A06A-D831-49C5-BCCE-47542EFDA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3648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8678" name="Group 56">
            <a:extLst>
              <a:ext uri="{FF2B5EF4-FFF2-40B4-BE49-F238E27FC236}">
                <a16:creationId xmlns:a16="http://schemas.microsoft.com/office/drawing/2014/main" id="{25FDE923-6D77-4D6F-BCC6-5F8573B74108}"/>
              </a:ext>
            </a:extLst>
          </p:cNvPr>
          <p:cNvGrpSpPr>
            <a:grpSpLocks/>
          </p:cNvGrpSpPr>
          <p:nvPr/>
        </p:nvGrpSpPr>
        <p:grpSpPr bwMode="auto">
          <a:xfrm>
            <a:off x="6477000" y="1600200"/>
            <a:ext cx="4724400" cy="838200"/>
            <a:chOff x="1488" y="2352"/>
            <a:chExt cx="2976" cy="528"/>
          </a:xfrm>
        </p:grpSpPr>
        <p:sp>
          <p:nvSpPr>
            <p:cNvPr id="28723" name="Rectangle 57">
              <a:extLst>
                <a:ext uri="{FF2B5EF4-FFF2-40B4-BE49-F238E27FC236}">
                  <a16:creationId xmlns:a16="http://schemas.microsoft.com/office/drawing/2014/main" id="{117BCB75-B64C-428B-9DAA-82E917503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52"/>
              <a:ext cx="2880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8724" name="Text Box 58">
              <a:extLst>
                <a:ext uri="{FF2B5EF4-FFF2-40B4-BE49-F238E27FC236}">
                  <a16:creationId xmlns:a16="http://schemas.microsoft.com/office/drawing/2014/main" id="{600B2D17-A8FA-4C70-9C77-B57221C2CB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496"/>
              <a:ext cx="29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solidFill>
                    <a:schemeClr val="hlink"/>
                  </a:solidFill>
                  <a:latin typeface="Verdana" panose="020B0604030504040204" pitchFamily="34" charset="0"/>
                </a:rPr>
                <a:t>K Data   </a:t>
              </a:r>
              <a:r>
                <a:rPr lang="en-US" altLang="en-US" sz="2000">
                  <a:solidFill>
                    <a:schemeClr val="hlink"/>
                  </a:solidFill>
                  <a:latin typeface="Verdana" panose="020B0604030504040204" pitchFamily="34" charset="0"/>
                </a:rPr>
                <a:t>Pointer</a:t>
              </a:r>
              <a:r>
                <a:rPr lang="en-US" altLang="en-US" sz="2000" baseline="-25000">
                  <a:solidFill>
                    <a:schemeClr val="hlink"/>
                  </a:solidFill>
                  <a:latin typeface="Verdana" panose="020B0604030504040204" pitchFamily="34" charset="0"/>
                </a:rPr>
                <a:t>Left</a:t>
              </a:r>
              <a:r>
                <a:rPr lang="en-US" altLang="en-US" sz="2000">
                  <a:solidFill>
                    <a:schemeClr val="hlink"/>
                  </a:solidFill>
                  <a:latin typeface="Verdana" panose="020B0604030504040204" pitchFamily="34" charset="0"/>
                </a:rPr>
                <a:t>   </a:t>
              </a:r>
              <a:r>
                <a:rPr lang="en-US" altLang="en-US" sz="2000">
                  <a:solidFill>
                    <a:schemeClr val="folHlink"/>
                  </a:solidFill>
                  <a:latin typeface="Verdana" panose="020B0604030504040204" pitchFamily="34" charset="0"/>
                </a:rPr>
                <a:t>Pointer</a:t>
              </a:r>
              <a:r>
                <a:rPr lang="en-US" altLang="en-US" sz="2000" baseline="-25000">
                  <a:solidFill>
                    <a:schemeClr val="folHlink"/>
                  </a:solidFill>
                  <a:latin typeface="Verdana" panose="020B0604030504040204" pitchFamily="34" charset="0"/>
                </a:rPr>
                <a:t>Right/H</a:t>
              </a:r>
              <a:endParaRPr lang="en-US" altLang="en-US" sz="2000">
                <a:solidFill>
                  <a:schemeClr val="folHlink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8725" name="Line 59">
              <a:extLst>
                <a:ext uri="{FF2B5EF4-FFF2-40B4-BE49-F238E27FC236}">
                  <a16:creationId xmlns:a16="http://schemas.microsoft.com/office/drawing/2014/main" id="{61098652-06B8-451C-83C1-2E327F297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26" name="Line 60">
              <a:extLst>
                <a:ext uri="{FF2B5EF4-FFF2-40B4-BE49-F238E27FC236}">
                  <a16:creationId xmlns:a16="http://schemas.microsoft.com/office/drawing/2014/main" id="{4FEBD222-63C4-4AE9-9844-191E066D2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8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727" name="Line 61">
              <a:extLst>
                <a:ext uri="{FF2B5EF4-FFF2-40B4-BE49-F238E27FC236}">
                  <a16:creationId xmlns:a16="http://schemas.microsoft.com/office/drawing/2014/main" id="{27034AEF-347A-4572-9E2B-A8F5D55B67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2352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8679" name="Group 62">
            <a:extLst>
              <a:ext uri="{FF2B5EF4-FFF2-40B4-BE49-F238E27FC236}">
                <a16:creationId xmlns:a16="http://schemas.microsoft.com/office/drawing/2014/main" id="{ADF55B9E-CB0E-480D-8A99-B9BCC9D3DD0C}"/>
              </a:ext>
            </a:extLst>
          </p:cNvPr>
          <p:cNvGrpSpPr>
            <a:grpSpLocks/>
          </p:cNvGrpSpPr>
          <p:nvPr/>
        </p:nvGrpSpPr>
        <p:grpSpPr bwMode="auto">
          <a:xfrm>
            <a:off x="3124200" y="4876800"/>
            <a:ext cx="3733800" cy="1447800"/>
            <a:chOff x="432" y="864"/>
            <a:chExt cx="3216" cy="1344"/>
          </a:xfrm>
        </p:grpSpPr>
        <p:grpSp>
          <p:nvGrpSpPr>
            <p:cNvPr id="28681" name="Group 63">
              <a:extLst>
                <a:ext uri="{FF2B5EF4-FFF2-40B4-BE49-F238E27FC236}">
                  <a16:creationId xmlns:a16="http://schemas.microsoft.com/office/drawing/2014/main" id="{3306C6C8-E77D-4A5F-8467-64D9E1C1F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864"/>
              <a:ext cx="720" cy="336"/>
              <a:chOff x="1920" y="2400"/>
              <a:chExt cx="336" cy="336"/>
            </a:xfrm>
          </p:grpSpPr>
          <p:sp>
            <p:nvSpPr>
              <p:cNvPr id="28720" name="Oval 64">
                <a:extLst>
                  <a:ext uri="{FF2B5EF4-FFF2-40B4-BE49-F238E27FC236}">
                    <a16:creationId xmlns:a16="http://schemas.microsoft.com/office/drawing/2014/main" id="{834A2CD4-00A8-4EEB-8694-0FDCC3791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21" name="Text Box 65">
                <a:extLst>
                  <a:ext uri="{FF2B5EF4-FFF2-40B4-BE49-F238E27FC236}">
                    <a16:creationId xmlns:a16="http://schemas.microsoft.com/office/drawing/2014/main" id="{58E340BA-B2DF-44A3-AA9F-F83DD297D8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L;Q</a:t>
                </a:r>
              </a:p>
            </p:txBody>
          </p:sp>
          <p:sp>
            <p:nvSpPr>
              <p:cNvPr id="28722" name="Text Box 66">
                <a:extLst>
                  <a:ext uri="{FF2B5EF4-FFF2-40B4-BE49-F238E27FC236}">
                    <a16:creationId xmlns:a16="http://schemas.microsoft.com/office/drawing/2014/main" id="{7CDEF9F8-FC33-41B2-80D2-CCBB48A172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40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8682" name="Group 67">
              <a:extLst>
                <a:ext uri="{FF2B5EF4-FFF2-40B4-BE49-F238E27FC236}">
                  <a16:creationId xmlns:a16="http://schemas.microsoft.com/office/drawing/2014/main" id="{D3ABBDE1-3CAB-4E35-AD70-BB6A6F4A03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0" y="1392"/>
              <a:ext cx="336" cy="336"/>
              <a:chOff x="2304" y="2400"/>
              <a:chExt cx="336" cy="336"/>
            </a:xfrm>
          </p:grpSpPr>
          <p:sp>
            <p:nvSpPr>
              <p:cNvPr id="28718" name="Oval 68">
                <a:extLst>
                  <a:ext uri="{FF2B5EF4-FFF2-40B4-BE49-F238E27FC236}">
                    <a16:creationId xmlns:a16="http://schemas.microsoft.com/office/drawing/2014/main" id="{2DA35B31-92D2-40FD-9275-AE64B6B737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19" name="Text Box 69">
                <a:extLst>
                  <a:ext uri="{FF2B5EF4-FFF2-40B4-BE49-F238E27FC236}">
                    <a16:creationId xmlns:a16="http://schemas.microsoft.com/office/drawing/2014/main" id="{E6E78B40-1758-4B99-A2EF-5C43A78D14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G</a:t>
                </a:r>
              </a:p>
            </p:txBody>
          </p:sp>
        </p:grpSp>
        <p:grpSp>
          <p:nvGrpSpPr>
            <p:cNvPr id="28683" name="Group 70">
              <a:extLst>
                <a:ext uri="{FF2B5EF4-FFF2-40B4-BE49-F238E27FC236}">
                  <a16:creationId xmlns:a16="http://schemas.microsoft.com/office/drawing/2014/main" id="{1E01F787-1928-4C69-90D3-855D752324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0" y="1392"/>
              <a:ext cx="336" cy="336"/>
              <a:chOff x="2304" y="2400"/>
              <a:chExt cx="336" cy="336"/>
            </a:xfrm>
          </p:grpSpPr>
          <p:sp>
            <p:nvSpPr>
              <p:cNvPr id="28716" name="Oval 71">
                <a:extLst>
                  <a:ext uri="{FF2B5EF4-FFF2-40B4-BE49-F238E27FC236}">
                    <a16:creationId xmlns:a16="http://schemas.microsoft.com/office/drawing/2014/main" id="{AB37A7C8-B1CA-41BE-8CD4-04C8EE5EB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17" name="Text Box 72">
                <a:extLst>
                  <a:ext uri="{FF2B5EF4-FFF2-40B4-BE49-F238E27FC236}">
                    <a16:creationId xmlns:a16="http://schemas.microsoft.com/office/drawing/2014/main" id="{3F821DC6-E608-4684-AB92-3BB5DBB427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N</a:t>
                </a:r>
              </a:p>
            </p:txBody>
          </p:sp>
        </p:grpSp>
        <p:grpSp>
          <p:nvGrpSpPr>
            <p:cNvPr id="28684" name="Group 73">
              <a:extLst>
                <a:ext uri="{FF2B5EF4-FFF2-40B4-BE49-F238E27FC236}">
                  <a16:creationId xmlns:a16="http://schemas.microsoft.com/office/drawing/2014/main" id="{B020EAE8-7093-4BF2-9832-BFB17E011D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392"/>
              <a:ext cx="336" cy="336"/>
              <a:chOff x="2304" y="2400"/>
              <a:chExt cx="336" cy="336"/>
            </a:xfrm>
          </p:grpSpPr>
          <p:sp>
            <p:nvSpPr>
              <p:cNvPr id="28714" name="Oval 74">
                <a:extLst>
                  <a:ext uri="{FF2B5EF4-FFF2-40B4-BE49-F238E27FC236}">
                    <a16:creationId xmlns:a16="http://schemas.microsoft.com/office/drawing/2014/main" id="{8F14E8CA-E033-4DCF-A5B1-64F640A79F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15" name="Text Box 75">
                <a:extLst>
                  <a:ext uri="{FF2B5EF4-FFF2-40B4-BE49-F238E27FC236}">
                    <a16:creationId xmlns:a16="http://schemas.microsoft.com/office/drawing/2014/main" id="{0E5DE53D-BC62-42BA-9F45-E63CD1EE5D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8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S</a:t>
                </a:r>
              </a:p>
            </p:txBody>
          </p:sp>
        </p:grpSp>
        <p:grpSp>
          <p:nvGrpSpPr>
            <p:cNvPr id="28685" name="Group 76">
              <a:extLst>
                <a:ext uri="{FF2B5EF4-FFF2-40B4-BE49-F238E27FC236}">
                  <a16:creationId xmlns:a16="http://schemas.microsoft.com/office/drawing/2014/main" id="{53649D13-8FB2-478D-B1EE-1949781F3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872"/>
              <a:ext cx="336" cy="336"/>
              <a:chOff x="2304" y="2400"/>
              <a:chExt cx="336" cy="336"/>
            </a:xfrm>
          </p:grpSpPr>
          <p:sp>
            <p:nvSpPr>
              <p:cNvPr id="28712" name="Oval 77">
                <a:extLst>
                  <a:ext uri="{FF2B5EF4-FFF2-40B4-BE49-F238E27FC236}">
                    <a16:creationId xmlns:a16="http://schemas.microsoft.com/office/drawing/2014/main" id="{C6DA3BC3-B682-440C-9AFA-D32B50353B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13" name="Text Box 78">
                <a:extLst>
                  <a:ext uri="{FF2B5EF4-FFF2-40B4-BE49-F238E27FC236}">
                    <a16:creationId xmlns:a16="http://schemas.microsoft.com/office/drawing/2014/main" id="{ECCA91EE-3450-4E08-985C-5B49F8FB94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I</a:t>
                </a:r>
              </a:p>
            </p:txBody>
          </p:sp>
        </p:grpSp>
        <p:grpSp>
          <p:nvGrpSpPr>
            <p:cNvPr id="28686" name="Group 79">
              <a:extLst>
                <a:ext uri="{FF2B5EF4-FFF2-40B4-BE49-F238E27FC236}">
                  <a16:creationId xmlns:a16="http://schemas.microsoft.com/office/drawing/2014/main" id="{62BD4F04-AFE3-418B-92DC-697E6D5FD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72"/>
              <a:ext cx="720" cy="336"/>
              <a:chOff x="1920" y="2400"/>
              <a:chExt cx="336" cy="336"/>
            </a:xfrm>
          </p:grpSpPr>
          <p:sp>
            <p:nvSpPr>
              <p:cNvPr id="28709" name="Oval 80">
                <a:extLst>
                  <a:ext uri="{FF2B5EF4-FFF2-40B4-BE49-F238E27FC236}">
                    <a16:creationId xmlns:a16="http://schemas.microsoft.com/office/drawing/2014/main" id="{0D86B374-6C48-46A8-95F7-F8C530FCE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10" name="Text Box 81">
                <a:extLst>
                  <a:ext uri="{FF2B5EF4-FFF2-40B4-BE49-F238E27FC236}">
                    <a16:creationId xmlns:a16="http://schemas.microsoft.com/office/drawing/2014/main" id="{D16C1907-B2AE-4D83-8ABD-349B9ADCDE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A;E</a:t>
                </a:r>
              </a:p>
            </p:txBody>
          </p:sp>
          <p:sp>
            <p:nvSpPr>
              <p:cNvPr id="28711" name="Text Box 82">
                <a:extLst>
                  <a:ext uri="{FF2B5EF4-FFF2-40B4-BE49-F238E27FC236}">
                    <a16:creationId xmlns:a16="http://schemas.microsoft.com/office/drawing/2014/main" id="{A0859816-9DD2-4697-A53A-FEC95FBBD6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400">
                  <a:latin typeface="Verdana" panose="020B0604030504040204" pitchFamily="34" charset="0"/>
                </a:endParaRPr>
              </a:p>
            </p:txBody>
          </p:sp>
        </p:grpSp>
        <p:grpSp>
          <p:nvGrpSpPr>
            <p:cNvPr id="28687" name="Group 83">
              <a:extLst>
                <a:ext uri="{FF2B5EF4-FFF2-40B4-BE49-F238E27FC236}">
                  <a16:creationId xmlns:a16="http://schemas.microsoft.com/office/drawing/2014/main" id="{8E0F1449-60E1-46B3-A015-998BEB2414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872"/>
              <a:ext cx="336" cy="336"/>
              <a:chOff x="2304" y="2400"/>
              <a:chExt cx="336" cy="336"/>
            </a:xfrm>
          </p:grpSpPr>
          <p:sp>
            <p:nvSpPr>
              <p:cNvPr id="28707" name="Oval 84">
                <a:extLst>
                  <a:ext uri="{FF2B5EF4-FFF2-40B4-BE49-F238E27FC236}">
                    <a16:creationId xmlns:a16="http://schemas.microsoft.com/office/drawing/2014/main" id="{3B70AF57-88E1-40FC-B71F-F460EC4B4E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08" name="Text Box 85">
                <a:extLst>
                  <a:ext uri="{FF2B5EF4-FFF2-40B4-BE49-F238E27FC236}">
                    <a16:creationId xmlns:a16="http://schemas.microsoft.com/office/drawing/2014/main" id="{5F8F8E16-9D1C-4C89-8756-3BF0AFE6AF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M</a:t>
                </a:r>
              </a:p>
            </p:txBody>
          </p:sp>
        </p:grpSp>
        <p:grpSp>
          <p:nvGrpSpPr>
            <p:cNvPr id="28688" name="Group 86">
              <a:extLst>
                <a:ext uri="{FF2B5EF4-FFF2-40B4-BE49-F238E27FC236}">
                  <a16:creationId xmlns:a16="http://schemas.microsoft.com/office/drawing/2014/main" id="{564781AA-6C81-4054-AC10-F7178394CE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2" y="1872"/>
              <a:ext cx="336" cy="336"/>
              <a:chOff x="2304" y="2400"/>
              <a:chExt cx="336" cy="336"/>
            </a:xfrm>
          </p:grpSpPr>
          <p:sp>
            <p:nvSpPr>
              <p:cNvPr id="28705" name="Oval 87">
                <a:extLst>
                  <a:ext uri="{FF2B5EF4-FFF2-40B4-BE49-F238E27FC236}">
                    <a16:creationId xmlns:a16="http://schemas.microsoft.com/office/drawing/2014/main" id="{A07C3BEC-B4CA-4D74-8F07-5494719B3A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06" name="Text Box 88">
                <a:extLst>
                  <a:ext uri="{FF2B5EF4-FFF2-40B4-BE49-F238E27FC236}">
                    <a16:creationId xmlns:a16="http://schemas.microsoft.com/office/drawing/2014/main" id="{E4C47849-0710-45CE-8924-BEECC2F419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P</a:t>
                </a:r>
              </a:p>
            </p:txBody>
          </p:sp>
        </p:grpSp>
        <p:grpSp>
          <p:nvGrpSpPr>
            <p:cNvPr id="28689" name="Group 89">
              <a:extLst>
                <a:ext uri="{FF2B5EF4-FFF2-40B4-BE49-F238E27FC236}">
                  <a16:creationId xmlns:a16="http://schemas.microsoft.com/office/drawing/2014/main" id="{75C705E1-B982-4860-B5B1-B560E98B20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872"/>
              <a:ext cx="336" cy="336"/>
              <a:chOff x="2304" y="2400"/>
              <a:chExt cx="336" cy="336"/>
            </a:xfrm>
          </p:grpSpPr>
          <p:sp>
            <p:nvSpPr>
              <p:cNvPr id="28703" name="Oval 90">
                <a:extLst>
                  <a:ext uri="{FF2B5EF4-FFF2-40B4-BE49-F238E27FC236}">
                    <a16:creationId xmlns:a16="http://schemas.microsoft.com/office/drawing/2014/main" id="{5572BA97-A9EC-4E4D-B6EF-2992CC4E2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04" name="Text Box 91">
                <a:extLst>
                  <a:ext uri="{FF2B5EF4-FFF2-40B4-BE49-F238E27FC236}">
                    <a16:creationId xmlns:a16="http://schemas.microsoft.com/office/drawing/2014/main" id="{70547945-2FE0-447D-8380-BB6EF0178C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R</a:t>
                </a:r>
              </a:p>
            </p:txBody>
          </p:sp>
        </p:grpSp>
        <p:grpSp>
          <p:nvGrpSpPr>
            <p:cNvPr id="28690" name="Group 92">
              <a:extLst>
                <a:ext uri="{FF2B5EF4-FFF2-40B4-BE49-F238E27FC236}">
                  <a16:creationId xmlns:a16="http://schemas.microsoft.com/office/drawing/2014/main" id="{A09ADF95-7360-4163-AD61-E5EAF39338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1872"/>
              <a:ext cx="720" cy="336"/>
              <a:chOff x="1920" y="2400"/>
              <a:chExt cx="336" cy="336"/>
            </a:xfrm>
          </p:grpSpPr>
          <p:sp>
            <p:nvSpPr>
              <p:cNvPr id="28700" name="Oval 93">
                <a:extLst>
                  <a:ext uri="{FF2B5EF4-FFF2-40B4-BE49-F238E27FC236}">
                    <a16:creationId xmlns:a16="http://schemas.microsoft.com/office/drawing/2014/main" id="{A5F20845-472E-4A43-B061-E16A1F9E34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0" y="2400"/>
                <a:ext cx="336" cy="33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8701" name="Text Box 94">
                <a:extLst>
                  <a:ext uri="{FF2B5EF4-FFF2-40B4-BE49-F238E27FC236}">
                    <a16:creationId xmlns:a16="http://schemas.microsoft.com/office/drawing/2014/main" id="{C23A3615-FB03-45CB-854E-FA70AC7EE2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400">
                    <a:latin typeface="Verdana" panose="020B0604030504040204" pitchFamily="34" charset="0"/>
                  </a:rPr>
                  <a:t>T;Z</a:t>
                </a:r>
              </a:p>
            </p:txBody>
          </p:sp>
          <p:sp>
            <p:nvSpPr>
              <p:cNvPr id="28702" name="Text Box 95">
                <a:extLst>
                  <a:ext uri="{FF2B5EF4-FFF2-40B4-BE49-F238E27FC236}">
                    <a16:creationId xmlns:a16="http://schemas.microsoft.com/office/drawing/2014/main" id="{98B0880D-CBD6-4509-8B48-BDC2F40EFF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68" y="2449"/>
                <a:ext cx="240" cy="2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400">
                  <a:latin typeface="Verdana" panose="020B0604030504040204" pitchFamily="34" charset="0"/>
                </a:endParaRPr>
              </a:p>
            </p:txBody>
          </p:sp>
        </p:grpSp>
        <p:sp>
          <p:nvSpPr>
            <p:cNvPr id="28691" name="Line 96">
              <a:extLst>
                <a:ext uri="{FF2B5EF4-FFF2-40B4-BE49-F238E27FC236}">
                  <a16:creationId xmlns:a16="http://schemas.microsoft.com/office/drawing/2014/main" id="{1DDD84D1-E776-4473-977B-EB758FCF60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152"/>
              <a:ext cx="57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2" name="Line 97">
              <a:extLst>
                <a:ext uri="{FF2B5EF4-FFF2-40B4-BE49-F238E27FC236}">
                  <a16:creationId xmlns:a16="http://schemas.microsoft.com/office/drawing/2014/main" id="{664C24D5-59C4-4221-8A93-8DFAB77374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20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3" name="Line 98">
              <a:extLst>
                <a:ext uri="{FF2B5EF4-FFF2-40B4-BE49-F238E27FC236}">
                  <a16:creationId xmlns:a16="http://schemas.microsoft.com/office/drawing/2014/main" id="{94104967-5508-4D6B-B890-46181F8172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104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4" name="Line 99">
              <a:extLst>
                <a:ext uri="{FF2B5EF4-FFF2-40B4-BE49-F238E27FC236}">
                  <a16:creationId xmlns:a16="http://schemas.microsoft.com/office/drawing/2014/main" id="{0AB6ABF3-32CD-40AE-B6CD-C8FE597078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6" y="1680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5" name="Line 100">
              <a:extLst>
                <a:ext uri="{FF2B5EF4-FFF2-40B4-BE49-F238E27FC236}">
                  <a16:creationId xmlns:a16="http://schemas.microsoft.com/office/drawing/2014/main" id="{9E72B57E-F9FA-4AF9-A1C7-C03FAC0F0C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68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6" name="Line 101">
              <a:extLst>
                <a:ext uri="{FF2B5EF4-FFF2-40B4-BE49-F238E27FC236}">
                  <a16:creationId xmlns:a16="http://schemas.microsoft.com/office/drawing/2014/main" id="{FE64AC22-D24A-4A49-A1B3-FB5DCBB03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68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7" name="Line 102">
              <a:extLst>
                <a:ext uri="{FF2B5EF4-FFF2-40B4-BE49-F238E27FC236}">
                  <a16:creationId xmlns:a16="http://schemas.microsoft.com/office/drawing/2014/main" id="{45453CA1-E200-4B5A-8CA6-209332CCC2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680"/>
              <a:ext cx="4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8" name="Line 103">
              <a:extLst>
                <a:ext uri="{FF2B5EF4-FFF2-40B4-BE49-F238E27FC236}">
                  <a16:creationId xmlns:a16="http://schemas.microsoft.com/office/drawing/2014/main" id="{A7DCEDDE-E5DB-4D4B-89AD-0B8F25E0FF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36" y="1680"/>
              <a:ext cx="9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699" name="Line 104">
              <a:extLst>
                <a:ext uri="{FF2B5EF4-FFF2-40B4-BE49-F238E27FC236}">
                  <a16:creationId xmlns:a16="http://schemas.microsoft.com/office/drawing/2014/main" id="{80420ACB-FB57-42D7-8387-DEBC16202F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8" y="1632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8680" name="Line 105">
            <a:extLst>
              <a:ext uri="{FF2B5EF4-FFF2-40B4-BE49-F238E27FC236}">
                <a16:creationId xmlns:a16="http://schemas.microsoft.com/office/drawing/2014/main" id="{C8B9C279-2617-41CC-9FE6-916E26D95E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486400"/>
            <a:ext cx="7620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5634C3E-B317-4E10-9219-97434689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8600"/>
            <a:ext cx="10515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D0807-6BE4-4F1C-BD66-5B965DE06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54013"/>
            <a:ext cx="8153400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Organizarea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</a:t>
            </a:r>
            <a:r>
              <a:rPr lang="en-US" altLang="en-US" kern="0" dirty="0" err="1"/>
              <a:t>memorie</a:t>
            </a:r>
            <a:r>
              <a:rPr lang="en-US" altLang="en-US" kern="0" dirty="0"/>
              <a:t> a </a:t>
            </a:r>
            <a:r>
              <a:rPr lang="en-US" altLang="en-US" kern="0" dirty="0" err="1"/>
              <a:t>Arborilor</a:t>
            </a:r>
            <a:r>
              <a:rPr lang="en-US" altLang="en-US" kern="0" dirty="0"/>
              <a:t>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328081-4A05-42EE-9065-6D325CC78528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0" y="1371600"/>
            <a:ext cx="9067800" cy="2590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Alocare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memorie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pentru</a:t>
            </a:r>
            <a:r>
              <a:rPr lang="en-US" altLang="en-US" sz="2800" kern="0" dirty="0"/>
              <a:t> a </a:t>
            </a:r>
            <a:r>
              <a:rPr lang="en-US" altLang="en-US" sz="2800" kern="0" dirty="0" err="1"/>
              <a:t>stoca</a:t>
            </a:r>
            <a:r>
              <a:rPr lang="en-US" altLang="en-US" sz="2800" kern="0" dirty="0"/>
              <a:t> m-1 </a:t>
            </a:r>
            <a:r>
              <a:rPr lang="en-US" altLang="en-US" sz="2800" kern="0" dirty="0" err="1"/>
              <a:t>chei</a:t>
            </a:r>
            <a:r>
              <a:rPr lang="en-US" altLang="en-US" sz="2800" kern="0" dirty="0"/>
              <a:t> per nod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N – num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r de </a:t>
            </a:r>
            <a:r>
              <a:rPr lang="en-US" altLang="en-US" sz="2400" kern="0" dirty="0" err="1"/>
              <a:t>chei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stocate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K</a:t>
            </a:r>
            <a:r>
              <a:rPr lang="en-US" altLang="en-US" sz="2400" kern="0" baseline="-25000" dirty="0"/>
              <a:t>i</a:t>
            </a:r>
            <a:r>
              <a:rPr lang="en-US" altLang="en-US" sz="2400" kern="0" dirty="0"/>
              <a:t> – </a:t>
            </a:r>
            <a:r>
              <a:rPr lang="en-US" altLang="en-US" sz="2400" kern="0" dirty="0" err="1"/>
              <a:t>valoarea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cheii</a:t>
            </a:r>
            <a:r>
              <a:rPr lang="en-US" altLang="en-US" sz="2400" kern="0" dirty="0"/>
              <a:t>, </a:t>
            </a:r>
            <a:r>
              <a:rPr lang="en-US" altLang="en-US" sz="2400" kern="0" dirty="0" err="1"/>
              <a:t>AD</a:t>
            </a:r>
            <a:r>
              <a:rPr lang="en-US" altLang="en-US" sz="2400" kern="0" baseline="-25000" dirty="0" err="1"/>
              <a:t>i</a:t>
            </a:r>
            <a:r>
              <a:rPr lang="en-US" altLang="en-US" sz="2400" kern="0" dirty="0"/>
              <a:t> – </a:t>
            </a:r>
            <a:r>
              <a:rPr lang="en-US" altLang="en-US" sz="2400" kern="0" dirty="0" err="1"/>
              <a:t>adresa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rii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Point</a:t>
            </a:r>
            <a:r>
              <a:rPr lang="en-US" altLang="en-US" sz="2400" kern="0" baseline="-25000" dirty="0" err="1"/>
              <a:t>i</a:t>
            </a:r>
            <a:r>
              <a:rPr lang="en-US" altLang="en-US" sz="2400" kern="0" dirty="0"/>
              <a:t> – refer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un sub-arbore</a:t>
            </a:r>
          </a:p>
          <a:p>
            <a:pPr marL="457200" lvl="1" indent="0" eaLnBrk="1" hangingPunct="1">
              <a:defRPr/>
            </a:pPr>
            <a:endParaRPr lang="en-US" altLang="en-US" sz="2400" kern="0" dirty="0"/>
          </a:p>
          <a:p>
            <a:pPr marL="457200" lvl="1" indent="0" eaLnBrk="1" hangingPunct="1">
              <a:defRPr/>
            </a:pPr>
            <a:endParaRPr lang="en-US" altLang="en-US" sz="2400" kern="0" dirty="0"/>
          </a:p>
          <a:p>
            <a:pPr eaLnBrk="1" hangingPunct="1">
              <a:defRPr/>
            </a:pPr>
            <a:endParaRPr lang="en-US" altLang="en-US" sz="2800" kern="0" dirty="0"/>
          </a:p>
        </p:txBody>
      </p:sp>
      <p:grpSp>
        <p:nvGrpSpPr>
          <p:cNvPr id="29701" name="Group 26">
            <a:extLst>
              <a:ext uri="{FF2B5EF4-FFF2-40B4-BE49-F238E27FC236}">
                <a16:creationId xmlns:a16="http://schemas.microsoft.com/office/drawing/2014/main" id="{523F0284-947F-425E-9AF8-BE64D2BA424E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213100"/>
            <a:ext cx="5943600" cy="838200"/>
            <a:chOff x="2112" y="1920"/>
            <a:chExt cx="3744" cy="528"/>
          </a:xfrm>
        </p:grpSpPr>
        <p:sp>
          <p:nvSpPr>
            <p:cNvPr id="29711" name="Rectangle 16">
              <a:extLst>
                <a:ext uri="{FF2B5EF4-FFF2-40B4-BE49-F238E27FC236}">
                  <a16:creationId xmlns:a16="http://schemas.microsoft.com/office/drawing/2014/main" id="{396BB683-93A3-4439-87F9-44875E654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920"/>
              <a:ext cx="3504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9712" name="Text Box 17">
              <a:extLst>
                <a:ext uri="{FF2B5EF4-FFF2-40B4-BE49-F238E27FC236}">
                  <a16:creationId xmlns:a16="http://schemas.microsoft.com/office/drawing/2014/main" id="{39CD79A7-78F1-41D0-80E5-CB90D0E16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064"/>
              <a:ext cx="36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N 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  </a:t>
              </a:r>
              <a:r>
                <a:rPr lang="en-US" altLang="en-US" sz="2400">
                  <a:latin typeface="Verdana" panose="020B0604030504040204" pitchFamily="34" charset="0"/>
                </a:rPr>
                <a:t>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  <a:r>
                <a:rPr lang="en-US" altLang="en-US" sz="2400">
                  <a:latin typeface="Verdana" panose="020B0604030504040204" pitchFamily="34" charset="0"/>
                </a:rPr>
                <a:t> . . .  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m-1</a:t>
              </a:r>
              <a:r>
                <a:rPr lang="en-US" altLang="en-US" sz="2400">
                  <a:latin typeface="Verdana" panose="020B0604030504040204" pitchFamily="34" charset="0"/>
                </a:rPr>
                <a:t> Point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  <a:r>
                <a:rPr lang="en-US" altLang="en-US" sz="2400">
                  <a:latin typeface="Verdana" panose="020B0604030504040204" pitchFamily="34" charset="0"/>
                </a:rPr>
                <a:t> . . . Point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29713" name="Line 18">
              <a:extLst>
                <a:ext uri="{FF2B5EF4-FFF2-40B4-BE49-F238E27FC236}">
                  <a16:creationId xmlns:a16="http://schemas.microsoft.com/office/drawing/2014/main" id="{8F126219-F1CF-4971-96FD-8C099ACF3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4" name="Line 19">
              <a:extLst>
                <a:ext uri="{FF2B5EF4-FFF2-40B4-BE49-F238E27FC236}">
                  <a16:creationId xmlns:a16="http://schemas.microsoft.com/office/drawing/2014/main" id="{AD8E4815-A6B9-40B7-851E-FD44EEC6C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5" name="Line 20">
              <a:extLst>
                <a:ext uri="{FF2B5EF4-FFF2-40B4-BE49-F238E27FC236}">
                  <a16:creationId xmlns:a16="http://schemas.microsoft.com/office/drawing/2014/main" id="{9444E299-F93B-49AA-AA58-C86EA59AB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6" name="Line 21">
              <a:extLst>
                <a:ext uri="{FF2B5EF4-FFF2-40B4-BE49-F238E27FC236}">
                  <a16:creationId xmlns:a16="http://schemas.microsoft.com/office/drawing/2014/main" id="{AAA393E2-9EC1-49C4-9995-3C203455B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7" name="Line 22">
              <a:extLst>
                <a:ext uri="{FF2B5EF4-FFF2-40B4-BE49-F238E27FC236}">
                  <a16:creationId xmlns:a16="http://schemas.microsoft.com/office/drawing/2014/main" id="{6FBB145E-8E37-4BB7-A9A0-6BE24330C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8" name="Line 23">
              <a:extLst>
                <a:ext uri="{FF2B5EF4-FFF2-40B4-BE49-F238E27FC236}">
                  <a16:creationId xmlns:a16="http://schemas.microsoft.com/office/drawing/2014/main" id="{909A7246-BF10-40A8-92DE-FF42B182E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9" name="Line 24">
              <a:extLst>
                <a:ext uri="{FF2B5EF4-FFF2-40B4-BE49-F238E27FC236}">
                  <a16:creationId xmlns:a16="http://schemas.microsoft.com/office/drawing/2014/main" id="{B492FA17-B5DB-4BC1-AB6F-1638550F5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35634C3E-B317-4E10-9219-974346891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8600"/>
            <a:ext cx="10515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BD0807-6BE4-4F1C-BD66-5B965DE06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354013"/>
            <a:ext cx="8153400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Organizarea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</a:t>
            </a:r>
            <a:r>
              <a:rPr lang="en-US" altLang="en-US" kern="0" dirty="0" err="1"/>
              <a:t>memorie</a:t>
            </a:r>
            <a:r>
              <a:rPr lang="en-US" altLang="en-US" kern="0" dirty="0"/>
              <a:t> a </a:t>
            </a:r>
            <a:r>
              <a:rPr lang="en-US" altLang="en-US" kern="0" dirty="0" err="1"/>
              <a:t>Arborilor</a:t>
            </a:r>
            <a:r>
              <a:rPr lang="en-US" altLang="en-US" kern="0" dirty="0"/>
              <a:t>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328081-4A05-42EE-9065-6D325CC78528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0" y="1371600"/>
            <a:ext cx="9067800" cy="2590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Alocare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memorie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pentru</a:t>
            </a:r>
            <a:r>
              <a:rPr lang="en-US" altLang="en-US" sz="2800" kern="0" dirty="0"/>
              <a:t> a </a:t>
            </a:r>
            <a:r>
              <a:rPr lang="en-US" altLang="en-US" sz="2800" kern="0" dirty="0" err="1"/>
              <a:t>stoca</a:t>
            </a:r>
            <a:r>
              <a:rPr lang="en-US" altLang="en-US" sz="2800" kern="0" dirty="0"/>
              <a:t> m-1 </a:t>
            </a:r>
            <a:r>
              <a:rPr lang="en-US" altLang="en-US" sz="2800" kern="0" dirty="0" err="1"/>
              <a:t>chei</a:t>
            </a:r>
            <a:r>
              <a:rPr lang="en-US" altLang="en-US" sz="2800" kern="0" dirty="0"/>
              <a:t> per nod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N – num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r de </a:t>
            </a:r>
            <a:r>
              <a:rPr lang="en-US" altLang="en-US" sz="2400" kern="0" dirty="0" err="1"/>
              <a:t>chei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stocate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K</a:t>
            </a:r>
            <a:r>
              <a:rPr lang="en-US" altLang="en-US" sz="2400" kern="0" baseline="-25000" dirty="0"/>
              <a:t>i</a:t>
            </a:r>
            <a:r>
              <a:rPr lang="en-US" altLang="en-US" sz="2400" kern="0" dirty="0"/>
              <a:t> – </a:t>
            </a:r>
            <a:r>
              <a:rPr lang="en-US" altLang="en-US" sz="2400" kern="0" dirty="0" err="1"/>
              <a:t>valoarea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cheii</a:t>
            </a:r>
            <a:r>
              <a:rPr lang="en-US" altLang="en-US" sz="2400" kern="0" dirty="0"/>
              <a:t>, </a:t>
            </a:r>
            <a:r>
              <a:rPr lang="en-US" altLang="en-US" sz="2400" kern="0" dirty="0" err="1"/>
              <a:t>AD</a:t>
            </a:r>
            <a:r>
              <a:rPr lang="en-US" altLang="en-US" sz="2400" kern="0" baseline="-25000" dirty="0" err="1"/>
              <a:t>i</a:t>
            </a:r>
            <a:r>
              <a:rPr lang="en-US" altLang="en-US" sz="2400" kern="0" dirty="0"/>
              <a:t> – </a:t>
            </a:r>
            <a:r>
              <a:rPr lang="en-US" altLang="en-US" sz="2400" kern="0" dirty="0" err="1"/>
              <a:t>adresa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rii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Point</a:t>
            </a:r>
            <a:r>
              <a:rPr lang="en-US" altLang="en-US" sz="2400" kern="0" baseline="-25000" dirty="0" err="1"/>
              <a:t>i</a:t>
            </a:r>
            <a:r>
              <a:rPr lang="en-US" altLang="en-US" sz="2400" kern="0" dirty="0"/>
              <a:t> – refer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un sub-arbore</a:t>
            </a:r>
          </a:p>
          <a:p>
            <a:pPr marL="457200" lvl="1" indent="0" eaLnBrk="1" hangingPunct="1">
              <a:defRPr/>
            </a:pPr>
            <a:endParaRPr lang="en-US" altLang="en-US" sz="2400" kern="0" dirty="0"/>
          </a:p>
          <a:p>
            <a:pPr marL="457200" lvl="1" indent="0" eaLnBrk="1" hangingPunct="1">
              <a:defRPr/>
            </a:pP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Utilizare</a:t>
            </a:r>
            <a:r>
              <a:rPr lang="ro-RO" altLang="en-US" sz="2400" kern="0" dirty="0"/>
              <a:t>a</a:t>
            </a:r>
            <a:r>
              <a:rPr lang="en-US" altLang="en-US" sz="2400" kern="0" dirty="0"/>
              <a:t> spa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iului</a:t>
            </a:r>
            <a:r>
              <a:rPr lang="en-US" altLang="en-US" sz="2400" kern="0" dirty="0"/>
              <a:t> de </a:t>
            </a:r>
            <a:r>
              <a:rPr lang="en-US" altLang="en-US" sz="2400" kern="0" dirty="0" err="1"/>
              <a:t>memoriei</a:t>
            </a:r>
            <a:r>
              <a:rPr lang="en-US" altLang="en-US" sz="2400" kern="0" dirty="0"/>
              <a:t>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kern="0" dirty="0"/>
              <a:t>    </a:t>
            </a:r>
            <a:r>
              <a:rPr lang="en-US" altLang="en-US" sz="2400" kern="0" dirty="0" err="1"/>
              <a:t>pentru</a:t>
            </a:r>
            <a:r>
              <a:rPr lang="en-US" altLang="en-US" sz="2400" kern="0" dirty="0"/>
              <a:t> </a:t>
            </a:r>
            <a:r>
              <a:rPr lang="en-US" altLang="en-US" sz="2400" i="1" kern="0" dirty="0" err="1"/>
              <a:t>pointeri</a:t>
            </a:r>
            <a:r>
              <a:rPr lang="en-US" altLang="en-US" sz="2400" kern="0" dirty="0"/>
              <a:t> la </a:t>
            </a:r>
            <a:r>
              <a:rPr lang="en-US" altLang="en-US" sz="2400" kern="0" dirty="0" err="1"/>
              <a:t>stocarea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cheilor</a:t>
            </a:r>
            <a:endParaRPr lang="en-US" altLang="en-US" sz="2400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kern="0" dirty="0"/>
              <a:t>   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</a:t>
            </a:r>
            <a:r>
              <a:rPr lang="en-US" altLang="en-US" sz="2400" kern="0" dirty="0" err="1"/>
              <a:t>frunze</a:t>
            </a:r>
            <a:endParaRPr lang="en-US" altLang="en-US" sz="2400" kern="0" dirty="0"/>
          </a:p>
          <a:p>
            <a:pPr marL="914400" lvl="2" indent="0" eaLnBrk="1" hangingPunct="1">
              <a:defRPr/>
            </a:pPr>
            <a:r>
              <a:rPr lang="en-US" altLang="en-US" sz="2000" kern="0" dirty="0"/>
              <a:t> m/2 </a:t>
            </a:r>
            <a:r>
              <a:rPr lang="en-US" altLang="en-US" sz="2000" kern="0" dirty="0">
                <a:sym typeface="Symbol" pitchFamily="18" charset="2"/>
              </a:rPr>
              <a:t> N  m-1 – </a:t>
            </a:r>
            <a:r>
              <a:rPr lang="en-US" altLang="en-US" sz="2000" kern="0" dirty="0" err="1">
                <a:sym typeface="Symbol" pitchFamily="18" charset="2"/>
              </a:rPr>
              <a:t>pentru</a:t>
            </a:r>
            <a:r>
              <a:rPr lang="en-US" altLang="en-US" sz="2000" kern="0" dirty="0">
                <a:sym typeface="Symbol" pitchFamily="18" charset="2"/>
              </a:rPr>
              <a:t> </a:t>
            </a:r>
            <a:r>
              <a:rPr lang="en-US" altLang="en-US" sz="2000" kern="0" dirty="0" err="1">
                <a:sym typeface="Symbol" pitchFamily="18" charset="2"/>
              </a:rPr>
              <a:t>noduri</a:t>
            </a:r>
            <a:r>
              <a:rPr lang="en-US" altLang="en-US" sz="2000" kern="0" dirty="0">
                <a:sym typeface="Symbol" pitchFamily="18" charset="2"/>
              </a:rPr>
              <a:t> interne</a:t>
            </a:r>
          </a:p>
          <a:p>
            <a:pPr marL="914400" lvl="2" indent="0" eaLnBrk="1" hangingPunct="1">
              <a:defRPr/>
            </a:pPr>
            <a:r>
              <a:rPr lang="en-US" altLang="en-US" sz="2000" kern="0" dirty="0">
                <a:sym typeface="Symbol" pitchFamily="18" charset="2"/>
              </a:rPr>
              <a:t> </a:t>
            </a:r>
            <a:r>
              <a:rPr lang="en-US" altLang="en-US" sz="2000" kern="0" dirty="0"/>
              <a:t>m/2 </a:t>
            </a:r>
            <a:r>
              <a:rPr lang="en-US" altLang="en-US" sz="2000" kern="0" dirty="0">
                <a:sym typeface="Symbol" pitchFamily="18" charset="2"/>
              </a:rPr>
              <a:t> N  t – </a:t>
            </a:r>
            <a:r>
              <a:rPr lang="en-US" altLang="en-US" sz="2000" kern="0" dirty="0" err="1">
                <a:sym typeface="Symbol" pitchFamily="18" charset="2"/>
              </a:rPr>
              <a:t>pentru</a:t>
            </a:r>
            <a:r>
              <a:rPr lang="en-US" altLang="en-US" sz="2000" kern="0" dirty="0">
                <a:sym typeface="Symbol" pitchFamily="18" charset="2"/>
              </a:rPr>
              <a:t> </a:t>
            </a:r>
            <a:r>
              <a:rPr lang="en-US" altLang="en-US" sz="2000" kern="0" dirty="0" err="1">
                <a:sym typeface="Symbol" pitchFamily="18" charset="2"/>
              </a:rPr>
              <a:t>noduri</a:t>
            </a:r>
            <a:r>
              <a:rPr lang="en-US" altLang="en-US" sz="2000" kern="0" dirty="0">
                <a:sym typeface="Symbol" pitchFamily="18" charset="2"/>
              </a:rPr>
              <a:t> </a:t>
            </a:r>
            <a:r>
              <a:rPr lang="en-US" altLang="en-US" sz="2000" kern="0" dirty="0" err="1">
                <a:sym typeface="Symbol" pitchFamily="18" charset="2"/>
              </a:rPr>
              <a:t>terminale</a:t>
            </a:r>
            <a:endParaRPr lang="en-US" altLang="en-US" sz="2000" kern="0" dirty="0">
              <a:sym typeface="Symbol" pitchFamily="18" charset="2"/>
            </a:endParaRPr>
          </a:p>
          <a:p>
            <a:pPr marL="914400" lvl="2" indent="0" eaLnBrk="1" hangingPunct="1">
              <a:defRPr/>
            </a:pPr>
            <a:r>
              <a:rPr lang="en-US" altLang="en-US" sz="2000" kern="0" dirty="0">
                <a:sym typeface="Symbol" pitchFamily="18" charset="2"/>
              </a:rPr>
              <a:t>flag </a:t>
            </a:r>
            <a:r>
              <a:rPr lang="en-US" altLang="en-US" sz="2000" kern="0" dirty="0" err="1">
                <a:sym typeface="Symbol" pitchFamily="18" charset="2"/>
              </a:rPr>
              <a:t>adi</a:t>
            </a:r>
            <a:r>
              <a:rPr lang="ro-RO" altLang="en-US" sz="2000" kern="0" dirty="0">
                <a:sym typeface="Symbol" pitchFamily="18" charset="2"/>
              </a:rPr>
              <a:t>ț</a:t>
            </a:r>
            <a:r>
              <a:rPr lang="en-US" altLang="en-US" sz="2000" kern="0" dirty="0" err="1">
                <a:sym typeface="Symbol" pitchFamily="18" charset="2"/>
              </a:rPr>
              <a:t>ional</a:t>
            </a:r>
            <a:r>
              <a:rPr lang="en-US" altLang="en-US" sz="2000" kern="0" dirty="0">
                <a:sym typeface="Symbol" pitchFamily="18" charset="2"/>
              </a:rPr>
              <a:t>/ </a:t>
            </a:r>
            <a:r>
              <a:rPr lang="en-US" altLang="en-US" sz="2000" kern="0" dirty="0" err="1">
                <a:sym typeface="Symbol" pitchFamily="18" charset="2"/>
              </a:rPr>
              <a:t>semn</a:t>
            </a:r>
            <a:r>
              <a:rPr lang="en-US" altLang="en-US" sz="2000" kern="0" dirty="0">
                <a:sym typeface="Symbol" pitchFamily="18" charset="2"/>
              </a:rPr>
              <a:t> pentru N</a:t>
            </a:r>
            <a:endParaRPr lang="en-US" altLang="en-US" sz="2000" kern="0" dirty="0"/>
          </a:p>
          <a:p>
            <a:pPr eaLnBrk="1" hangingPunct="1">
              <a:defRPr/>
            </a:pPr>
            <a:endParaRPr lang="en-US" altLang="en-US" sz="2800" kern="0" dirty="0"/>
          </a:p>
        </p:txBody>
      </p:sp>
      <p:grpSp>
        <p:nvGrpSpPr>
          <p:cNvPr id="29701" name="Group 26">
            <a:extLst>
              <a:ext uri="{FF2B5EF4-FFF2-40B4-BE49-F238E27FC236}">
                <a16:creationId xmlns:a16="http://schemas.microsoft.com/office/drawing/2014/main" id="{523F0284-947F-425E-9AF8-BE64D2BA424E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3213100"/>
            <a:ext cx="5943600" cy="838200"/>
            <a:chOff x="2112" y="1920"/>
            <a:chExt cx="3744" cy="528"/>
          </a:xfrm>
        </p:grpSpPr>
        <p:sp>
          <p:nvSpPr>
            <p:cNvPr id="29711" name="Rectangle 16">
              <a:extLst>
                <a:ext uri="{FF2B5EF4-FFF2-40B4-BE49-F238E27FC236}">
                  <a16:creationId xmlns:a16="http://schemas.microsoft.com/office/drawing/2014/main" id="{396BB683-93A3-4439-87F9-44875E654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1920"/>
              <a:ext cx="3504" cy="528"/>
            </a:xfrm>
            <a:prstGeom prst="rect">
              <a:avLst/>
            </a:prstGeom>
            <a:solidFill>
              <a:schemeClr val="accent1"/>
            </a:solidFill>
            <a:ln w="19050">
              <a:solidFill>
                <a:schemeClr val="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29712" name="Text Box 17">
              <a:extLst>
                <a:ext uri="{FF2B5EF4-FFF2-40B4-BE49-F238E27FC236}">
                  <a16:creationId xmlns:a16="http://schemas.microsoft.com/office/drawing/2014/main" id="{39CD79A7-78F1-41D0-80E5-CB90D0E16D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064"/>
              <a:ext cx="369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Verdana" panose="020B0604030504040204" pitchFamily="34" charset="0"/>
                </a:rPr>
                <a:t>N 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  </a:t>
              </a:r>
              <a:r>
                <a:rPr lang="en-US" altLang="en-US" sz="2400">
                  <a:latin typeface="Verdana" panose="020B0604030504040204" pitchFamily="34" charset="0"/>
                </a:rPr>
                <a:t>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2</a:t>
              </a:r>
              <a:r>
                <a:rPr lang="en-US" altLang="en-US" sz="2400">
                  <a:latin typeface="Verdana" panose="020B0604030504040204" pitchFamily="34" charset="0"/>
                </a:rPr>
                <a:t> . . .  K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m-1</a:t>
              </a:r>
              <a:r>
                <a:rPr lang="en-US" altLang="en-US" sz="2400">
                  <a:latin typeface="Verdana" panose="020B0604030504040204" pitchFamily="34" charset="0"/>
                </a:rPr>
                <a:t> Point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1</a:t>
              </a:r>
              <a:r>
                <a:rPr lang="en-US" altLang="en-US" sz="2400">
                  <a:latin typeface="Verdana" panose="020B0604030504040204" pitchFamily="34" charset="0"/>
                </a:rPr>
                <a:t> . . . Point</a:t>
              </a:r>
              <a:r>
                <a:rPr lang="en-US" altLang="en-US" sz="2400" baseline="-25000">
                  <a:latin typeface="Verdana" panose="020B0604030504040204" pitchFamily="34" charset="0"/>
                </a:rPr>
                <a:t>m</a:t>
              </a:r>
            </a:p>
          </p:txBody>
        </p:sp>
        <p:sp>
          <p:nvSpPr>
            <p:cNvPr id="29713" name="Line 18">
              <a:extLst>
                <a:ext uri="{FF2B5EF4-FFF2-40B4-BE49-F238E27FC236}">
                  <a16:creationId xmlns:a16="http://schemas.microsoft.com/office/drawing/2014/main" id="{8F126219-F1CF-4971-96FD-8C099ACF3A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4" name="Line 19">
              <a:extLst>
                <a:ext uri="{FF2B5EF4-FFF2-40B4-BE49-F238E27FC236}">
                  <a16:creationId xmlns:a16="http://schemas.microsoft.com/office/drawing/2014/main" id="{AD8E4815-A6B9-40B7-851E-FD44EEC6C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5" name="Line 20">
              <a:extLst>
                <a:ext uri="{FF2B5EF4-FFF2-40B4-BE49-F238E27FC236}">
                  <a16:creationId xmlns:a16="http://schemas.microsoft.com/office/drawing/2014/main" id="{9444E299-F93B-49AA-AA58-C86EA59AB4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6" name="Line 21">
              <a:extLst>
                <a:ext uri="{FF2B5EF4-FFF2-40B4-BE49-F238E27FC236}">
                  <a16:creationId xmlns:a16="http://schemas.microsoft.com/office/drawing/2014/main" id="{AAA393E2-9EC1-49C4-9995-3C203455B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7" name="Line 22">
              <a:extLst>
                <a:ext uri="{FF2B5EF4-FFF2-40B4-BE49-F238E27FC236}">
                  <a16:creationId xmlns:a16="http://schemas.microsoft.com/office/drawing/2014/main" id="{6FBB145E-8E37-4BB7-A9A0-6BE24330C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6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8" name="Line 23">
              <a:extLst>
                <a:ext uri="{FF2B5EF4-FFF2-40B4-BE49-F238E27FC236}">
                  <a16:creationId xmlns:a16="http://schemas.microsoft.com/office/drawing/2014/main" id="{909A7246-BF10-40A8-92DE-FF42B182E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36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9719" name="Line 24">
              <a:extLst>
                <a:ext uri="{FF2B5EF4-FFF2-40B4-BE49-F238E27FC236}">
                  <a16:creationId xmlns:a16="http://schemas.microsoft.com/office/drawing/2014/main" id="{B492FA17-B5DB-4BC1-AB6F-1638550F5C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" y="1920"/>
              <a:ext cx="0" cy="528"/>
            </a:xfrm>
            <a:prstGeom prst="line">
              <a:avLst/>
            </a:prstGeom>
            <a:noFill/>
            <a:ln w="19050">
              <a:solidFill>
                <a:schemeClr val="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5" name="Group 28">
            <a:extLst>
              <a:ext uri="{FF2B5EF4-FFF2-40B4-BE49-F238E27FC236}">
                <a16:creationId xmlns:a16="http://schemas.microsoft.com/office/drawing/2014/main" id="{D9938B97-12F8-4A9E-BB89-DB737835423B}"/>
              </a:ext>
            </a:extLst>
          </p:cNvPr>
          <p:cNvGrpSpPr>
            <a:grpSpLocks/>
          </p:cNvGrpSpPr>
          <p:nvPr/>
        </p:nvGrpSpPr>
        <p:grpSpPr bwMode="auto">
          <a:xfrm>
            <a:off x="8763000" y="3225800"/>
            <a:ext cx="3200400" cy="1701800"/>
            <a:chOff x="3984" y="1888"/>
            <a:chExt cx="2016" cy="1072"/>
          </a:xfrm>
        </p:grpSpPr>
        <p:grpSp>
          <p:nvGrpSpPr>
            <p:cNvPr id="29703" name="Group 25">
              <a:extLst>
                <a:ext uri="{FF2B5EF4-FFF2-40B4-BE49-F238E27FC236}">
                  <a16:creationId xmlns:a16="http://schemas.microsoft.com/office/drawing/2014/main" id="{04809B5D-80D4-465D-8C4D-191FB2AD43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84" y="2432"/>
              <a:ext cx="2016" cy="528"/>
              <a:chOff x="3360" y="3024"/>
              <a:chExt cx="2016" cy="528"/>
            </a:xfrm>
          </p:grpSpPr>
          <p:sp>
            <p:nvSpPr>
              <p:cNvPr id="29705" name="Rectangle 5">
                <a:extLst>
                  <a:ext uri="{FF2B5EF4-FFF2-40B4-BE49-F238E27FC236}">
                    <a16:creationId xmlns:a16="http://schemas.microsoft.com/office/drawing/2014/main" id="{C3F3A2D2-BF6C-4FD6-AE0B-A7FA57AA35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0" y="3024"/>
                <a:ext cx="1728" cy="528"/>
              </a:xfrm>
              <a:prstGeom prst="rect">
                <a:avLst/>
              </a:prstGeom>
              <a:solidFill>
                <a:schemeClr val="accent1"/>
              </a:solidFill>
              <a:ln w="19050">
                <a:solidFill>
                  <a:schemeClr val="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29706" name="Text Box 6">
                <a:extLst>
                  <a:ext uri="{FF2B5EF4-FFF2-40B4-BE49-F238E27FC236}">
                    <a16:creationId xmlns:a16="http://schemas.microsoft.com/office/drawing/2014/main" id="{3122FEF8-B4B7-4870-84AF-E27FCF24BA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3120"/>
                <a:ext cx="196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2400">
                    <a:latin typeface="Verdana" panose="020B0604030504040204" pitchFamily="34" charset="0"/>
                  </a:rPr>
                  <a:t>K</a:t>
                </a:r>
                <a:r>
                  <a:rPr lang="en-US" altLang="en-US" sz="2400" baseline="-25000">
                    <a:latin typeface="Verdana" panose="020B0604030504040204" pitchFamily="34" charset="0"/>
                  </a:rPr>
                  <a:t>m  </a:t>
                </a:r>
                <a:r>
                  <a:rPr lang="en-US" altLang="en-US" sz="2400">
                    <a:latin typeface="Verdana" panose="020B0604030504040204" pitchFamily="34" charset="0"/>
                  </a:rPr>
                  <a:t>K</a:t>
                </a:r>
                <a:r>
                  <a:rPr lang="en-US" altLang="en-US" sz="2400" baseline="-25000">
                    <a:latin typeface="Verdana" panose="020B0604030504040204" pitchFamily="34" charset="0"/>
                  </a:rPr>
                  <a:t>m+1</a:t>
                </a:r>
                <a:r>
                  <a:rPr lang="en-US" altLang="en-US" sz="2400">
                    <a:latin typeface="Verdana" panose="020B0604030504040204" pitchFamily="34" charset="0"/>
                  </a:rPr>
                  <a:t> . . .  K</a:t>
                </a:r>
                <a:r>
                  <a:rPr lang="en-US" altLang="en-US" sz="2400" baseline="-25000">
                    <a:latin typeface="Verdana" panose="020B0604030504040204" pitchFamily="34" charset="0"/>
                  </a:rPr>
                  <a:t>t</a:t>
                </a:r>
                <a:endParaRPr lang="en-US" altLang="en-US" sz="2000">
                  <a:latin typeface="Verdana" panose="020B0604030504040204" pitchFamily="34" charset="0"/>
                </a:endParaRPr>
              </a:p>
            </p:txBody>
          </p:sp>
          <p:sp>
            <p:nvSpPr>
              <p:cNvPr id="29707" name="Line 9">
                <a:extLst>
                  <a:ext uri="{FF2B5EF4-FFF2-40B4-BE49-F238E27FC236}">
                    <a16:creationId xmlns:a16="http://schemas.microsoft.com/office/drawing/2014/main" id="{2EBF337F-7A5D-4E99-B40E-66B21ED63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3024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9708" name="Line 12">
                <a:extLst>
                  <a:ext uri="{FF2B5EF4-FFF2-40B4-BE49-F238E27FC236}">
                    <a16:creationId xmlns:a16="http://schemas.microsoft.com/office/drawing/2014/main" id="{BBB0BE67-690F-4BD2-98A4-AFA6B0491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3024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9709" name="Line 13">
                <a:extLst>
                  <a:ext uri="{FF2B5EF4-FFF2-40B4-BE49-F238E27FC236}">
                    <a16:creationId xmlns:a16="http://schemas.microsoft.com/office/drawing/2014/main" id="{129F04FA-7F82-4227-B74A-23BD60C2A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3024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29710" name="Line 14">
                <a:extLst>
                  <a:ext uri="{FF2B5EF4-FFF2-40B4-BE49-F238E27FC236}">
                    <a16:creationId xmlns:a16="http://schemas.microsoft.com/office/drawing/2014/main" id="{C7EBC47C-078F-4C4C-8895-DEB172A37B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024"/>
                <a:ext cx="0" cy="528"/>
              </a:xfrm>
              <a:prstGeom prst="line">
                <a:avLst/>
              </a:prstGeom>
              <a:noFill/>
              <a:ln w="19050">
                <a:solidFill>
                  <a:schemeClr val="hlink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29704" name="Rectangle 27">
              <a:extLst>
                <a:ext uri="{FF2B5EF4-FFF2-40B4-BE49-F238E27FC236}">
                  <a16:creationId xmlns:a16="http://schemas.microsoft.com/office/drawing/2014/main" id="{116B6D10-1230-4DB1-AF9E-465A848D1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888"/>
              <a:ext cx="1720" cy="528"/>
            </a:xfrm>
            <a:prstGeom prst="rect">
              <a:avLst/>
            </a:prstGeom>
            <a:solidFill>
              <a:schemeClr val="accent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15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AF4EBF3-D09C-4BB3-9475-AEFC2BDCE8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4E2F782-5E8D-4864-96BC-E068B4D57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96888"/>
            <a:ext cx="9583738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C</a:t>
            </a:r>
            <a:r>
              <a:rPr lang="ro-RO" altLang="en-US" kern="0" dirty="0"/>
              <a:t>ă</a:t>
            </a:r>
            <a:r>
              <a:rPr lang="en-US" altLang="en-US" kern="0" dirty="0" err="1"/>
              <a:t>utarea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ntr</a:t>
            </a:r>
            <a:r>
              <a:rPr lang="en-US" altLang="en-US" kern="0" dirty="0"/>
              <a:t>-un Arbore-B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CBA1205-047F-44DE-8A26-5F998B0A022B}"/>
              </a:ext>
            </a:extLst>
          </p:cNvPr>
          <p:cNvSpPr txBox="1">
            <a:spLocks noChangeArrowheads="1"/>
          </p:cNvSpPr>
          <p:nvPr/>
        </p:nvSpPr>
        <p:spPr>
          <a:xfrm>
            <a:off x="2743200" y="1143000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en-US" altLang="en-US" sz="2800" kern="0" dirty="0"/>
          </a:p>
          <a:p>
            <a:pPr eaLnBrk="1" hangingPunct="1">
              <a:defRPr/>
            </a:pPr>
            <a:r>
              <a:rPr lang="en-US" altLang="en-US" sz="2400" kern="0" dirty="0" err="1"/>
              <a:t>Exemplu</a:t>
            </a:r>
            <a:r>
              <a:rPr lang="en-US" altLang="en-US" sz="2400" kern="0" dirty="0"/>
              <a:t>: c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utare</a:t>
            </a:r>
            <a:r>
              <a:rPr lang="en-US" altLang="en-US" sz="2400" kern="0" dirty="0"/>
              <a:t> ’15’</a:t>
            </a:r>
          </a:p>
        </p:txBody>
      </p:sp>
      <p:grpSp>
        <p:nvGrpSpPr>
          <p:cNvPr id="30725" name="Group 6">
            <a:extLst>
              <a:ext uri="{FF2B5EF4-FFF2-40B4-BE49-F238E27FC236}">
                <a16:creationId xmlns:a16="http://schemas.microsoft.com/office/drawing/2014/main" id="{67FE479A-4037-4CAE-89B3-3AD754B1A417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3429000"/>
            <a:ext cx="2401888" cy="320675"/>
            <a:chOff x="2976" y="2680"/>
            <a:chExt cx="1872" cy="296"/>
          </a:xfrm>
        </p:grpSpPr>
        <p:sp>
          <p:nvSpPr>
            <p:cNvPr id="30847" name="Rectangle 7">
              <a:extLst>
                <a:ext uri="{FF2B5EF4-FFF2-40B4-BE49-F238E27FC236}">
                  <a16:creationId xmlns:a16="http://schemas.microsoft.com/office/drawing/2014/main" id="{B18C0EC0-286F-434E-A5F8-02314F3586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48" name="Text Box 8">
              <a:extLst>
                <a:ext uri="{FF2B5EF4-FFF2-40B4-BE49-F238E27FC236}">
                  <a16:creationId xmlns:a16="http://schemas.microsoft.com/office/drawing/2014/main" id="{89722E84-554C-45C3-8E29-CE85F3671D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78</a:t>
              </a:r>
            </a:p>
          </p:txBody>
        </p:sp>
        <p:sp>
          <p:nvSpPr>
            <p:cNvPr id="30849" name="Text Box 9">
              <a:extLst>
                <a:ext uri="{FF2B5EF4-FFF2-40B4-BE49-F238E27FC236}">
                  <a16:creationId xmlns:a16="http://schemas.microsoft.com/office/drawing/2014/main" id="{F44A9FB9-E33E-43B7-8CA5-02E887EF41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70</a:t>
              </a:r>
            </a:p>
          </p:txBody>
        </p:sp>
        <p:sp>
          <p:nvSpPr>
            <p:cNvPr id="30850" name="Text Box 10">
              <a:extLst>
                <a:ext uri="{FF2B5EF4-FFF2-40B4-BE49-F238E27FC236}">
                  <a16:creationId xmlns:a16="http://schemas.microsoft.com/office/drawing/2014/main" id="{A5C55851-0B17-452C-A2A0-83D6917CDF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51" name="Text Box 11">
              <a:extLst>
                <a:ext uri="{FF2B5EF4-FFF2-40B4-BE49-F238E27FC236}">
                  <a16:creationId xmlns:a16="http://schemas.microsoft.com/office/drawing/2014/main" id="{226BF855-24C6-4AA4-AAB3-636ED580EA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52" name="Line 12">
              <a:extLst>
                <a:ext uri="{FF2B5EF4-FFF2-40B4-BE49-F238E27FC236}">
                  <a16:creationId xmlns:a16="http://schemas.microsoft.com/office/drawing/2014/main" id="{4BB8BD53-9972-4510-BBE6-1B1AF3C0D6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3" name="Line 13">
              <a:extLst>
                <a:ext uri="{FF2B5EF4-FFF2-40B4-BE49-F238E27FC236}">
                  <a16:creationId xmlns:a16="http://schemas.microsoft.com/office/drawing/2014/main" id="{470EABE6-FEF5-4B1B-8867-CEB0693DD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4" name="Line 14">
              <a:extLst>
                <a:ext uri="{FF2B5EF4-FFF2-40B4-BE49-F238E27FC236}">
                  <a16:creationId xmlns:a16="http://schemas.microsoft.com/office/drawing/2014/main" id="{5D0FB634-7D8A-4B2E-B6E5-5DA0E2238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5" name="Line 15">
              <a:extLst>
                <a:ext uri="{FF2B5EF4-FFF2-40B4-BE49-F238E27FC236}">
                  <a16:creationId xmlns:a16="http://schemas.microsoft.com/office/drawing/2014/main" id="{922BDC10-EF3B-402B-BAE0-8B38C18C17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6" name="Line 16">
              <a:extLst>
                <a:ext uri="{FF2B5EF4-FFF2-40B4-BE49-F238E27FC236}">
                  <a16:creationId xmlns:a16="http://schemas.microsoft.com/office/drawing/2014/main" id="{D3340A3E-86F1-47C6-920C-A68704F0AE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7" name="Line 17">
              <a:extLst>
                <a:ext uri="{FF2B5EF4-FFF2-40B4-BE49-F238E27FC236}">
                  <a16:creationId xmlns:a16="http://schemas.microsoft.com/office/drawing/2014/main" id="{63EFF0CC-1FDC-41DF-AFED-EE984D52F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8" name="Line 18">
              <a:extLst>
                <a:ext uri="{FF2B5EF4-FFF2-40B4-BE49-F238E27FC236}">
                  <a16:creationId xmlns:a16="http://schemas.microsoft.com/office/drawing/2014/main" id="{9875B731-5B16-4AB6-86A8-CB1124C0E0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59" name="Line 19">
              <a:extLst>
                <a:ext uri="{FF2B5EF4-FFF2-40B4-BE49-F238E27FC236}">
                  <a16:creationId xmlns:a16="http://schemas.microsoft.com/office/drawing/2014/main" id="{94FC0D2B-F5B7-45F3-B97F-F7A2DACAC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26" name="Group 20">
            <a:extLst>
              <a:ext uri="{FF2B5EF4-FFF2-40B4-BE49-F238E27FC236}">
                <a16:creationId xmlns:a16="http://schemas.microsoft.com/office/drawing/2014/main" id="{C2A19E39-93EF-41CD-8052-FDCA5489EDAF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743200"/>
            <a:ext cx="2401888" cy="320675"/>
            <a:chOff x="2976" y="2680"/>
            <a:chExt cx="1872" cy="296"/>
          </a:xfrm>
        </p:grpSpPr>
        <p:sp>
          <p:nvSpPr>
            <p:cNvPr id="30834" name="Rectangle 21">
              <a:extLst>
                <a:ext uri="{FF2B5EF4-FFF2-40B4-BE49-F238E27FC236}">
                  <a16:creationId xmlns:a16="http://schemas.microsoft.com/office/drawing/2014/main" id="{CBC28F1A-0BAB-4007-8BC0-4AB91D392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35" name="Text Box 22">
              <a:extLst>
                <a:ext uri="{FF2B5EF4-FFF2-40B4-BE49-F238E27FC236}">
                  <a16:creationId xmlns:a16="http://schemas.microsoft.com/office/drawing/2014/main" id="{061EC56C-6FF7-45EB-8DFB-BD60BB7CC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36" name="Text Box 23">
              <a:extLst>
                <a:ext uri="{FF2B5EF4-FFF2-40B4-BE49-F238E27FC236}">
                  <a16:creationId xmlns:a16="http://schemas.microsoft.com/office/drawing/2014/main" id="{9D94E07F-9DF0-459E-839D-5F1299E904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55</a:t>
              </a:r>
            </a:p>
          </p:txBody>
        </p:sp>
        <p:sp>
          <p:nvSpPr>
            <p:cNvPr id="30837" name="Text Box 24">
              <a:extLst>
                <a:ext uri="{FF2B5EF4-FFF2-40B4-BE49-F238E27FC236}">
                  <a16:creationId xmlns:a16="http://schemas.microsoft.com/office/drawing/2014/main" id="{220F2A58-D233-401B-A5E3-04C95489D5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38" name="Text Box 25">
              <a:extLst>
                <a:ext uri="{FF2B5EF4-FFF2-40B4-BE49-F238E27FC236}">
                  <a16:creationId xmlns:a16="http://schemas.microsoft.com/office/drawing/2014/main" id="{01406C02-6B58-44AB-A482-C60C842D6E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39" name="Line 26">
              <a:extLst>
                <a:ext uri="{FF2B5EF4-FFF2-40B4-BE49-F238E27FC236}">
                  <a16:creationId xmlns:a16="http://schemas.microsoft.com/office/drawing/2014/main" id="{37E02E2B-2304-48E8-B540-AE41684477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0" name="Line 27">
              <a:extLst>
                <a:ext uri="{FF2B5EF4-FFF2-40B4-BE49-F238E27FC236}">
                  <a16:creationId xmlns:a16="http://schemas.microsoft.com/office/drawing/2014/main" id="{B50E094D-F52F-4B5E-82D8-F789CE4BDF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1" name="Line 28">
              <a:extLst>
                <a:ext uri="{FF2B5EF4-FFF2-40B4-BE49-F238E27FC236}">
                  <a16:creationId xmlns:a16="http://schemas.microsoft.com/office/drawing/2014/main" id="{54FDB42B-4A59-472C-A75B-75C9154F1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2" name="Line 29">
              <a:extLst>
                <a:ext uri="{FF2B5EF4-FFF2-40B4-BE49-F238E27FC236}">
                  <a16:creationId xmlns:a16="http://schemas.microsoft.com/office/drawing/2014/main" id="{2758188C-EE2D-40E3-8ACD-273B3D8C31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3" name="Line 30">
              <a:extLst>
                <a:ext uri="{FF2B5EF4-FFF2-40B4-BE49-F238E27FC236}">
                  <a16:creationId xmlns:a16="http://schemas.microsoft.com/office/drawing/2014/main" id="{9A5422B5-934C-4E2F-8479-1B4FA197DA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4" name="Line 31">
              <a:extLst>
                <a:ext uri="{FF2B5EF4-FFF2-40B4-BE49-F238E27FC236}">
                  <a16:creationId xmlns:a16="http://schemas.microsoft.com/office/drawing/2014/main" id="{E60C910C-FD00-42C9-8B2C-D0E756BF3E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5" name="Line 32">
              <a:extLst>
                <a:ext uri="{FF2B5EF4-FFF2-40B4-BE49-F238E27FC236}">
                  <a16:creationId xmlns:a16="http://schemas.microsoft.com/office/drawing/2014/main" id="{E21C4BB4-05EE-498D-9B75-AF7260FEAD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46" name="Line 33">
              <a:extLst>
                <a:ext uri="{FF2B5EF4-FFF2-40B4-BE49-F238E27FC236}">
                  <a16:creationId xmlns:a16="http://schemas.microsoft.com/office/drawing/2014/main" id="{33A663CF-1D78-4617-9A3A-5770179275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27" name="Group 34">
            <a:extLst>
              <a:ext uri="{FF2B5EF4-FFF2-40B4-BE49-F238E27FC236}">
                <a16:creationId xmlns:a16="http://schemas.microsoft.com/office/drawing/2014/main" id="{0A9828E6-54C4-4292-9D57-7B7B06EF0CC9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429000"/>
            <a:ext cx="2401888" cy="320675"/>
            <a:chOff x="2976" y="2680"/>
            <a:chExt cx="1872" cy="296"/>
          </a:xfrm>
        </p:grpSpPr>
        <p:sp>
          <p:nvSpPr>
            <p:cNvPr id="30821" name="Rectangle 35">
              <a:extLst>
                <a:ext uri="{FF2B5EF4-FFF2-40B4-BE49-F238E27FC236}">
                  <a16:creationId xmlns:a16="http://schemas.microsoft.com/office/drawing/2014/main" id="{5EB55450-F05E-4B4D-9B00-31CC32527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22" name="Text Box 36">
              <a:extLst>
                <a:ext uri="{FF2B5EF4-FFF2-40B4-BE49-F238E27FC236}">
                  <a16:creationId xmlns:a16="http://schemas.microsoft.com/office/drawing/2014/main" id="{C5AA4623-F9B8-42E5-891B-34EB035D7E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25</a:t>
              </a:r>
            </a:p>
          </p:txBody>
        </p:sp>
        <p:sp>
          <p:nvSpPr>
            <p:cNvPr id="30823" name="Text Box 37">
              <a:extLst>
                <a:ext uri="{FF2B5EF4-FFF2-40B4-BE49-F238E27FC236}">
                  <a16:creationId xmlns:a16="http://schemas.microsoft.com/office/drawing/2014/main" id="{8F398713-04DE-44A4-906C-F4DE9563E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10</a:t>
              </a:r>
            </a:p>
          </p:txBody>
        </p:sp>
        <p:sp>
          <p:nvSpPr>
            <p:cNvPr id="30824" name="Text Box 38">
              <a:extLst>
                <a:ext uri="{FF2B5EF4-FFF2-40B4-BE49-F238E27FC236}">
                  <a16:creationId xmlns:a16="http://schemas.microsoft.com/office/drawing/2014/main" id="{64A98B1C-D8DD-4054-973C-885764A590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25" name="Text Box 39">
              <a:extLst>
                <a:ext uri="{FF2B5EF4-FFF2-40B4-BE49-F238E27FC236}">
                  <a16:creationId xmlns:a16="http://schemas.microsoft.com/office/drawing/2014/main" id="{6A86A68F-9635-486C-A04D-5F16CB0207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26" name="Line 40">
              <a:extLst>
                <a:ext uri="{FF2B5EF4-FFF2-40B4-BE49-F238E27FC236}">
                  <a16:creationId xmlns:a16="http://schemas.microsoft.com/office/drawing/2014/main" id="{3C5BBA20-C4CD-4A3F-A4EF-C4C2A8585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27" name="Line 41">
              <a:extLst>
                <a:ext uri="{FF2B5EF4-FFF2-40B4-BE49-F238E27FC236}">
                  <a16:creationId xmlns:a16="http://schemas.microsoft.com/office/drawing/2014/main" id="{394C0DA5-32B6-41C5-8746-C02F080CD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28" name="Line 42">
              <a:extLst>
                <a:ext uri="{FF2B5EF4-FFF2-40B4-BE49-F238E27FC236}">
                  <a16:creationId xmlns:a16="http://schemas.microsoft.com/office/drawing/2014/main" id="{2F6FDC40-B3C4-42FE-B341-54B4CA0DC9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29" name="Line 43">
              <a:extLst>
                <a:ext uri="{FF2B5EF4-FFF2-40B4-BE49-F238E27FC236}">
                  <a16:creationId xmlns:a16="http://schemas.microsoft.com/office/drawing/2014/main" id="{28886E1B-949E-4DFE-8B69-6C5BB2D83B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30" name="Line 44">
              <a:extLst>
                <a:ext uri="{FF2B5EF4-FFF2-40B4-BE49-F238E27FC236}">
                  <a16:creationId xmlns:a16="http://schemas.microsoft.com/office/drawing/2014/main" id="{4AFA8748-8FAE-4BA5-A2DB-87122ADC91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31" name="Line 45">
              <a:extLst>
                <a:ext uri="{FF2B5EF4-FFF2-40B4-BE49-F238E27FC236}">
                  <a16:creationId xmlns:a16="http://schemas.microsoft.com/office/drawing/2014/main" id="{13B4BF8E-7B16-41E6-99D8-DD204030E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32" name="Line 46">
              <a:extLst>
                <a:ext uri="{FF2B5EF4-FFF2-40B4-BE49-F238E27FC236}">
                  <a16:creationId xmlns:a16="http://schemas.microsoft.com/office/drawing/2014/main" id="{B2BD9895-960E-4143-A13C-83B0E2EF3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33" name="Line 47">
              <a:extLst>
                <a:ext uri="{FF2B5EF4-FFF2-40B4-BE49-F238E27FC236}">
                  <a16:creationId xmlns:a16="http://schemas.microsoft.com/office/drawing/2014/main" id="{B0B4A228-292F-4C42-A41B-C87190DA5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28" name="Group 48">
            <a:extLst>
              <a:ext uri="{FF2B5EF4-FFF2-40B4-BE49-F238E27FC236}">
                <a16:creationId xmlns:a16="http://schemas.microsoft.com/office/drawing/2014/main" id="{3988D77D-C62D-4D3A-8E26-9B7A9802E2EB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4343400"/>
            <a:ext cx="2401888" cy="320675"/>
            <a:chOff x="2976" y="2680"/>
            <a:chExt cx="1872" cy="296"/>
          </a:xfrm>
        </p:grpSpPr>
        <p:sp>
          <p:nvSpPr>
            <p:cNvPr id="30808" name="Rectangle 49">
              <a:extLst>
                <a:ext uri="{FF2B5EF4-FFF2-40B4-BE49-F238E27FC236}">
                  <a16:creationId xmlns:a16="http://schemas.microsoft.com/office/drawing/2014/main" id="{9F91694C-155C-4E43-9AA0-8B58ACB45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09" name="Text Box 50">
              <a:extLst>
                <a:ext uri="{FF2B5EF4-FFF2-40B4-BE49-F238E27FC236}">
                  <a16:creationId xmlns:a16="http://schemas.microsoft.com/office/drawing/2014/main" id="{E47EC364-7267-4622-9ABE-1DAEE024A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44</a:t>
              </a:r>
            </a:p>
          </p:txBody>
        </p:sp>
        <p:sp>
          <p:nvSpPr>
            <p:cNvPr id="30810" name="Text Box 51">
              <a:extLst>
                <a:ext uri="{FF2B5EF4-FFF2-40B4-BE49-F238E27FC236}">
                  <a16:creationId xmlns:a16="http://schemas.microsoft.com/office/drawing/2014/main" id="{31E9AEDE-7D31-407F-967F-9594E17337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40</a:t>
              </a:r>
            </a:p>
          </p:txBody>
        </p:sp>
        <p:sp>
          <p:nvSpPr>
            <p:cNvPr id="30811" name="Text Box 52">
              <a:extLst>
                <a:ext uri="{FF2B5EF4-FFF2-40B4-BE49-F238E27FC236}">
                  <a16:creationId xmlns:a16="http://schemas.microsoft.com/office/drawing/2014/main" id="{6B0861CC-183E-4359-9EBE-A10FB62CCA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12" name="Text Box 53">
              <a:extLst>
                <a:ext uri="{FF2B5EF4-FFF2-40B4-BE49-F238E27FC236}">
                  <a16:creationId xmlns:a16="http://schemas.microsoft.com/office/drawing/2014/main" id="{462118E0-5CD1-48B3-954D-8923A5F01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13" name="Line 54">
              <a:extLst>
                <a:ext uri="{FF2B5EF4-FFF2-40B4-BE49-F238E27FC236}">
                  <a16:creationId xmlns:a16="http://schemas.microsoft.com/office/drawing/2014/main" id="{1B59471B-76CE-404B-9237-7376BB3239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14" name="Line 55">
              <a:extLst>
                <a:ext uri="{FF2B5EF4-FFF2-40B4-BE49-F238E27FC236}">
                  <a16:creationId xmlns:a16="http://schemas.microsoft.com/office/drawing/2014/main" id="{56A6758C-7112-41FA-974D-982190E83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15" name="Line 56">
              <a:extLst>
                <a:ext uri="{FF2B5EF4-FFF2-40B4-BE49-F238E27FC236}">
                  <a16:creationId xmlns:a16="http://schemas.microsoft.com/office/drawing/2014/main" id="{76A60806-5ABA-46E0-9F9F-B6734358B3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16" name="Line 57">
              <a:extLst>
                <a:ext uri="{FF2B5EF4-FFF2-40B4-BE49-F238E27FC236}">
                  <a16:creationId xmlns:a16="http://schemas.microsoft.com/office/drawing/2014/main" id="{84534534-63A5-4B6F-864E-C36E35C19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17" name="Line 58">
              <a:extLst>
                <a:ext uri="{FF2B5EF4-FFF2-40B4-BE49-F238E27FC236}">
                  <a16:creationId xmlns:a16="http://schemas.microsoft.com/office/drawing/2014/main" id="{4C2D9C39-548D-4740-9C2A-A6D56A080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18" name="Line 59">
              <a:extLst>
                <a:ext uri="{FF2B5EF4-FFF2-40B4-BE49-F238E27FC236}">
                  <a16:creationId xmlns:a16="http://schemas.microsoft.com/office/drawing/2014/main" id="{8ECE3AB4-DCC9-46FD-8491-E44B6EAA65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19" name="Line 60">
              <a:extLst>
                <a:ext uri="{FF2B5EF4-FFF2-40B4-BE49-F238E27FC236}">
                  <a16:creationId xmlns:a16="http://schemas.microsoft.com/office/drawing/2014/main" id="{03E0C5CF-9297-4DAB-9AF8-6ECFB01033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20" name="Line 61">
              <a:extLst>
                <a:ext uri="{FF2B5EF4-FFF2-40B4-BE49-F238E27FC236}">
                  <a16:creationId xmlns:a16="http://schemas.microsoft.com/office/drawing/2014/main" id="{18F930FD-A9AF-46C9-9C8D-FD4C5DE29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29" name="Group 62">
            <a:extLst>
              <a:ext uri="{FF2B5EF4-FFF2-40B4-BE49-F238E27FC236}">
                <a16:creationId xmlns:a16="http://schemas.microsoft.com/office/drawing/2014/main" id="{99488C32-7675-4864-A621-78E53527C776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4800600"/>
            <a:ext cx="2401888" cy="320675"/>
            <a:chOff x="2976" y="2680"/>
            <a:chExt cx="1872" cy="296"/>
          </a:xfrm>
        </p:grpSpPr>
        <p:sp>
          <p:nvSpPr>
            <p:cNvPr id="30795" name="Rectangle 63">
              <a:extLst>
                <a:ext uri="{FF2B5EF4-FFF2-40B4-BE49-F238E27FC236}">
                  <a16:creationId xmlns:a16="http://schemas.microsoft.com/office/drawing/2014/main" id="{7F47EF69-01BD-4778-81E8-464589F7EF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96" name="Text Box 64">
              <a:extLst>
                <a:ext uri="{FF2B5EF4-FFF2-40B4-BE49-F238E27FC236}">
                  <a16:creationId xmlns:a16="http://schemas.microsoft.com/office/drawing/2014/main" id="{51DC92ED-6135-4928-9D6B-4F02D15E9D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15</a:t>
              </a:r>
            </a:p>
          </p:txBody>
        </p:sp>
        <p:sp>
          <p:nvSpPr>
            <p:cNvPr id="30797" name="Text Box 65">
              <a:extLst>
                <a:ext uri="{FF2B5EF4-FFF2-40B4-BE49-F238E27FC236}">
                  <a16:creationId xmlns:a16="http://schemas.microsoft.com/office/drawing/2014/main" id="{03C28CB1-E8EA-4B5D-81DA-F666563240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30798" name="Text Box 66">
              <a:extLst>
                <a:ext uri="{FF2B5EF4-FFF2-40B4-BE49-F238E27FC236}">
                  <a16:creationId xmlns:a16="http://schemas.microsoft.com/office/drawing/2014/main" id="{34CD9A74-9E5B-45E2-BC38-E1AF7FEE68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22</a:t>
              </a:r>
            </a:p>
          </p:txBody>
        </p:sp>
        <p:sp>
          <p:nvSpPr>
            <p:cNvPr id="30799" name="Text Box 67">
              <a:extLst>
                <a:ext uri="{FF2B5EF4-FFF2-40B4-BE49-F238E27FC236}">
                  <a16:creationId xmlns:a16="http://schemas.microsoft.com/office/drawing/2014/main" id="{A19B944D-195D-4D8D-87E8-B21120713B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800" name="Line 68">
              <a:extLst>
                <a:ext uri="{FF2B5EF4-FFF2-40B4-BE49-F238E27FC236}">
                  <a16:creationId xmlns:a16="http://schemas.microsoft.com/office/drawing/2014/main" id="{D8813AF7-EBE4-4606-BBEC-1600632C01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1" name="Line 69">
              <a:extLst>
                <a:ext uri="{FF2B5EF4-FFF2-40B4-BE49-F238E27FC236}">
                  <a16:creationId xmlns:a16="http://schemas.microsoft.com/office/drawing/2014/main" id="{83F6A92A-F917-4049-B751-82F745141A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2" name="Line 70">
              <a:extLst>
                <a:ext uri="{FF2B5EF4-FFF2-40B4-BE49-F238E27FC236}">
                  <a16:creationId xmlns:a16="http://schemas.microsoft.com/office/drawing/2014/main" id="{291CF1E5-F1BD-4ACE-9844-8979A5DF8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3" name="Line 71">
              <a:extLst>
                <a:ext uri="{FF2B5EF4-FFF2-40B4-BE49-F238E27FC236}">
                  <a16:creationId xmlns:a16="http://schemas.microsoft.com/office/drawing/2014/main" id="{C5B03C0B-6AEB-43E7-A3F3-D20288B8F1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4" name="Line 72">
              <a:extLst>
                <a:ext uri="{FF2B5EF4-FFF2-40B4-BE49-F238E27FC236}">
                  <a16:creationId xmlns:a16="http://schemas.microsoft.com/office/drawing/2014/main" id="{9E8DEE4C-05FE-4332-9164-0D1DADB0A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5" name="Line 73">
              <a:extLst>
                <a:ext uri="{FF2B5EF4-FFF2-40B4-BE49-F238E27FC236}">
                  <a16:creationId xmlns:a16="http://schemas.microsoft.com/office/drawing/2014/main" id="{1D44A770-8F66-4FD3-A780-4A5C73AA9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6" name="Line 74">
              <a:extLst>
                <a:ext uri="{FF2B5EF4-FFF2-40B4-BE49-F238E27FC236}">
                  <a16:creationId xmlns:a16="http://schemas.microsoft.com/office/drawing/2014/main" id="{7F7A0E9E-F52F-4640-BBA1-5E808FC4D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807" name="Line 75">
              <a:extLst>
                <a:ext uri="{FF2B5EF4-FFF2-40B4-BE49-F238E27FC236}">
                  <a16:creationId xmlns:a16="http://schemas.microsoft.com/office/drawing/2014/main" id="{94C3487F-48E6-4063-BFCA-8620B881D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30" name="Group 76">
            <a:extLst>
              <a:ext uri="{FF2B5EF4-FFF2-40B4-BE49-F238E27FC236}">
                <a16:creationId xmlns:a16="http://schemas.microsoft.com/office/drawing/2014/main" id="{01120F00-9A81-4FBD-A68B-8450B9582A98}"/>
              </a:ext>
            </a:extLst>
          </p:cNvPr>
          <p:cNvGrpSpPr>
            <a:grpSpLocks/>
          </p:cNvGrpSpPr>
          <p:nvPr/>
        </p:nvGrpSpPr>
        <p:grpSpPr bwMode="auto">
          <a:xfrm>
            <a:off x="8610600" y="3962400"/>
            <a:ext cx="2401888" cy="320675"/>
            <a:chOff x="2976" y="2680"/>
            <a:chExt cx="1872" cy="296"/>
          </a:xfrm>
        </p:grpSpPr>
        <p:sp>
          <p:nvSpPr>
            <p:cNvPr id="30782" name="Rectangle 77">
              <a:extLst>
                <a:ext uri="{FF2B5EF4-FFF2-40B4-BE49-F238E27FC236}">
                  <a16:creationId xmlns:a16="http://schemas.microsoft.com/office/drawing/2014/main" id="{BFCA07EF-1EB8-41A1-9EB7-0E34ED99C1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83" name="Text Box 78">
              <a:extLst>
                <a:ext uri="{FF2B5EF4-FFF2-40B4-BE49-F238E27FC236}">
                  <a16:creationId xmlns:a16="http://schemas.microsoft.com/office/drawing/2014/main" id="{1AFFF207-F8A1-4B16-B51A-787272B49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84</a:t>
              </a:r>
            </a:p>
          </p:txBody>
        </p:sp>
        <p:sp>
          <p:nvSpPr>
            <p:cNvPr id="30784" name="Text Box 79">
              <a:extLst>
                <a:ext uri="{FF2B5EF4-FFF2-40B4-BE49-F238E27FC236}">
                  <a16:creationId xmlns:a16="http://schemas.microsoft.com/office/drawing/2014/main" id="{CE229126-3B95-49FB-83CF-7A51D1F41F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79</a:t>
              </a:r>
            </a:p>
          </p:txBody>
        </p:sp>
        <p:sp>
          <p:nvSpPr>
            <p:cNvPr id="30785" name="Text Box 80">
              <a:extLst>
                <a:ext uri="{FF2B5EF4-FFF2-40B4-BE49-F238E27FC236}">
                  <a16:creationId xmlns:a16="http://schemas.microsoft.com/office/drawing/2014/main" id="{E266F163-FDE2-48B9-80EF-80F75AD063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93</a:t>
              </a:r>
            </a:p>
          </p:txBody>
        </p:sp>
        <p:sp>
          <p:nvSpPr>
            <p:cNvPr id="30786" name="Text Box 81">
              <a:extLst>
                <a:ext uri="{FF2B5EF4-FFF2-40B4-BE49-F238E27FC236}">
                  <a16:creationId xmlns:a16="http://schemas.microsoft.com/office/drawing/2014/main" id="{B79392A3-5D5A-48EA-9DC4-3831A71CEC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87" name="Line 82">
              <a:extLst>
                <a:ext uri="{FF2B5EF4-FFF2-40B4-BE49-F238E27FC236}">
                  <a16:creationId xmlns:a16="http://schemas.microsoft.com/office/drawing/2014/main" id="{6CB97500-232F-40B0-869F-E9A23CA45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88" name="Line 83">
              <a:extLst>
                <a:ext uri="{FF2B5EF4-FFF2-40B4-BE49-F238E27FC236}">
                  <a16:creationId xmlns:a16="http://schemas.microsoft.com/office/drawing/2014/main" id="{527B24AA-226A-4F3B-B405-81254047E9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89" name="Line 84">
              <a:extLst>
                <a:ext uri="{FF2B5EF4-FFF2-40B4-BE49-F238E27FC236}">
                  <a16:creationId xmlns:a16="http://schemas.microsoft.com/office/drawing/2014/main" id="{8396D30A-A2A3-41E0-B7DE-ABDF05E74F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90" name="Line 85">
              <a:extLst>
                <a:ext uri="{FF2B5EF4-FFF2-40B4-BE49-F238E27FC236}">
                  <a16:creationId xmlns:a16="http://schemas.microsoft.com/office/drawing/2014/main" id="{656CCAB9-C3C0-443C-A341-06B8DFA2F0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91" name="Line 86">
              <a:extLst>
                <a:ext uri="{FF2B5EF4-FFF2-40B4-BE49-F238E27FC236}">
                  <a16:creationId xmlns:a16="http://schemas.microsoft.com/office/drawing/2014/main" id="{B5CD9984-2377-4721-BBB9-BA8AA91C64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92" name="Line 87">
              <a:extLst>
                <a:ext uri="{FF2B5EF4-FFF2-40B4-BE49-F238E27FC236}">
                  <a16:creationId xmlns:a16="http://schemas.microsoft.com/office/drawing/2014/main" id="{7A1CC32B-4043-4192-8482-48379EFB4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93" name="Line 88">
              <a:extLst>
                <a:ext uri="{FF2B5EF4-FFF2-40B4-BE49-F238E27FC236}">
                  <a16:creationId xmlns:a16="http://schemas.microsoft.com/office/drawing/2014/main" id="{D4967817-46EB-426F-A5B6-0D6007563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94" name="Line 89">
              <a:extLst>
                <a:ext uri="{FF2B5EF4-FFF2-40B4-BE49-F238E27FC236}">
                  <a16:creationId xmlns:a16="http://schemas.microsoft.com/office/drawing/2014/main" id="{BC9FD1F3-E832-4471-BA55-479D07F4C2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31" name="Group 90">
            <a:extLst>
              <a:ext uri="{FF2B5EF4-FFF2-40B4-BE49-F238E27FC236}">
                <a16:creationId xmlns:a16="http://schemas.microsoft.com/office/drawing/2014/main" id="{A296E5E3-1B9A-4175-A6EE-2FD0A7F006C8}"/>
              </a:ext>
            </a:extLst>
          </p:cNvPr>
          <p:cNvGrpSpPr>
            <a:grpSpLocks/>
          </p:cNvGrpSpPr>
          <p:nvPr/>
        </p:nvGrpSpPr>
        <p:grpSpPr bwMode="auto">
          <a:xfrm>
            <a:off x="8001000" y="4419600"/>
            <a:ext cx="2401888" cy="320675"/>
            <a:chOff x="2976" y="2680"/>
            <a:chExt cx="1872" cy="296"/>
          </a:xfrm>
        </p:grpSpPr>
        <p:sp>
          <p:nvSpPr>
            <p:cNvPr id="30769" name="Rectangle 91">
              <a:extLst>
                <a:ext uri="{FF2B5EF4-FFF2-40B4-BE49-F238E27FC236}">
                  <a16:creationId xmlns:a16="http://schemas.microsoft.com/office/drawing/2014/main" id="{E0DBC66A-A0B4-4C46-BA5F-3BC15F2B89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70" name="Text Box 92">
              <a:extLst>
                <a:ext uri="{FF2B5EF4-FFF2-40B4-BE49-F238E27FC236}">
                  <a16:creationId xmlns:a16="http://schemas.microsoft.com/office/drawing/2014/main" id="{C89E4CB4-CE6F-4833-B920-FF9E218B8B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76</a:t>
              </a:r>
            </a:p>
          </p:txBody>
        </p:sp>
        <p:sp>
          <p:nvSpPr>
            <p:cNvPr id="30771" name="Text Box 93">
              <a:extLst>
                <a:ext uri="{FF2B5EF4-FFF2-40B4-BE49-F238E27FC236}">
                  <a16:creationId xmlns:a16="http://schemas.microsoft.com/office/drawing/2014/main" id="{AD1973FD-24B8-4394-8071-C708C2E87E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71</a:t>
              </a:r>
            </a:p>
          </p:txBody>
        </p:sp>
        <p:sp>
          <p:nvSpPr>
            <p:cNvPr id="30772" name="Text Box 94">
              <a:extLst>
                <a:ext uri="{FF2B5EF4-FFF2-40B4-BE49-F238E27FC236}">
                  <a16:creationId xmlns:a16="http://schemas.microsoft.com/office/drawing/2014/main" id="{387F3FA3-2096-49C9-82AF-AB88ABD7AC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77</a:t>
              </a:r>
            </a:p>
          </p:txBody>
        </p:sp>
        <p:sp>
          <p:nvSpPr>
            <p:cNvPr id="30773" name="Text Box 95">
              <a:extLst>
                <a:ext uri="{FF2B5EF4-FFF2-40B4-BE49-F238E27FC236}">
                  <a16:creationId xmlns:a16="http://schemas.microsoft.com/office/drawing/2014/main" id="{E66D9C52-7696-4DC8-992C-6C8101892D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74" name="Line 96">
              <a:extLst>
                <a:ext uri="{FF2B5EF4-FFF2-40B4-BE49-F238E27FC236}">
                  <a16:creationId xmlns:a16="http://schemas.microsoft.com/office/drawing/2014/main" id="{15F081CA-9E0A-49BE-BAFF-2B76F63EA0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75" name="Line 97">
              <a:extLst>
                <a:ext uri="{FF2B5EF4-FFF2-40B4-BE49-F238E27FC236}">
                  <a16:creationId xmlns:a16="http://schemas.microsoft.com/office/drawing/2014/main" id="{3F78A95F-4E92-4462-88B6-E19B91071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76" name="Line 98">
              <a:extLst>
                <a:ext uri="{FF2B5EF4-FFF2-40B4-BE49-F238E27FC236}">
                  <a16:creationId xmlns:a16="http://schemas.microsoft.com/office/drawing/2014/main" id="{68882F5F-DBB8-4C3A-9780-2B8DBE9E53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77" name="Line 99">
              <a:extLst>
                <a:ext uri="{FF2B5EF4-FFF2-40B4-BE49-F238E27FC236}">
                  <a16:creationId xmlns:a16="http://schemas.microsoft.com/office/drawing/2014/main" id="{36FE51CC-2E6E-408A-8601-881A31C12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78" name="Line 100">
              <a:extLst>
                <a:ext uri="{FF2B5EF4-FFF2-40B4-BE49-F238E27FC236}">
                  <a16:creationId xmlns:a16="http://schemas.microsoft.com/office/drawing/2014/main" id="{2EC1539D-2D18-4C3E-ABF1-EA0E39CE3E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79" name="Line 101">
              <a:extLst>
                <a:ext uri="{FF2B5EF4-FFF2-40B4-BE49-F238E27FC236}">
                  <a16:creationId xmlns:a16="http://schemas.microsoft.com/office/drawing/2014/main" id="{FBEB78B2-0E9E-42CB-B4C1-2DC9594E86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80" name="Line 102">
              <a:extLst>
                <a:ext uri="{FF2B5EF4-FFF2-40B4-BE49-F238E27FC236}">
                  <a16:creationId xmlns:a16="http://schemas.microsoft.com/office/drawing/2014/main" id="{417CCF73-86D2-45F7-BBF4-A5D6C4FEF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81" name="Line 103">
              <a:extLst>
                <a:ext uri="{FF2B5EF4-FFF2-40B4-BE49-F238E27FC236}">
                  <a16:creationId xmlns:a16="http://schemas.microsoft.com/office/drawing/2014/main" id="{AD939F50-53E5-49BC-A980-5B52EE948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32" name="Group 104">
            <a:extLst>
              <a:ext uri="{FF2B5EF4-FFF2-40B4-BE49-F238E27FC236}">
                <a16:creationId xmlns:a16="http://schemas.microsoft.com/office/drawing/2014/main" id="{C94EA975-2B88-4110-A933-C6B7F3D483C9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5334000"/>
            <a:ext cx="2401888" cy="320675"/>
            <a:chOff x="2976" y="2680"/>
            <a:chExt cx="1872" cy="296"/>
          </a:xfrm>
        </p:grpSpPr>
        <p:sp>
          <p:nvSpPr>
            <p:cNvPr id="30756" name="Rectangle 105">
              <a:extLst>
                <a:ext uri="{FF2B5EF4-FFF2-40B4-BE49-F238E27FC236}">
                  <a16:creationId xmlns:a16="http://schemas.microsoft.com/office/drawing/2014/main" id="{CACF4252-F969-4466-9E35-55CE1A3C9B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57" name="Text Box 106">
              <a:extLst>
                <a:ext uri="{FF2B5EF4-FFF2-40B4-BE49-F238E27FC236}">
                  <a16:creationId xmlns:a16="http://schemas.microsoft.com/office/drawing/2014/main" id="{7C43D727-CFB2-4E14-968A-6ED71F386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57</a:t>
              </a:r>
            </a:p>
          </p:txBody>
        </p:sp>
        <p:sp>
          <p:nvSpPr>
            <p:cNvPr id="30758" name="Text Box 107">
              <a:extLst>
                <a:ext uri="{FF2B5EF4-FFF2-40B4-BE49-F238E27FC236}">
                  <a16:creationId xmlns:a16="http://schemas.microsoft.com/office/drawing/2014/main" id="{4FA2DE18-BF86-4DD6-99CE-3072F489AD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56</a:t>
              </a:r>
            </a:p>
          </p:txBody>
        </p:sp>
        <p:sp>
          <p:nvSpPr>
            <p:cNvPr id="30759" name="Text Box 108">
              <a:extLst>
                <a:ext uri="{FF2B5EF4-FFF2-40B4-BE49-F238E27FC236}">
                  <a16:creationId xmlns:a16="http://schemas.microsoft.com/office/drawing/2014/main" id="{E6935D8A-A5BC-4713-9CA1-E758AB07CF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63</a:t>
              </a:r>
            </a:p>
          </p:txBody>
        </p:sp>
        <p:sp>
          <p:nvSpPr>
            <p:cNvPr id="30760" name="Text Box 109">
              <a:extLst>
                <a:ext uri="{FF2B5EF4-FFF2-40B4-BE49-F238E27FC236}">
                  <a16:creationId xmlns:a16="http://schemas.microsoft.com/office/drawing/2014/main" id="{7BDF43FF-0C93-469C-8E15-22BD968944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61" name="Line 110">
              <a:extLst>
                <a:ext uri="{FF2B5EF4-FFF2-40B4-BE49-F238E27FC236}">
                  <a16:creationId xmlns:a16="http://schemas.microsoft.com/office/drawing/2014/main" id="{BCF3D9E2-3CC1-497E-98C2-FCC36926F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2" name="Line 111">
              <a:extLst>
                <a:ext uri="{FF2B5EF4-FFF2-40B4-BE49-F238E27FC236}">
                  <a16:creationId xmlns:a16="http://schemas.microsoft.com/office/drawing/2014/main" id="{0B298F07-1BFC-423A-971F-ADF1F0203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3" name="Line 112">
              <a:extLst>
                <a:ext uri="{FF2B5EF4-FFF2-40B4-BE49-F238E27FC236}">
                  <a16:creationId xmlns:a16="http://schemas.microsoft.com/office/drawing/2014/main" id="{DDB02B8C-7080-4E33-B517-2810806867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4" name="Line 113">
              <a:extLst>
                <a:ext uri="{FF2B5EF4-FFF2-40B4-BE49-F238E27FC236}">
                  <a16:creationId xmlns:a16="http://schemas.microsoft.com/office/drawing/2014/main" id="{7F7AF86E-8007-42C1-AF5B-ECECFDA847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5" name="Line 114">
              <a:extLst>
                <a:ext uri="{FF2B5EF4-FFF2-40B4-BE49-F238E27FC236}">
                  <a16:creationId xmlns:a16="http://schemas.microsoft.com/office/drawing/2014/main" id="{4B277B54-1894-40D5-8303-B425B4C1D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6" name="Line 115">
              <a:extLst>
                <a:ext uri="{FF2B5EF4-FFF2-40B4-BE49-F238E27FC236}">
                  <a16:creationId xmlns:a16="http://schemas.microsoft.com/office/drawing/2014/main" id="{ACD49F28-E587-4B2F-9566-10F5F8013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7" name="Line 116">
              <a:extLst>
                <a:ext uri="{FF2B5EF4-FFF2-40B4-BE49-F238E27FC236}">
                  <a16:creationId xmlns:a16="http://schemas.microsoft.com/office/drawing/2014/main" id="{EBEBD056-C7EA-41C3-B2F9-28FAB7325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68" name="Line 117">
              <a:extLst>
                <a:ext uri="{FF2B5EF4-FFF2-40B4-BE49-F238E27FC236}">
                  <a16:creationId xmlns:a16="http://schemas.microsoft.com/office/drawing/2014/main" id="{E1724999-5BD0-45A2-BDC1-A43DA56C99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0733" name="Group 118">
            <a:extLst>
              <a:ext uri="{FF2B5EF4-FFF2-40B4-BE49-F238E27FC236}">
                <a16:creationId xmlns:a16="http://schemas.microsoft.com/office/drawing/2014/main" id="{5B005D17-FC6D-4862-8B79-29DA432CE552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5410200"/>
            <a:ext cx="2401888" cy="320675"/>
            <a:chOff x="2976" y="2680"/>
            <a:chExt cx="1872" cy="296"/>
          </a:xfrm>
        </p:grpSpPr>
        <p:sp>
          <p:nvSpPr>
            <p:cNvPr id="30743" name="Rectangle 119">
              <a:extLst>
                <a:ext uri="{FF2B5EF4-FFF2-40B4-BE49-F238E27FC236}">
                  <a16:creationId xmlns:a16="http://schemas.microsoft.com/office/drawing/2014/main" id="{8241AB7C-FC1F-4401-AD40-54E0B181E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44" name="Text Box 120">
              <a:extLst>
                <a:ext uri="{FF2B5EF4-FFF2-40B4-BE49-F238E27FC236}">
                  <a16:creationId xmlns:a16="http://schemas.microsoft.com/office/drawing/2014/main" id="{1B5EC09B-B901-474D-A7DA-90368885EB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6</a:t>
              </a:r>
            </a:p>
          </p:txBody>
        </p:sp>
        <p:sp>
          <p:nvSpPr>
            <p:cNvPr id="30745" name="Text Box 121">
              <a:extLst>
                <a:ext uri="{FF2B5EF4-FFF2-40B4-BE49-F238E27FC236}">
                  <a16:creationId xmlns:a16="http://schemas.microsoft.com/office/drawing/2014/main" id="{011BED88-ED18-4119-96DD-15D17B609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1</a:t>
              </a:r>
            </a:p>
          </p:txBody>
        </p:sp>
        <p:sp>
          <p:nvSpPr>
            <p:cNvPr id="30746" name="Text Box 122">
              <a:extLst>
                <a:ext uri="{FF2B5EF4-FFF2-40B4-BE49-F238E27FC236}">
                  <a16:creationId xmlns:a16="http://schemas.microsoft.com/office/drawing/2014/main" id="{19D7CCD7-AF78-438A-8EC2-AF54607015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47" name="Text Box 123">
              <a:extLst>
                <a:ext uri="{FF2B5EF4-FFF2-40B4-BE49-F238E27FC236}">
                  <a16:creationId xmlns:a16="http://schemas.microsoft.com/office/drawing/2014/main" id="{7B2EC41A-8C02-4C44-95DB-6E4C41C86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0748" name="Line 124">
              <a:extLst>
                <a:ext uri="{FF2B5EF4-FFF2-40B4-BE49-F238E27FC236}">
                  <a16:creationId xmlns:a16="http://schemas.microsoft.com/office/drawing/2014/main" id="{4FDC71D9-4113-4E46-9F70-F4233300A1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49" name="Line 125">
              <a:extLst>
                <a:ext uri="{FF2B5EF4-FFF2-40B4-BE49-F238E27FC236}">
                  <a16:creationId xmlns:a16="http://schemas.microsoft.com/office/drawing/2014/main" id="{E37F2366-83B3-4E55-82D1-AD9669296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50" name="Line 126">
              <a:extLst>
                <a:ext uri="{FF2B5EF4-FFF2-40B4-BE49-F238E27FC236}">
                  <a16:creationId xmlns:a16="http://schemas.microsoft.com/office/drawing/2014/main" id="{F6950F5F-6CEA-4582-85B4-684137F02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51" name="Line 127">
              <a:extLst>
                <a:ext uri="{FF2B5EF4-FFF2-40B4-BE49-F238E27FC236}">
                  <a16:creationId xmlns:a16="http://schemas.microsoft.com/office/drawing/2014/main" id="{6F03672D-3BC3-4BE9-8099-8832416BC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52" name="Line 128">
              <a:extLst>
                <a:ext uri="{FF2B5EF4-FFF2-40B4-BE49-F238E27FC236}">
                  <a16:creationId xmlns:a16="http://schemas.microsoft.com/office/drawing/2014/main" id="{9ADDA571-FEE5-4337-83CF-3289D1979B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53" name="Line 129">
              <a:extLst>
                <a:ext uri="{FF2B5EF4-FFF2-40B4-BE49-F238E27FC236}">
                  <a16:creationId xmlns:a16="http://schemas.microsoft.com/office/drawing/2014/main" id="{D657A2A4-30B4-4C12-9D08-2247CB49B7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54" name="Line 130">
              <a:extLst>
                <a:ext uri="{FF2B5EF4-FFF2-40B4-BE49-F238E27FC236}">
                  <a16:creationId xmlns:a16="http://schemas.microsoft.com/office/drawing/2014/main" id="{5579CF6B-0181-4C87-BD83-A90D523C1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0755" name="Line 131">
              <a:extLst>
                <a:ext uri="{FF2B5EF4-FFF2-40B4-BE49-F238E27FC236}">
                  <a16:creationId xmlns:a16="http://schemas.microsoft.com/office/drawing/2014/main" id="{67DED1BB-27EF-4671-B36E-DE5373A4B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30734" name="Line 132">
            <a:extLst>
              <a:ext uri="{FF2B5EF4-FFF2-40B4-BE49-F238E27FC236}">
                <a16:creationId xmlns:a16="http://schemas.microsoft.com/office/drawing/2014/main" id="{DC0C1404-55B1-49A2-8081-32051C6439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2400" y="2895600"/>
            <a:ext cx="1676400" cy="5334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35" name="Line 133">
            <a:extLst>
              <a:ext uri="{FF2B5EF4-FFF2-40B4-BE49-F238E27FC236}">
                <a16:creationId xmlns:a16="http://schemas.microsoft.com/office/drawing/2014/main" id="{A47E0B24-FA9C-4725-9AC0-09C00EBE90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2895600"/>
            <a:ext cx="609600" cy="5334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36" name="Line 134">
            <a:extLst>
              <a:ext uri="{FF2B5EF4-FFF2-40B4-BE49-F238E27FC236}">
                <a16:creationId xmlns:a16="http://schemas.microsoft.com/office/drawing/2014/main" id="{DAA5E41F-55DE-4B46-8B7F-A683C9DA06B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71800" y="3657600"/>
            <a:ext cx="533400" cy="17526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37" name="Line 135">
            <a:extLst>
              <a:ext uri="{FF2B5EF4-FFF2-40B4-BE49-F238E27FC236}">
                <a16:creationId xmlns:a16="http://schemas.microsoft.com/office/drawing/2014/main" id="{672ED33E-59DB-41C7-B867-0E1B6B5F15C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3657600"/>
            <a:ext cx="228600" cy="11430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38" name="Line 136">
            <a:extLst>
              <a:ext uri="{FF2B5EF4-FFF2-40B4-BE49-F238E27FC236}">
                <a16:creationId xmlns:a16="http://schemas.microsoft.com/office/drawing/2014/main" id="{880BF55C-C6B3-40B0-A609-04480C9C6E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3657600"/>
            <a:ext cx="304800" cy="6858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39" name="Line 138">
            <a:extLst>
              <a:ext uri="{FF2B5EF4-FFF2-40B4-BE49-F238E27FC236}">
                <a16:creationId xmlns:a16="http://schemas.microsoft.com/office/drawing/2014/main" id="{9DF211EE-E1EB-417A-81E5-DAF420483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3657600"/>
            <a:ext cx="457200" cy="8382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40" name="Line 140">
            <a:extLst>
              <a:ext uri="{FF2B5EF4-FFF2-40B4-BE49-F238E27FC236}">
                <a16:creationId xmlns:a16="http://schemas.microsoft.com/office/drawing/2014/main" id="{0BBB95EA-3B02-45D1-94F6-4695C766C2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7200" y="3657600"/>
            <a:ext cx="533400" cy="45720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0741" name="Freeform 141">
            <a:extLst>
              <a:ext uri="{FF2B5EF4-FFF2-40B4-BE49-F238E27FC236}">
                <a16:creationId xmlns:a16="http://schemas.microsoft.com/office/drawing/2014/main" id="{F2C24A67-F588-4B0E-AA27-BD14B2FDE8B7}"/>
              </a:ext>
            </a:extLst>
          </p:cNvPr>
          <p:cNvSpPr>
            <a:spLocks/>
          </p:cNvSpPr>
          <p:nvPr/>
        </p:nvSpPr>
        <p:spPr bwMode="auto">
          <a:xfrm>
            <a:off x="6934200" y="3581400"/>
            <a:ext cx="736600" cy="1981200"/>
          </a:xfrm>
          <a:custGeom>
            <a:avLst/>
            <a:gdLst>
              <a:gd name="T0" fmla="*/ 0 w 464"/>
              <a:gd name="T1" fmla="*/ 0 h 1248"/>
              <a:gd name="T2" fmla="*/ 2147483646 w 464"/>
              <a:gd name="T3" fmla="*/ 2147483646 h 1248"/>
              <a:gd name="T4" fmla="*/ 2147483646 w 464"/>
              <a:gd name="T5" fmla="*/ 2147483646 h 1248"/>
              <a:gd name="T6" fmla="*/ 2147483646 w 464"/>
              <a:gd name="T7" fmla="*/ 2147483646 h 1248"/>
              <a:gd name="T8" fmla="*/ 0 60000 65536"/>
              <a:gd name="T9" fmla="*/ 0 60000 65536"/>
              <a:gd name="T10" fmla="*/ 0 60000 65536"/>
              <a:gd name="T11" fmla="*/ 0 60000 65536"/>
              <a:gd name="T12" fmla="*/ 0 w 464"/>
              <a:gd name="T13" fmla="*/ 0 h 1248"/>
              <a:gd name="T14" fmla="*/ 464 w 464"/>
              <a:gd name="T15" fmla="*/ 1248 h 124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64" h="1248">
                <a:moveTo>
                  <a:pt x="0" y="0"/>
                </a:moveTo>
                <a:cubicBezTo>
                  <a:pt x="200" y="200"/>
                  <a:pt x="400" y="400"/>
                  <a:pt x="432" y="576"/>
                </a:cubicBezTo>
                <a:cubicBezTo>
                  <a:pt x="464" y="752"/>
                  <a:pt x="208" y="944"/>
                  <a:pt x="192" y="1056"/>
                </a:cubicBezTo>
                <a:cubicBezTo>
                  <a:pt x="176" y="1168"/>
                  <a:pt x="256" y="1208"/>
                  <a:pt x="336" y="1248"/>
                </a:cubicBezTo>
              </a:path>
            </a:pathLst>
          </a:cu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39" name="Freeform 142">
            <a:extLst>
              <a:ext uri="{FF2B5EF4-FFF2-40B4-BE49-F238E27FC236}">
                <a16:creationId xmlns:a16="http://schemas.microsoft.com/office/drawing/2014/main" id="{50AFADE3-02DC-4568-A1EB-C57BA1DA63D0}"/>
              </a:ext>
            </a:extLst>
          </p:cNvPr>
          <p:cNvSpPr>
            <a:spLocks/>
          </p:cNvSpPr>
          <p:nvPr/>
        </p:nvSpPr>
        <p:spPr bwMode="auto">
          <a:xfrm>
            <a:off x="3403600" y="2895600"/>
            <a:ext cx="2463800" cy="2273300"/>
          </a:xfrm>
          <a:custGeom>
            <a:avLst/>
            <a:gdLst>
              <a:gd name="T0" fmla="*/ 2147483646 w 1552"/>
              <a:gd name="T1" fmla="*/ 0 h 1432"/>
              <a:gd name="T2" fmla="*/ 2147483646 w 1552"/>
              <a:gd name="T3" fmla="*/ 2147483646 h 1432"/>
              <a:gd name="T4" fmla="*/ 2147483646 w 1552"/>
              <a:gd name="T5" fmla="*/ 2147483646 h 1432"/>
              <a:gd name="T6" fmla="*/ 2147483646 w 1552"/>
              <a:gd name="T7" fmla="*/ 2147483646 h 1432"/>
              <a:gd name="T8" fmla="*/ 2147483646 w 1552"/>
              <a:gd name="T9" fmla="*/ 2147483646 h 1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52"/>
              <a:gd name="T16" fmla="*/ 0 h 1432"/>
              <a:gd name="T17" fmla="*/ 1552 w 1552"/>
              <a:gd name="T18" fmla="*/ 1432 h 1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52" h="1432">
                <a:moveTo>
                  <a:pt x="1552" y="0"/>
                </a:moveTo>
                <a:cubicBezTo>
                  <a:pt x="936" y="152"/>
                  <a:pt x="320" y="304"/>
                  <a:pt x="160" y="384"/>
                </a:cubicBezTo>
                <a:cubicBezTo>
                  <a:pt x="0" y="464"/>
                  <a:pt x="504" y="328"/>
                  <a:pt x="592" y="480"/>
                </a:cubicBezTo>
                <a:cubicBezTo>
                  <a:pt x="680" y="632"/>
                  <a:pt x="608" y="1160"/>
                  <a:pt x="688" y="1296"/>
                </a:cubicBezTo>
                <a:cubicBezTo>
                  <a:pt x="768" y="1432"/>
                  <a:pt x="920" y="1364"/>
                  <a:pt x="1072" y="1296"/>
                </a:cubicBezTo>
              </a:path>
            </a:pathLst>
          </a:cu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9B51918A-05DA-48A9-AFC3-BB81EFE47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7E2821-B7F3-4F45-93CF-E55F48952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93700"/>
            <a:ext cx="9485313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+mn-lt"/>
              </a:rPr>
              <a:t>Inserarea</a:t>
            </a:r>
            <a:r>
              <a:rPr lang="en-US" altLang="en-US" kern="0" dirty="0">
                <a:latin typeface="+mn-lt"/>
              </a:rPr>
              <a:t> </a:t>
            </a:r>
            <a:r>
              <a:rPr lang="ro-RO" altLang="en-US" kern="0" dirty="0">
                <a:latin typeface="+mn-lt"/>
              </a:rPr>
              <a:t>î</a:t>
            </a:r>
            <a:r>
              <a:rPr lang="en-US" altLang="en-US" kern="0" dirty="0" err="1">
                <a:latin typeface="+mn-lt"/>
              </a:rPr>
              <a:t>nregistr</a:t>
            </a:r>
            <a:r>
              <a:rPr lang="ro-RO" altLang="en-US" kern="0" dirty="0">
                <a:latin typeface="+mn-lt"/>
              </a:rPr>
              <a:t>ă</a:t>
            </a:r>
            <a:r>
              <a:rPr lang="en-US" altLang="en-US" kern="0" dirty="0" err="1">
                <a:latin typeface="+mn-lt"/>
              </a:rPr>
              <a:t>rilor</a:t>
            </a:r>
            <a:r>
              <a:rPr lang="en-US" altLang="en-US" kern="0" dirty="0">
                <a:latin typeface="+mn-lt"/>
              </a:rPr>
              <a:t> </a:t>
            </a:r>
            <a:r>
              <a:rPr lang="ro-RO" altLang="en-US" kern="0" dirty="0">
                <a:latin typeface="+mn-lt"/>
              </a:rPr>
              <a:t>î</a:t>
            </a:r>
            <a:r>
              <a:rPr lang="en-US" altLang="en-US" kern="0" dirty="0">
                <a:latin typeface="+mn-lt"/>
              </a:rPr>
              <a:t>n Arbore-B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A7EF04-31F9-4131-999D-F57938C91F48}"/>
              </a:ext>
            </a:extLst>
          </p:cNvPr>
          <p:cNvSpPr txBox="1">
            <a:spLocks noChangeArrowheads="1"/>
          </p:cNvSpPr>
          <p:nvPr/>
        </p:nvSpPr>
        <p:spPr>
          <a:xfrm>
            <a:off x="2819400" y="2590800"/>
            <a:ext cx="8610600" cy="4038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Pa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i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inserare</a:t>
            </a:r>
            <a:r>
              <a:rPr lang="en-US" altLang="en-US" sz="2800" kern="0" dirty="0"/>
              <a:t>: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localizare</a:t>
            </a:r>
            <a:r>
              <a:rPr lang="en-US" altLang="en-US" sz="2400" kern="0" dirty="0"/>
              <a:t> nod un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trebuie s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fie </a:t>
            </a:r>
            <a:r>
              <a:rPr lang="en-US" altLang="en-US" sz="2400" kern="0" dirty="0" err="1"/>
              <a:t>inserat</a:t>
            </a:r>
            <a:r>
              <a:rPr lang="ro-RO" altLang="en-US" sz="2400" kern="0" dirty="0"/>
              <a:t>ă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se </a:t>
            </a:r>
            <a:r>
              <a:rPr lang="en-US" altLang="en-US" sz="2400" kern="0" dirty="0" err="1"/>
              <a:t>insereaz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noua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cheie</a:t>
            </a:r>
            <a:endParaRPr lang="en-US" altLang="en-US" sz="2400" kern="0" dirty="0"/>
          </a:p>
          <a:p>
            <a:pPr marL="457200" lvl="1" indent="0" eaLnBrk="1" hangingPunct="1">
              <a:defRPr/>
            </a:pPr>
            <a:r>
              <a:rPr lang="en-US" altLang="en-US" sz="2400" kern="0" dirty="0"/>
              <a:t> se </a:t>
            </a:r>
            <a:r>
              <a:rPr lang="en-US" altLang="en-US" sz="2400" kern="0" dirty="0" err="1"/>
              <a:t>aplic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o </a:t>
            </a:r>
            <a:r>
              <a:rPr lang="en-US" altLang="en-US" sz="2400" kern="0" dirty="0" err="1"/>
              <a:t>procedur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de </a:t>
            </a:r>
            <a:r>
              <a:rPr lang="en-US" altLang="en-US" sz="2400" i="1" kern="0" dirty="0" err="1"/>
              <a:t>echilibrare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</a:t>
            </a:r>
            <a:r>
              <a:rPr lang="en-US" altLang="en-US" sz="2400" kern="0" dirty="0" err="1"/>
              <a:t>cazul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care </a:t>
            </a:r>
            <a:r>
              <a:rPr lang="en-US" altLang="en-US" sz="2400" kern="0" dirty="0" err="1"/>
              <a:t>este</a:t>
            </a:r>
            <a:r>
              <a:rPr lang="en-US" altLang="en-US" sz="2400" kern="0" dirty="0"/>
              <a:t> dep</a:t>
            </a:r>
            <a:r>
              <a:rPr lang="ro-RO" altLang="en-US" sz="2400" kern="0" dirty="0" err="1"/>
              <a:t>ăș</a:t>
            </a:r>
            <a:r>
              <a:rPr lang="en-US" altLang="en-US" sz="2400" kern="0" dirty="0"/>
              <a:t>it num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rul</a:t>
            </a:r>
            <a:r>
              <a:rPr lang="en-US" altLang="en-US" sz="2400" kern="0" dirty="0"/>
              <a:t> maxim de </a:t>
            </a:r>
            <a:r>
              <a:rPr lang="en-US" altLang="en-US" sz="2400" kern="0" dirty="0" err="1"/>
              <a:t>chei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ce</a:t>
            </a:r>
            <a:r>
              <a:rPr lang="en-US" altLang="en-US" sz="2400" kern="0" dirty="0"/>
              <a:t> pot fi </a:t>
            </a:r>
            <a:r>
              <a:rPr lang="en-US" altLang="en-US" sz="2400" kern="0" dirty="0" err="1"/>
              <a:t>stocate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nod</a:t>
            </a:r>
            <a:endParaRPr lang="en-US" altLang="en-US" sz="2400" i="1" kern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AC1DE267-181B-42B0-93FF-F43441B04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5B881E-0B1F-4105-B77A-19F0094B7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93700"/>
            <a:ext cx="9637713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+mn-lt"/>
              </a:rPr>
              <a:t>Inserarea</a:t>
            </a:r>
            <a:r>
              <a:rPr lang="en-US" altLang="en-US" kern="0" dirty="0">
                <a:latin typeface="+mn-lt"/>
              </a:rPr>
              <a:t> </a:t>
            </a:r>
            <a:r>
              <a:rPr lang="ro-RO" altLang="en-US" kern="0" dirty="0">
                <a:latin typeface="+mn-lt"/>
              </a:rPr>
              <a:t>î</a:t>
            </a:r>
            <a:r>
              <a:rPr lang="en-US" altLang="en-US" kern="0" dirty="0" err="1">
                <a:latin typeface="+mn-lt"/>
              </a:rPr>
              <a:t>nregistr</a:t>
            </a:r>
            <a:r>
              <a:rPr lang="ro-RO" altLang="en-US" kern="0" dirty="0">
                <a:latin typeface="+mn-lt"/>
              </a:rPr>
              <a:t>ă</a:t>
            </a:r>
            <a:r>
              <a:rPr lang="en-US" altLang="en-US" kern="0" dirty="0" err="1">
                <a:latin typeface="+mn-lt"/>
              </a:rPr>
              <a:t>rilor</a:t>
            </a:r>
            <a:r>
              <a:rPr lang="en-US" altLang="en-US" kern="0" dirty="0">
                <a:latin typeface="+mn-lt"/>
              </a:rPr>
              <a:t> </a:t>
            </a:r>
            <a:r>
              <a:rPr lang="ro-RO" altLang="en-US" kern="0" dirty="0">
                <a:latin typeface="+mn-lt"/>
              </a:rPr>
              <a:t>î</a:t>
            </a:r>
            <a:r>
              <a:rPr lang="en-US" altLang="en-US" kern="0" dirty="0">
                <a:latin typeface="+mn-lt"/>
              </a:rPr>
              <a:t>n Arbore-B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F9A828-8B1C-4ABD-8D19-D502B2A7E9C0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0" y="1828800"/>
            <a:ext cx="9067800" cy="4876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b="1" kern="0" dirty="0" err="1"/>
              <a:t>Algoritmul</a:t>
            </a:r>
            <a:r>
              <a:rPr lang="en-US" altLang="en-US" sz="2400" b="1" kern="0" dirty="0"/>
              <a:t> </a:t>
            </a:r>
            <a:r>
              <a:rPr lang="en-US" altLang="en-US" sz="2400" b="1" kern="0" dirty="0" err="1"/>
              <a:t>procedurii</a:t>
            </a:r>
            <a:r>
              <a:rPr lang="en-US" altLang="en-US" sz="2400" b="1" kern="0" dirty="0"/>
              <a:t> de </a:t>
            </a:r>
            <a:r>
              <a:rPr lang="en-US" altLang="en-US" sz="2400" b="1" kern="0" dirty="0" err="1"/>
              <a:t>inserare</a:t>
            </a:r>
            <a:endParaRPr lang="en-US" altLang="en-US" sz="2400" b="1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b="1" kern="0" dirty="0"/>
              <a:t>1.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Localizare</a:t>
            </a:r>
            <a:r>
              <a:rPr lang="en-US" altLang="en-US" sz="2000" kern="0" dirty="0"/>
              <a:t> nod </a:t>
            </a:r>
            <a:r>
              <a:rPr lang="en-US" altLang="en-US" sz="2000" kern="0" dirty="0" err="1"/>
              <a:t>pentru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inserare</a:t>
            </a:r>
            <a:endParaRPr lang="en-US" altLang="en-US" sz="2000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b="1" kern="0" dirty="0"/>
              <a:t>2.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Inserare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cheie</a:t>
            </a:r>
            <a:endParaRPr lang="en-US" altLang="en-US" sz="2000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b="1" kern="0" dirty="0"/>
              <a:t>3.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Dac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nodul</a:t>
            </a:r>
            <a:r>
              <a:rPr lang="en-US" altLang="en-US" sz="2000" kern="0" dirty="0"/>
              <a:t> e </a:t>
            </a:r>
            <a:r>
              <a:rPr lang="en-US" altLang="en-US" sz="2000" kern="0" dirty="0" err="1"/>
              <a:t>plin</a:t>
            </a:r>
            <a:r>
              <a:rPr lang="en-US" altLang="en-US" sz="2000" kern="0" dirty="0"/>
              <a:t> (</a:t>
            </a:r>
            <a:r>
              <a:rPr lang="en-US" altLang="en-US" sz="2000" kern="0" dirty="0" err="1"/>
              <a:t>dimensiunea</a:t>
            </a:r>
            <a:r>
              <a:rPr lang="en-US" altLang="en-US" sz="2000" kern="0" dirty="0"/>
              <a:t> e dep</a:t>
            </a:r>
            <a:r>
              <a:rPr lang="ro-RO" altLang="en-US" sz="2000" kern="0" dirty="0" err="1"/>
              <a:t>ăș</a:t>
            </a:r>
            <a:r>
              <a:rPr lang="en-US" altLang="en-US" sz="2000" kern="0" dirty="0"/>
              <a:t>it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):</a:t>
            </a:r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sz="1800" kern="0" dirty="0"/>
              <a:t>A) Se </a:t>
            </a:r>
            <a:r>
              <a:rPr lang="en-US" altLang="en-US" sz="1800" kern="0" dirty="0" err="1"/>
              <a:t>creaz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un </a:t>
            </a:r>
            <a:r>
              <a:rPr lang="en-US" altLang="en-US" sz="1800" kern="0" dirty="0" err="1"/>
              <a:t>nou</a:t>
            </a:r>
            <a:r>
              <a:rPr lang="en-US" altLang="en-US" sz="1800" kern="0" dirty="0"/>
              <a:t> nod </a:t>
            </a:r>
            <a:r>
              <a:rPr lang="ro-RO" altLang="en-US" sz="1800" kern="0" dirty="0"/>
              <a:t>î</a:t>
            </a:r>
            <a:r>
              <a:rPr lang="en-US" altLang="en-US" sz="1800" kern="0" dirty="0"/>
              <a:t>n care se </a:t>
            </a:r>
            <a:r>
              <a:rPr lang="en-US" altLang="en-US" sz="1800" kern="0" dirty="0" err="1"/>
              <a:t>mut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cheile</a:t>
            </a:r>
            <a:r>
              <a:rPr lang="en-US" altLang="en-US" sz="1800" kern="0" dirty="0"/>
              <a:t> </a:t>
            </a:r>
            <a:r>
              <a:rPr lang="ro-RO" altLang="en-US" sz="1800" kern="0" dirty="0"/>
              <a:t>mai mari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dec</a:t>
            </a:r>
            <a:r>
              <a:rPr lang="ro-RO" altLang="en-US" sz="1800" kern="0" dirty="0"/>
              <a:t>â</a:t>
            </a:r>
            <a:r>
              <a:rPr lang="en-US" altLang="en-US" sz="1800" kern="0" dirty="0"/>
              <a:t>t </a:t>
            </a:r>
            <a:br>
              <a:rPr lang="ro-RO" altLang="en-US" sz="1800" kern="0" dirty="0"/>
            </a:br>
            <a:r>
              <a:rPr lang="ro-RO" altLang="en-US" sz="1800" kern="0" dirty="0"/>
              <a:t>     </a:t>
            </a:r>
            <a:r>
              <a:rPr lang="en-US" altLang="en-US" sz="1800" kern="0" dirty="0" err="1"/>
              <a:t>valoarea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cheii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mediane</a:t>
            </a:r>
            <a:endParaRPr lang="en-US" altLang="en-US" sz="1800" kern="0" dirty="0"/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sz="1800" kern="0" dirty="0"/>
              <a:t>B) Se </a:t>
            </a:r>
            <a:r>
              <a:rPr lang="en-US" altLang="en-US" sz="1800" kern="0" dirty="0" err="1"/>
              <a:t>insereaz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cheia</a:t>
            </a:r>
            <a:r>
              <a:rPr lang="en-US" altLang="en-US" sz="1800" kern="0" dirty="0"/>
              <a:t> median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ro-RO" altLang="en-US" sz="1800" kern="0" dirty="0"/>
              <a:t>î</a:t>
            </a:r>
            <a:r>
              <a:rPr lang="en-US" altLang="en-US" sz="1800" kern="0" dirty="0"/>
              <a:t>n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endParaRPr lang="en-US" altLang="en-US" sz="1800" kern="0" dirty="0"/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sz="1800" kern="0" dirty="0"/>
              <a:t>C) </a:t>
            </a:r>
            <a:r>
              <a:rPr lang="en-US" altLang="en-US" sz="1800" i="1" kern="0" dirty="0" err="1"/>
              <a:t>Pointerul</a:t>
            </a:r>
            <a:r>
              <a:rPr lang="en-US" altLang="en-US" sz="1800" kern="0" dirty="0"/>
              <a:t> din </a:t>
            </a:r>
            <a:r>
              <a:rPr lang="en-US" altLang="en-US" sz="1800" kern="0" dirty="0" err="1"/>
              <a:t>dreapta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cheii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referi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noul</a:t>
            </a:r>
            <a:r>
              <a:rPr lang="en-US" altLang="en-US" sz="1800" kern="0" dirty="0"/>
              <a:t> nod, </a:t>
            </a:r>
            <a:r>
              <a:rPr lang="en-US" altLang="en-US" sz="1800" kern="0" dirty="0" err="1"/>
              <a:t>iar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cel</a:t>
            </a:r>
            <a:r>
              <a:rPr lang="en-US" altLang="en-US" sz="1800" kern="0" dirty="0"/>
              <a:t> din </a:t>
            </a:r>
            <a:r>
              <a:rPr lang="en-US" altLang="en-US" sz="1800" kern="0" dirty="0" err="1"/>
              <a:t>stanga</a:t>
            </a:r>
            <a:r>
              <a:rPr lang="en-US" altLang="en-US" sz="1800" kern="0" dirty="0"/>
              <a:t> refer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vechiul</a:t>
            </a:r>
            <a:r>
              <a:rPr lang="en-US" altLang="en-US" sz="1800" kern="0" dirty="0"/>
              <a:t> nod </a:t>
            </a:r>
            <a:r>
              <a:rPr lang="en-US" altLang="en-US" sz="1800" kern="0" dirty="0" err="1"/>
              <a:t>ce</a:t>
            </a:r>
            <a:r>
              <a:rPr lang="en-US" altLang="en-US" sz="1800" kern="0" dirty="0"/>
              <a:t> con</a:t>
            </a:r>
            <a:r>
              <a:rPr lang="ro-RO" altLang="en-US" sz="1800" kern="0" dirty="0"/>
              <a:t>ț</a:t>
            </a:r>
            <a:r>
              <a:rPr lang="en-US" altLang="en-US" sz="1800" kern="0" dirty="0" err="1"/>
              <a:t>ine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valorile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mai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mici</a:t>
            </a:r>
            <a:endParaRPr lang="en-US" altLang="en-US" sz="1800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b="1" kern="0" dirty="0"/>
              <a:t>4.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Daca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ș</a:t>
            </a:r>
            <a:r>
              <a:rPr lang="en-US" altLang="en-US" sz="2000" kern="0" dirty="0" err="1"/>
              <a:t>i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nodul</a:t>
            </a:r>
            <a:r>
              <a:rPr lang="en-US" altLang="en-US" sz="2000" kern="0" dirty="0"/>
              <a:t> p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rinte</a:t>
            </a:r>
            <a:r>
              <a:rPr lang="en-US" altLang="en-US" sz="2000" kern="0" dirty="0"/>
              <a:t> e </a:t>
            </a:r>
            <a:r>
              <a:rPr lang="en-US" altLang="en-US" sz="2000" kern="0" dirty="0" err="1"/>
              <a:t>plin</a:t>
            </a:r>
            <a:r>
              <a:rPr lang="en-US" altLang="en-US" sz="2000" kern="0" dirty="0"/>
              <a:t>:</a:t>
            </a:r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sz="1800" kern="0" dirty="0"/>
              <a:t>A) </a:t>
            </a:r>
            <a:r>
              <a:rPr lang="en-US" altLang="en-US" sz="1800" kern="0" dirty="0" err="1"/>
              <a:t>Dac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r>
              <a:rPr lang="en-US" altLang="en-US" sz="1800" kern="0" dirty="0"/>
              <a:t> e </a:t>
            </a:r>
            <a:r>
              <a:rPr lang="en-US" altLang="en-US" sz="1800" kern="0" dirty="0" err="1"/>
              <a:t>radacin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atunci</a:t>
            </a:r>
            <a:r>
              <a:rPr lang="en-US" altLang="en-US" sz="1800" kern="0" dirty="0"/>
              <a:t> se </a:t>
            </a:r>
            <a:r>
              <a:rPr lang="en-US" altLang="en-US" sz="1800" kern="0" dirty="0" err="1"/>
              <a:t>creaz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o </a:t>
            </a:r>
            <a:r>
              <a:rPr lang="en-US" altLang="en-US" sz="1800" kern="0" dirty="0" err="1"/>
              <a:t>radacin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nou</a:t>
            </a:r>
            <a:r>
              <a:rPr lang="ro-RO" altLang="en-US" sz="1800" kern="0" dirty="0"/>
              <a:t>ă</a:t>
            </a:r>
            <a:endParaRPr lang="en-US" altLang="en-US" sz="1800" kern="0" dirty="0"/>
          </a:p>
          <a:p>
            <a:pPr marL="914400" lvl="2" indent="0" eaLnBrk="1" hangingPunct="1">
              <a:buFontTx/>
              <a:buNone/>
              <a:defRPr/>
            </a:pPr>
            <a:r>
              <a:rPr lang="en-US" altLang="en-US" sz="1800" kern="0" dirty="0"/>
              <a:t>B) Se </a:t>
            </a:r>
            <a:r>
              <a:rPr lang="en-US" altLang="en-US" sz="1800" kern="0" dirty="0" err="1"/>
              <a:t>repet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pasul</a:t>
            </a:r>
            <a:r>
              <a:rPr lang="en-US" altLang="en-US" sz="1800" kern="0" dirty="0"/>
              <a:t> 3 pentru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endParaRPr lang="en-US" altLang="en-US" sz="1800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EBD963C-B032-47A9-8D7B-6BCE1FE20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49CAE-A842-45EB-AD92-8C6523902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0200"/>
            <a:ext cx="97250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Inserarea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</a:t>
            </a:r>
            <a:r>
              <a:rPr lang="ro-RO" altLang="en-US" kern="0" dirty="0"/>
              <a:t>ă</a:t>
            </a:r>
            <a:r>
              <a:rPr lang="en-US" altLang="en-US" kern="0" dirty="0" err="1"/>
              <a:t>rilor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Arbore-B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D3894-2F24-4FEB-8814-9A1C45B40E0B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295400"/>
            <a:ext cx="7772400" cy="45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Inserare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nregistrare</a:t>
            </a:r>
            <a:r>
              <a:rPr lang="en-US" altLang="en-US" sz="2400" kern="0" dirty="0"/>
              <a:t> cu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’57’</a:t>
            </a:r>
          </a:p>
        </p:txBody>
      </p:sp>
      <p:grpSp>
        <p:nvGrpSpPr>
          <p:cNvPr id="33797" name="Group 144">
            <a:extLst>
              <a:ext uri="{FF2B5EF4-FFF2-40B4-BE49-F238E27FC236}">
                <a16:creationId xmlns:a16="http://schemas.microsoft.com/office/drawing/2014/main" id="{04E7E346-0614-41FD-92F0-5BB60C10BA9B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2209800"/>
            <a:ext cx="8116887" cy="2987675"/>
            <a:chOff x="503" y="1392"/>
            <a:chExt cx="5113" cy="1882"/>
          </a:xfrm>
        </p:grpSpPr>
        <p:grpSp>
          <p:nvGrpSpPr>
            <p:cNvPr id="33934" name="Group 8">
              <a:extLst>
                <a:ext uri="{FF2B5EF4-FFF2-40B4-BE49-F238E27FC236}">
                  <a16:creationId xmlns:a16="http://schemas.microsoft.com/office/drawing/2014/main" id="{E890BEBE-01AE-413C-BDE4-3C6D61D1F3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1824"/>
              <a:ext cx="1513" cy="202"/>
              <a:chOff x="2976" y="2680"/>
              <a:chExt cx="1872" cy="296"/>
            </a:xfrm>
          </p:grpSpPr>
          <p:sp>
            <p:nvSpPr>
              <p:cNvPr id="34055" name="Rectangle 9">
                <a:extLst>
                  <a:ext uri="{FF2B5EF4-FFF2-40B4-BE49-F238E27FC236}">
                    <a16:creationId xmlns:a16="http://schemas.microsoft.com/office/drawing/2014/main" id="{FFB90AED-131D-4FCC-818C-4757945B7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56" name="Text Box 10">
                <a:extLst>
                  <a:ext uri="{FF2B5EF4-FFF2-40B4-BE49-F238E27FC236}">
                    <a16:creationId xmlns:a16="http://schemas.microsoft.com/office/drawing/2014/main" id="{B98B63CC-2C24-45DC-B29D-7DDEFBA79E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34057" name="Text Box 11">
                <a:extLst>
                  <a:ext uri="{FF2B5EF4-FFF2-40B4-BE49-F238E27FC236}">
                    <a16:creationId xmlns:a16="http://schemas.microsoft.com/office/drawing/2014/main" id="{59C17E2C-6773-41F5-8DE3-FB05041032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66</a:t>
                </a:r>
              </a:p>
            </p:txBody>
          </p:sp>
          <p:sp>
            <p:nvSpPr>
              <p:cNvPr id="34058" name="Text Box 12">
                <a:extLst>
                  <a:ext uri="{FF2B5EF4-FFF2-40B4-BE49-F238E27FC236}">
                    <a16:creationId xmlns:a16="http://schemas.microsoft.com/office/drawing/2014/main" id="{96D1DD71-D203-444E-8A09-3642B1048E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59" name="Text Box 13">
                <a:extLst>
                  <a:ext uri="{FF2B5EF4-FFF2-40B4-BE49-F238E27FC236}">
                    <a16:creationId xmlns:a16="http://schemas.microsoft.com/office/drawing/2014/main" id="{D4517DFA-3E07-4A70-B749-0043F4B4A0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60" name="Line 14">
                <a:extLst>
                  <a:ext uri="{FF2B5EF4-FFF2-40B4-BE49-F238E27FC236}">
                    <a16:creationId xmlns:a16="http://schemas.microsoft.com/office/drawing/2014/main" id="{8D8710B0-EF01-4816-A5AF-468DBF069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1" name="Line 15">
                <a:extLst>
                  <a:ext uri="{FF2B5EF4-FFF2-40B4-BE49-F238E27FC236}">
                    <a16:creationId xmlns:a16="http://schemas.microsoft.com/office/drawing/2014/main" id="{9CEA18E4-45AC-4446-BC60-CA28BAD053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2" name="Line 16">
                <a:extLst>
                  <a:ext uri="{FF2B5EF4-FFF2-40B4-BE49-F238E27FC236}">
                    <a16:creationId xmlns:a16="http://schemas.microsoft.com/office/drawing/2014/main" id="{7694C35D-D6A9-43BC-BD71-101B97F846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3" name="Line 17">
                <a:extLst>
                  <a:ext uri="{FF2B5EF4-FFF2-40B4-BE49-F238E27FC236}">
                    <a16:creationId xmlns:a16="http://schemas.microsoft.com/office/drawing/2014/main" id="{FC18D597-82D8-4D1B-B34D-1CA739CD0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4" name="Line 18">
                <a:extLst>
                  <a:ext uri="{FF2B5EF4-FFF2-40B4-BE49-F238E27FC236}">
                    <a16:creationId xmlns:a16="http://schemas.microsoft.com/office/drawing/2014/main" id="{DDF9D13D-E616-43ED-AD1B-F839BD9D3E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5" name="Line 19">
                <a:extLst>
                  <a:ext uri="{FF2B5EF4-FFF2-40B4-BE49-F238E27FC236}">
                    <a16:creationId xmlns:a16="http://schemas.microsoft.com/office/drawing/2014/main" id="{605B291D-9012-43E1-A4E8-6ABF278BAB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6" name="Line 20">
                <a:extLst>
                  <a:ext uri="{FF2B5EF4-FFF2-40B4-BE49-F238E27FC236}">
                    <a16:creationId xmlns:a16="http://schemas.microsoft.com/office/drawing/2014/main" id="{9DDEBA01-7777-4E50-BE48-0739F2C11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67" name="Line 21">
                <a:extLst>
                  <a:ext uri="{FF2B5EF4-FFF2-40B4-BE49-F238E27FC236}">
                    <a16:creationId xmlns:a16="http://schemas.microsoft.com/office/drawing/2014/main" id="{60245219-5321-44E7-B7F2-D79A7228CB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35" name="Group 22">
              <a:extLst>
                <a:ext uri="{FF2B5EF4-FFF2-40B4-BE49-F238E27FC236}">
                  <a16:creationId xmlns:a16="http://schemas.microsoft.com/office/drawing/2014/main" id="{DD63310A-4DB6-496E-8038-E5E2C4E9D4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3" y="1392"/>
              <a:ext cx="1513" cy="202"/>
              <a:chOff x="2976" y="2680"/>
              <a:chExt cx="1872" cy="296"/>
            </a:xfrm>
          </p:grpSpPr>
          <p:sp>
            <p:nvSpPr>
              <p:cNvPr id="34042" name="Rectangle 23">
                <a:extLst>
                  <a:ext uri="{FF2B5EF4-FFF2-40B4-BE49-F238E27FC236}">
                    <a16:creationId xmlns:a16="http://schemas.microsoft.com/office/drawing/2014/main" id="{3E8208D5-64E6-4B30-82F5-9D0B31244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43" name="Text Box 24">
                <a:extLst>
                  <a:ext uri="{FF2B5EF4-FFF2-40B4-BE49-F238E27FC236}">
                    <a16:creationId xmlns:a16="http://schemas.microsoft.com/office/drawing/2014/main" id="{62D8A1F2-C07B-4582-99A4-933D6A14D5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44" name="Text Box 25">
                <a:extLst>
                  <a:ext uri="{FF2B5EF4-FFF2-40B4-BE49-F238E27FC236}">
                    <a16:creationId xmlns:a16="http://schemas.microsoft.com/office/drawing/2014/main" id="{2FCCC3E4-15AA-4B48-9BB3-941E345D7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51</a:t>
                </a:r>
              </a:p>
            </p:txBody>
          </p:sp>
          <p:sp>
            <p:nvSpPr>
              <p:cNvPr id="34045" name="Text Box 26">
                <a:extLst>
                  <a:ext uri="{FF2B5EF4-FFF2-40B4-BE49-F238E27FC236}">
                    <a16:creationId xmlns:a16="http://schemas.microsoft.com/office/drawing/2014/main" id="{FE47054D-9DDA-47EA-96E4-E679FAEDE1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46" name="Text Box 27">
                <a:extLst>
                  <a:ext uri="{FF2B5EF4-FFF2-40B4-BE49-F238E27FC236}">
                    <a16:creationId xmlns:a16="http://schemas.microsoft.com/office/drawing/2014/main" id="{554A5BE2-4DC1-4346-873C-2AFF3BE244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47" name="Line 28">
                <a:extLst>
                  <a:ext uri="{FF2B5EF4-FFF2-40B4-BE49-F238E27FC236}">
                    <a16:creationId xmlns:a16="http://schemas.microsoft.com/office/drawing/2014/main" id="{2AC13260-EA78-42DA-A472-98ED74BF7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48" name="Line 29">
                <a:extLst>
                  <a:ext uri="{FF2B5EF4-FFF2-40B4-BE49-F238E27FC236}">
                    <a16:creationId xmlns:a16="http://schemas.microsoft.com/office/drawing/2014/main" id="{60D034AE-1F40-4FBE-BC5D-9B66AEC049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49" name="Line 30">
                <a:extLst>
                  <a:ext uri="{FF2B5EF4-FFF2-40B4-BE49-F238E27FC236}">
                    <a16:creationId xmlns:a16="http://schemas.microsoft.com/office/drawing/2014/main" id="{055D5A0A-9FA0-4BB9-81E6-64475A5B9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50" name="Line 31">
                <a:extLst>
                  <a:ext uri="{FF2B5EF4-FFF2-40B4-BE49-F238E27FC236}">
                    <a16:creationId xmlns:a16="http://schemas.microsoft.com/office/drawing/2014/main" id="{5B1E029D-B9FA-4E6F-8B62-B96932FA6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51" name="Line 32">
                <a:extLst>
                  <a:ext uri="{FF2B5EF4-FFF2-40B4-BE49-F238E27FC236}">
                    <a16:creationId xmlns:a16="http://schemas.microsoft.com/office/drawing/2014/main" id="{9DA3C6C9-7175-4D93-A62C-CF4CDFC3D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52" name="Line 33">
                <a:extLst>
                  <a:ext uri="{FF2B5EF4-FFF2-40B4-BE49-F238E27FC236}">
                    <a16:creationId xmlns:a16="http://schemas.microsoft.com/office/drawing/2014/main" id="{3371CF7D-6040-4B20-B233-90621BBDFB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53" name="Line 34">
                <a:extLst>
                  <a:ext uri="{FF2B5EF4-FFF2-40B4-BE49-F238E27FC236}">
                    <a16:creationId xmlns:a16="http://schemas.microsoft.com/office/drawing/2014/main" id="{020B500D-0399-4B6B-AE91-232996B27C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54" name="Line 35">
                <a:extLst>
                  <a:ext uri="{FF2B5EF4-FFF2-40B4-BE49-F238E27FC236}">
                    <a16:creationId xmlns:a16="http://schemas.microsoft.com/office/drawing/2014/main" id="{73DF27B2-8F7C-4805-8C09-249430867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36" name="Group 36">
              <a:extLst>
                <a:ext uri="{FF2B5EF4-FFF2-40B4-BE49-F238E27FC236}">
                  <a16:creationId xmlns:a16="http://schemas.microsoft.com/office/drawing/2014/main" id="{464F094A-6719-41EC-8445-F861AC61AA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1824"/>
              <a:ext cx="1513" cy="202"/>
              <a:chOff x="2976" y="2680"/>
              <a:chExt cx="1872" cy="296"/>
            </a:xfrm>
          </p:grpSpPr>
          <p:sp>
            <p:nvSpPr>
              <p:cNvPr id="34029" name="Rectangle 37">
                <a:extLst>
                  <a:ext uri="{FF2B5EF4-FFF2-40B4-BE49-F238E27FC236}">
                    <a16:creationId xmlns:a16="http://schemas.microsoft.com/office/drawing/2014/main" id="{79941326-D023-43ED-9D64-C0B9BF15E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30" name="Text Box 38">
                <a:extLst>
                  <a:ext uri="{FF2B5EF4-FFF2-40B4-BE49-F238E27FC236}">
                    <a16:creationId xmlns:a16="http://schemas.microsoft.com/office/drawing/2014/main" id="{62784606-B4A3-470C-9DD4-71B920DFF3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30</a:t>
                </a:r>
              </a:p>
            </p:txBody>
          </p:sp>
          <p:sp>
            <p:nvSpPr>
              <p:cNvPr id="34031" name="Text Box 39">
                <a:extLst>
                  <a:ext uri="{FF2B5EF4-FFF2-40B4-BE49-F238E27FC236}">
                    <a16:creationId xmlns:a16="http://schemas.microsoft.com/office/drawing/2014/main" id="{3FACB1CF-F6F9-4D14-B8DB-6856457D38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11</a:t>
                </a:r>
              </a:p>
            </p:txBody>
          </p:sp>
          <p:sp>
            <p:nvSpPr>
              <p:cNvPr id="34032" name="Text Box 40">
                <a:extLst>
                  <a:ext uri="{FF2B5EF4-FFF2-40B4-BE49-F238E27FC236}">
                    <a16:creationId xmlns:a16="http://schemas.microsoft.com/office/drawing/2014/main" id="{8E63204A-78D9-45C0-B8B5-9428D8DD36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33" name="Text Box 41">
                <a:extLst>
                  <a:ext uri="{FF2B5EF4-FFF2-40B4-BE49-F238E27FC236}">
                    <a16:creationId xmlns:a16="http://schemas.microsoft.com/office/drawing/2014/main" id="{4B58CCE1-DE2B-46E4-831C-0443A955A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34" name="Line 42">
                <a:extLst>
                  <a:ext uri="{FF2B5EF4-FFF2-40B4-BE49-F238E27FC236}">
                    <a16:creationId xmlns:a16="http://schemas.microsoft.com/office/drawing/2014/main" id="{F0FF39F5-2120-4ACC-8934-0561B88D05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35" name="Line 43">
                <a:extLst>
                  <a:ext uri="{FF2B5EF4-FFF2-40B4-BE49-F238E27FC236}">
                    <a16:creationId xmlns:a16="http://schemas.microsoft.com/office/drawing/2014/main" id="{CC1D820F-041A-4891-8300-650D715C1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36" name="Line 44">
                <a:extLst>
                  <a:ext uri="{FF2B5EF4-FFF2-40B4-BE49-F238E27FC236}">
                    <a16:creationId xmlns:a16="http://schemas.microsoft.com/office/drawing/2014/main" id="{21484B92-E0B3-4BBA-9C56-92D68CE28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37" name="Line 45">
                <a:extLst>
                  <a:ext uri="{FF2B5EF4-FFF2-40B4-BE49-F238E27FC236}">
                    <a16:creationId xmlns:a16="http://schemas.microsoft.com/office/drawing/2014/main" id="{F215ED33-3C76-423E-8AD2-51FE454B9F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38" name="Line 46">
                <a:extLst>
                  <a:ext uri="{FF2B5EF4-FFF2-40B4-BE49-F238E27FC236}">
                    <a16:creationId xmlns:a16="http://schemas.microsoft.com/office/drawing/2014/main" id="{FA88E3BB-C621-4B2D-805E-4AF7E782FE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39" name="Line 47">
                <a:extLst>
                  <a:ext uri="{FF2B5EF4-FFF2-40B4-BE49-F238E27FC236}">
                    <a16:creationId xmlns:a16="http://schemas.microsoft.com/office/drawing/2014/main" id="{14A7176F-872B-44AF-8BC9-4E878068A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40" name="Line 48">
                <a:extLst>
                  <a:ext uri="{FF2B5EF4-FFF2-40B4-BE49-F238E27FC236}">
                    <a16:creationId xmlns:a16="http://schemas.microsoft.com/office/drawing/2014/main" id="{3CAE6780-0508-4BC3-A70E-EE063A8AC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41" name="Line 49">
                <a:extLst>
                  <a:ext uri="{FF2B5EF4-FFF2-40B4-BE49-F238E27FC236}">
                    <a16:creationId xmlns:a16="http://schemas.microsoft.com/office/drawing/2014/main" id="{04DB8425-61DB-4546-9AF7-C3BE8C3ED5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37" name="Group 50">
              <a:extLst>
                <a:ext uri="{FF2B5EF4-FFF2-40B4-BE49-F238E27FC236}">
                  <a16:creationId xmlns:a16="http://schemas.microsoft.com/office/drawing/2014/main" id="{12CEEBA6-CC33-425C-A735-A4FD67C2F2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2400"/>
              <a:ext cx="1513" cy="202"/>
              <a:chOff x="2976" y="2680"/>
              <a:chExt cx="1872" cy="296"/>
            </a:xfrm>
          </p:grpSpPr>
          <p:sp>
            <p:nvSpPr>
              <p:cNvPr id="34016" name="Rectangle 51">
                <a:extLst>
                  <a:ext uri="{FF2B5EF4-FFF2-40B4-BE49-F238E27FC236}">
                    <a16:creationId xmlns:a16="http://schemas.microsoft.com/office/drawing/2014/main" id="{416CBE2A-675F-4D65-906F-D8CDEECD3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17" name="Text Box 52">
                <a:extLst>
                  <a:ext uri="{FF2B5EF4-FFF2-40B4-BE49-F238E27FC236}">
                    <a16:creationId xmlns:a16="http://schemas.microsoft.com/office/drawing/2014/main" id="{73FF1237-F41E-4928-9EAB-935A8D37A4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44</a:t>
                </a:r>
              </a:p>
            </p:txBody>
          </p:sp>
          <p:sp>
            <p:nvSpPr>
              <p:cNvPr id="34018" name="Text Box 53">
                <a:extLst>
                  <a:ext uri="{FF2B5EF4-FFF2-40B4-BE49-F238E27FC236}">
                    <a16:creationId xmlns:a16="http://schemas.microsoft.com/office/drawing/2014/main" id="{5E8F3CC9-9641-4741-8DF1-82CB0ADD5B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34019" name="Text Box 54">
                <a:extLst>
                  <a:ext uri="{FF2B5EF4-FFF2-40B4-BE49-F238E27FC236}">
                    <a16:creationId xmlns:a16="http://schemas.microsoft.com/office/drawing/2014/main" id="{5A62B0C4-91BE-4EEC-A7F0-47F8423C11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20" name="Text Box 55">
                <a:extLst>
                  <a:ext uri="{FF2B5EF4-FFF2-40B4-BE49-F238E27FC236}">
                    <a16:creationId xmlns:a16="http://schemas.microsoft.com/office/drawing/2014/main" id="{120F6F37-A617-4511-A26D-B9E9792E26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21" name="Line 56">
                <a:extLst>
                  <a:ext uri="{FF2B5EF4-FFF2-40B4-BE49-F238E27FC236}">
                    <a16:creationId xmlns:a16="http://schemas.microsoft.com/office/drawing/2014/main" id="{71C57D22-6800-4DEF-B238-5B37D7803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2" name="Line 57">
                <a:extLst>
                  <a:ext uri="{FF2B5EF4-FFF2-40B4-BE49-F238E27FC236}">
                    <a16:creationId xmlns:a16="http://schemas.microsoft.com/office/drawing/2014/main" id="{D1A17C42-08DC-4D57-BAAD-EF3E879412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3" name="Line 58">
                <a:extLst>
                  <a:ext uri="{FF2B5EF4-FFF2-40B4-BE49-F238E27FC236}">
                    <a16:creationId xmlns:a16="http://schemas.microsoft.com/office/drawing/2014/main" id="{ADCF74C7-E9C8-417C-8F57-0B91D1F2AB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4" name="Line 59">
                <a:extLst>
                  <a:ext uri="{FF2B5EF4-FFF2-40B4-BE49-F238E27FC236}">
                    <a16:creationId xmlns:a16="http://schemas.microsoft.com/office/drawing/2014/main" id="{C633870B-3500-49C7-A2E0-954771D691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5" name="Line 60">
                <a:extLst>
                  <a:ext uri="{FF2B5EF4-FFF2-40B4-BE49-F238E27FC236}">
                    <a16:creationId xmlns:a16="http://schemas.microsoft.com/office/drawing/2014/main" id="{F6C1108C-F7E9-4757-A3AB-DAE85FB1B8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6" name="Line 61">
                <a:extLst>
                  <a:ext uri="{FF2B5EF4-FFF2-40B4-BE49-F238E27FC236}">
                    <a16:creationId xmlns:a16="http://schemas.microsoft.com/office/drawing/2014/main" id="{ED838914-1AC0-4718-AEB7-A4F192E209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7" name="Line 62">
                <a:extLst>
                  <a:ext uri="{FF2B5EF4-FFF2-40B4-BE49-F238E27FC236}">
                    <a16:creationId xmlns:a16="http://schemas.microsoft.com/office/drawing/2014/main" id="{B86B0075-9B72-43BA-B0F2-6A097709A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28" name="Line 63">
                <a:extLst>
                  <a:ext uri="{FF2B5EF4-FFF2-40B4-BE49-F238E27FC236}">
                    <a16:creationId xmlns:a16="http://schemas.microsoft.com/office/drawing/2014/main" id="{706ADAFA-A549-42D4-BE5C-0E5DF24FB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38" name="Group 64">
              <a:extLst>
                <a:ext uri="{FF2B5EF4-FFF2-40B4-BE49-F238E27FC236}">
                  <a16:creationId xmlns:a16="http://schemas.microsoft.com/office/drawing/2014/main" id="{0D3A005E-496C-4A53-9643-D0EE90C2D7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688"/>
              <a:ext cx="1513" cy="202"/>
              <a:chOff x="2976" y="2680"/>
              <a:chExt cx="1872" cy="296"/>
            </a:xfrm>
          </p:grpSpPr>
          <p:sp>
            <p:nvSpPr>
              <p:cNvPr id="34003" name="Rectangle 65">
                <a:extLst>
                  <a:ext uri="{FF2B5EF4-FFF2-40B4-BE49-F238E27FC236}">
                    <a16:creationId xmlns:a16="http://schemas.microsoft.com/office/drawing/2014/main" id="{9408F6BF-1860-463D-A372-A5FAAC4A7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04" name="Text Box 66">
                <a:extLst>
                  <a:ext uri="{FF2B5EF4-FFF2-40B4-BE49-F238E27FC236}">
                    <a16:creationId xmlns:a16="http://schemas.microsoft.com/office/drawing/2014/main" id="{1AD1374A-29C1-4E0F-85A9-2EFAA58DC3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34005" name="Text Box 67">
                <a:extLst>
                  <a:ext uri="{FF2B5EF4-FFF2-40B4-BE49-F238E27FC236}">
                    <a16:creationId xmlns:a16="http://schemas.microsoft.com/office/drawing/2014/main" id="{2BD540AC-887C-4749-9F2A-0608F135CF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34006" name="Text Box 68">
                <a:extLst>
                  <a:ext uri="{FF2B5EF4-FFF2-40B4-BE49-F238E27FC236}">
                    <a16:creationId xmlns:a16="http://schemas.microsoft.com/office/drawing/2014/main" id="{061B5D5C-57B9-492D-B20F-95C1A88F13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34007" name="Text Box 69">
                <a:extLst>
                  <a:ext uri="{FF2B5EF4-FFF2-40B4-BE49-F238E27FC236}">
                    <a16:creationId xmlns:a16="http://schemas.microsoft.com/office/drawing/2014/main" id="{5FBBE7DC-EE01-439D-9209-03908564B0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008" name="Line 70">
                <a:extLst>
                  <a:ext uri="{FF2B5EF4-FFF2-40B4-BE49-F238E27FC236}">
                    <a16:creationId xmlns:a16="http://schemas.microsoft.com/office/drawing/2014/main" id="{86C3048B-FF9E-48A3-B9E7-0CF528EF9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09" name="Line 71">
                <a:extLst>
                  <a:ext uri="{FF2B5EF4-FFF2-40B4-BE49-F238E27FC236}">
                    <a16:creationId xmlns:a16="http://schemas.microsoft.com/office/drawing/2014/main" id="{7D8CAEA3-1D23-4FF1-852C-8DFD7CC33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10" name="Line 72">
                <a:extLst>
                  <a:ext uri="{FF2B5EF4-FFF2-40B4-BE49-F238E27FC236}">
                    <a16:creationId xmlns:a16="http://schemas.microsoft.com/office/drawing/2014/main" id="{2B3BC5DC-3BB5-4201-959D-676EA0E05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11" name="Line 73">
                <a:extLst>
                  <a:ext uri="{FF2B5EF4-FFF2-40B4-BE49-F238E27FC236}">
                    <a16:creationId xmlns:a16="http://schemas.microsoft.com/office/drawing/2014/main" id="{A176327B-6CAB-4676-8C53-31AEE5E8E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12" name="Line 74">
                <a:extLst>
                  <a:ext uri="{FF2B5EF4-FFF2-40B4-BE49-F238E27FC236}">
                    <a16:creationId xmlns:a16="http://schemas.microsoft.com/office/drawing/2014/main" id="{B65C6011-2E65-4E8E-BB1B-7EDDBBEF6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13" name="Line 75">
                <a:extLst>
                  <a:ext uri="{FF2B5EF4-FFF2-40B4-BE49-F238E27FC236}">
                    <a16:creationId xmlns:a16="http://schemas.microsoft.com/office/drawing/2014/main" id="{6FB7ABDB-FDD4-49C4-83FD-C6EF069CE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14" name="Line 76">
                <a:extLst>
                  <a:ext uri="{FF2B5EF4-FFF2-40B4-BE49-F238E27FC236}">
                    <a16:creationId xmlns:a16="http://schemas.microsoft.com/office/drawing/2014/main" id="{B25D5901-9358-4D4B-8B6D-DFF36DCAD7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15" name="Line 77">
                <a:extLst>
                  <a:ext uri="{FF2B5EF4-FFF2-40B4-BE49-F238E27FC236}">
                    <a16:creationId xmlns:a16="http://schemas.microsoft.com/office/drawing/2014/main" id="{C3815FFD-2165-49C6-8659-CCD9DF081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39" name="Group 78">
              <a:extLst>
                <a:ext uri="{FF2B5EF4-FFF2-40B4-BE49-F238E27FC236}">
                  <a16:creationId xmlns:a16="http://schemas.microsoft.com/office/drawing/2014/main" id="{CCD88FFD-7599-453E-862E-D1031F1A60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3" y="2160"/>
              <a:ext cx="1513" cy="202"/>
              <a:chOff x="2976" y="2680"/>
              <a:chExt cx="1872" cy="296"/>
            </a:xfrm>
          </p:grpSpPr>
          <p:sp>
            <p:nvSpPr>
              <p:cNvPr id="33990" name="Rectangle 79">
                <a:extLst>
                  <a:ext uri="{FF2B5EF4-FFF2-40B4-BE49-F238E27FC236}">
                    <a16:creationId xmlns:a16="http://schemas.microsoft.com/office/drawing/2014/main" id="{3DA8D506-F773-4125-87DD-085145E243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91" name="Text Box 80">
                <a:extLst>
                  <a:ext uri="{FF2B5EF4-FFF2-40B4-BE49-F238E27FC236}">
                    <a16:creationId xmlns:a16="http://schemas.microsoft.com/office/drawing/2014/main" id="{53F20A99-2089-45AD-BE3C-6B76CCC0E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84</a:t>
                </a:r>
              </a:p>
            </p:txBody>
          </p:sp>
          <p:sp>
            <p:nvSpPr>
              <p:cNvPr id="33992" name="Text Box 81">
                <a:extLst>
                  <a:ext uri="{FF2B5EF4-FFF2-40B4-BE49-F238E27FC236}">
                    <a16:creationId xmlns:a16="http://schemas.microsoft.com/office/drawing/2014/main" id="{E04780A3-45BE-4DA5-A85B-24C76CB0E5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79</a:t>
                </a:r>
              </a:p>
            </p:txBody>
          </p:sp>
          <p:sp>
            <p:nvSpPr>
              <p:cNvPr id="33993" name="Text Box 82">
                <a:extLst>
                  <a:ext uri="{FF2B5EF4-FFF2-40B4-BE49-F238E27FC236}">
                    <a16:creationId xmlns:a16="http://schemas.microsoft.com/office/drawing/2014/main" id="{5FAA9D11-12A8-444E-9CFD-1ABA4B4281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93</a:t>
                </a:r>
              </a:p>
            </p:txBody>
          </p:sp>
          <p:sp>
            <p:nvSpPr>
              <p:cNvPr id="33994" name="Text Box 83">
                <a:extLst>
                  <a:ext uri="{FF2B5EF4-FFF2-40B4-BE49-F238E27FC236}">
                    <a16:creationId xmlns:a16="http://schemas.microsoft.com/office/drawing/2014/main" id="{C27D0C74-5964-4551-805C-1537CDAEC6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95" name="Line 84">
                <a:extLst>
                  <a:ext uri="{FF2B5EF4-FFF2-40B4-BE49-F238E27FC236}">
                    <a16:creationId xmlns:a16="http://schemas.microsoft.com/office/drawing/2014/main" id="{8DD09F89-6A42-477C-B134-926ADE4BE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96" name="Line 85">
                <a:extLst>
                  <a:ext uri="{FF2B5EF4-FFF2-40B4-BE49-F238E27FC236}">
                    <a16:creationId xmlns:a16="http://schemas.microsoft.com/office/drawing/2014/main" id="{96F335D2-ECED-41C7-B10C-E5413BDCEA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97" name="Line 86">
                <a:extLst>
                  <a:ext uri="{FF2B5EF4-FFF2-40B4-BE49-F238E27FC236}">
                    <a16:creationId xmlns:a16="http://schemas.microsoft.com/office/drawing/2014/main" id="{E27ECAFF-71B9-47E8-8C6C-CF567B14B7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98" name="Line 87">
                <a:extLst>
                  <a:ext uri="{FF2B5EF4-FFF2-40B4-BE49-F238E27FC236}">
                    <a16:creationId xmlns:a16="http://schemas.microsoft.com/office/drawing/2014/main" id="{76637054-5C1E-4B56-ADF7-C01F64C811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99" name="Line 88">
                <a:extLst>
                  <a:ext uri="{FF2B5EF4-FFF2-40B4-BE49-F238E27FC236}">
                    <a16:creationId xmlns:a16="http://schemas.microsoft.com/office/drawing/2014/main" id="{43DCFDA3-0D5A-46A1-B1CC-A2FE66F7F9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00" name="Line 89">
                <a:extLst>
                  <a:ext uri="{FF2B5EF4-FFF2-40B4-BE49-F238E27FC236}">
                    <a16:creationId xmlns:a16="http://schemas.microsoft.com/office/drawing/2014/main" id="{680D7D31-B9BA-4249-A576-73AA79570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01" name="Line 90">
                <a:extLst>
                  <a:ext uri="{FF2B5EF4-FFF2-40B4-BE49-F238E27FC236}">
                    <a16:creationId xmlns:a16="http://schemas.microsoft.com/office/drawing/2014/main" id="{C5A919FA-6AF5-476D-AF8E-3B17D09437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002" name="Line 91">
                <a:extLst>
                  <a:ext uri="{FF2B5EF4-FFF2-40B4-BE49-F238E27FC236}">
                    <a16:creationId xmlns:a16="http://schemas.microsoft.com/office/drawing/2014/main" id="{A4D04EE6-C306-4BA2-8F23-1C73D9F5F3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40" name="Group 92">
              <a:extLst>
                <a:ext uri="{FF2B5EF4-FFF2-40B4-BE49-F238E27FC236}">
                  <a16:creationId xmlns:a16="http://schemas.microsoft.com/office/drawing/2014/main" id="{4A514A14-A092-41D3-8276-522EAD79E6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2448"/>
              <a:ext cx="1513" cy="202"/>
              <a:chOff x="2976" y="2680"/>
              <a:chExt cx="1872" cy="296"/>
            </a:xfrm>
          </p:grpSpPr>
          <p:sp>
            <p:nvSpPr>
              <p:cNvPr id="33977" name="Rectangle 93">
                <a:extLst>
                  <a:ext uri="{FF2B5EF4-FFF2-40B4-BE49-F238E27FC236}">
                    <a16:creationId xmlns:a16="http://schemas.microsoft.com/office/drawing/2014/main" id="{67E3FCD0-2254-4D20-999B-63038647E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78" name="Text Box 94">
                <a:extLst>
                  <a:ext uri="{FF2B5EF4-FFF2-40B4-BE49-F238E27FC236}">
                    <a16:creationId xmlns:a16="http://schemas.microsoft.com/office/drawing/2014/main" id="{99F18003-050E-4D90-BE6F-923DB4162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69</a:t>
                </a:r>
              </a:p>
            </p:txBody>
          </p:sp>
          <p:sp>
            <p:nvSpPr>
              <p:cNvPr id="33979" name="Text Box 95">
                <a:extLst>
                  <a:ext uri="{FF2B5EF4-FFF2-40B4-BE49-F238E27FC236}">
                    <a16:creationId xmlns:a16="http://schemas.microsoft.com/office/drawing/2014/main" id="{00959757-4926-4E6F-B6DE-BA840999CB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68</a:t>
                </a:r>
              </a:p>
            </p:txBody>
          </p:sp>
          <p:sp>
            <p:nvSpPr>
              <p:cNvPr id="33980" name="Text Box 96">
                <a:extLst>
                  <a:ext uri="{FF2B5EF4-FFF2-40B4-BE49-F238E27FC236}">
                    <a16:creationId xmlns:a16="http://schemas.microsoft.com/office/drawing/2014/main" id="{A11167B5-C5D2-4258-A9D2-07728AE6F4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71</a:t>
                </a:r>
              </a:p>
            </p:txBody>
          </p:sp>
          <p:sp>
            <p:nvSpPr>
              <p:cNvPr id="33981" name="Text Box 97">
                <a:extLst>
                  <a:ext uri="{FF2B5EF4-FFF2-40B4-BE49-F238E27FC236}">
                    <a16:creationId xmlns:a16="http://schemas.microsoft.com/office/drawing/2014/main" id="{B4097F19-5A40-4194-9877-35A088754A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76</a:t>
                </a:r>
              </a:p>
            </p:txBody>
          </p:sp>
          <p:sp>
            <p:nvSpPr>
              <p:cNvPr id="33982" name="Line 98">
                <a:extLst>
                  <a:ext uri="{FF2B5EF4-FFF2-40B4-BE49-F238E27FC236}">
                    <a16:creationId xmlns:a16="http://schemas.microsoft.com/office/drawing/2014/main" id="{15034431-74DC-4C9B-9D5A-7AAA4499CF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3" name="Line 99">
                <a:extLst>
                  <a:ext uri="{FF2B5EF4-FFF2-40B4-BE49-F238E27FC236}">
                    <a16:creationId xmlns:a16="http://schemas.microsoft.com/office/drawing/2014/main" id="{B6544CAF-1689-4FD1-923F-436269D0E8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4" name="Line 100">
                <a:extLst>
                  <a:ext uri="{FF2B5EF4-FFF2-40B4-BE49-F238E27FC236}">
                    <a16:creationId xmlns:a16="http://schemas.microsoft.com/office/drawing/2014/main" id="{0CC8CCBC-34F6-4F95-87DF-E457D868A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5" name="Line 101">
                <a:extLst>
                  <a:ext uri="{FF2B5EF4-FFF2-40B4-BE49-F238E27FC236}">
                    <a16:creationId xmlns:a16="http://schemas.microsoft.com/office/drawing/2014/main" id="{66737652-A944-441B-BD47-EF0734EC9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6" name="Line 102">
                <a:extLst>
                  <a:ext uri="{FF2B5EF4-FFF2-40B4-BE49-F238E27FC236}">
                    <a16:creationId xmlns:a16="http://schemas.microsoft.com/office/drawing/2014/main" id="{35E5003F-4381-40C0-BD81-8FBA47E2C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7" name="Line 103">
                <a:extLst>
                  <a:ext uri="{FF2B5EF4-FFF2-40B4-BE49-F238E27FC236}">
                    <a16:creationId xmlns:a16="http://schemas.microsoft.com/office/drawing/2014/main" id="{88CEA5BB-8477-4104-A76C-E9CA7BB22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8" name="Line 104">
                <a:extLst>
                  <a:ext uri="{FF2B5EF4-FFF2-40B4-BE49-F238E27FC236}">
                    <a16:creationId xmlns:a16="http://schemas.microsoft.com/office/drawing/2014/main" id="{4381B758-B885-4203-A5EA-E3E23BB28B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89" name="Line 105">
                <a:extLst>
                  <a:ext uri="{FF2B5EF4-FFF2-40B4-BE49-F238E27FC236}">
                    <a16:creationId xmlns:a16="http://schemas.microsoft.com/office/drawing/2014/main" id="{27C2ADAC-C7BC-4E3E-A5B1-E5D935F89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41" name="Group 106">
              <a:extLst>
                <a:ext uri="{FF2B5EF4-FFF2-40B4-BE49-F238E27FC236}">
                  <a16:creationId xmlns:a16="http://schemas.microsoft.com/office/drawing/2014/main" id="{B004CDCE-5234-4029-BDAA-4FA43455B1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3024"/>
              <a:ext cx="1513" cy="202"/>
              <a:chOff x="2976" y="2680"/>
              <a:chExt cx="1872" cy="296"/>
            </a:xfrm>
          </p:grpSpPr>
          <p:sp>
            <p:nvSpPr>
              <p:cNvPr id="33964" name="Rectangle 107">
                <a:extLst>
                  <a:ext uri="{FF2B5EF4-FFF2-40B4-BE49-F238E27FC236}">
                    <a16:creationId xmlns:a16="http://schemas.microsoft.com/office/drawing/2014/main" id="{854C601A-A738-40BF-968E-9ECD05BDC3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65" name="Text Box 108">
                <a:extLst>
                  <a:ext uri="{FF2B5EF4-FFF2-40B4-BE49-F238E27FC236}">
                    <a16:creationId xmlns:a16="http://schemas.microsoft.com/office/drawing/2014/main" id="{40E4DA8B-41F3-4478-AAD2-2200E55128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54</a:t>
                </a:r>
              </a:p>
            </p:txBody>
          </p:sp>
          <p:sp>
            <p:nvSpPr>
              <p:cNvPr id="33966" name="Text Box 109">
                <a:extLst>
                  <a:ext uri="{FF2B5EF4-FFF2-40B4-BE49-F238E27FC236}">
                    <a16:creationId xmlns:a16="http://schemas.microsoft.com/office/drawing/2014/main" id="{F0E7ABA5-85EC-4DE9-B58B-DE29FEF369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53</a:t>
                </a:r>
              </a:p>
            </p:txBody>
          </p:sp>
          <p:sp>
            <p:nvSpPr>
              <p:cNvPr id="33967" name="Text Box 110">
                <a:extLst>
                  <a:ext uri="{FF2B5EF4-FFF2-40B4-BE49-F238E27FC236}">
                    <a16:creationId xmlns:a16="http://schemas.microsoft.com/office/drawing/2014/main" id="{60A1CE97-891D-4E23-BDBA-75E8F8563A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33968" name="Text Box 111">
                <a:extLst>
                  <a:ext uri="{FF2B5EF4-FFF2-40B4-BE49-F238E27FC236}">
                    <a16:creationId xmlns:a16="http://schemas.microsoft.com/office/drawing/2014/main" id="{2B5C4FE6-6B09-48A5-B0F5-49F383D603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69" name="Line 112">
                <a:extLst>
                  <a:ext uri="{FF2B5EF4-FFF2-40B4-BE49-F238E27FC236}">
                    <a16:creationId xmlns:a16="http://schemas.microsoft.com/office/drawing/2014/main" id="{0960DAA6-045A-4470-ACCF-10747C3E0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0" name="Line 113">
                <a:extLst>
                  <a:ext uri="{FF2B5EF4-FFF2-40B4-BE49-F238E27FC236}">
                    <a16:creationId xmlns:a16="http://schemas.microsoft.com/office/drawing/2014/main" id="{DAD946A5-4ED4-4AE0-A544-56578DD47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1" name="Line 114">
                <a:extLst>
                  <a:ext uri="{FF2B5EF4-FFF2-40B4-BE49-F238E27FC236}">
                    <a16:creationId xmlns:a16="http://schemas.microsoft.com/office/drawing/2014/main" id="{6AD3CA62-8CCC-48B5-A18A-CB60817872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2" name="Line 115">
                <a:extLst>
                  <a:ext uri="{FF2B5EF4-FFF2-40B4-BE49-F238E27FC236}">
                    <a16:creationId xmlns:a16="http://schemas.microsoft.com/office/drawing/2014/main" id="{96F9349D-0BC0-411B-9CA6-1F2FD8AAE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3" name="Line 116">
                <a:extLst>
                  <a:ext uri="{FF2B5EF4-FFF2-40B4-BE49-F238E27FC236}">
                    <a16:creationId xmlns:a16="http://schemas.microsoft.com/office/drawing/2014/main" id="{95D93C5C-3C8F-42B3-82A7-B891C35AC5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4" name="Line 117">
                <a:extLst>
                  <a:ext uri="{FF2B5EF4-FFF2-40B4-BE49-F238E27FC236}">
                    <a16:creationId xmlns:a16="http://schemas.microsoft.com/office/drawing/2014/main" id="{CF4E0E85-61F1-4FA9-8742-6DF5384BD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5" name="Line 118">
                <a:extLst>
                  <a:ext uri="{FF2B5EF4-FFF2-40B4-BE49-F238E27FC236}">
                    <a16:creationId xmlns:a16="http://schemas.microsoft.com/office/drawing/2014/main" id="{50F4F4A8-381A-46B1-9255-9EC473AED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76" name="Line 119">
                <a:extLst>
                  <a:ext uri="{FF2B5EF4-FFF2-40B4-BE49-F238E27FC236}">
                    <a16:creationId xmlns:a16="http://schemas.microsoft.com/office/drawing/2014/main" id="{D9A6FC82-6B32-4DEF-BF4B-DCEE40785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942" name="Group 120">
              <a:extLst>
                <a:ext uri="{FF2B5EF4-FFF2-40B4-BE49-F238E27FC236}">
                  <a16:creationId xmlns:a16="http://schemas.microsoft.com/office/drawing/2014/main" id="{6B688D57-4905-4459-B3D2-F7DA78F08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" y="3072"/>
              <a:ext cx="1513" cy="202"/>
              <a:chOff x="2976" y="2680"/>
              <a:chExt cx="1872" cy="296"/>
            </a:xfrm>
          </p:grpSpPr>
          <p:sp>
            <p:nvSpPr>
              <p:cNvPr id="33951" name="Rectangle 121">
                <a:extLst>
                  <a:ext uri="{FF2B5EF4-FFF2-40B4-BE49-F238E27FC236}">
                    <a16:creationId xmlns:a16="http://schemas.microsoft.com/office/drawing/2014/main" id="{0D0DB47B-04A1-4104-A825-57B4506869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52" name="Text Box 122">
                <a:extLst>
                  <a:ext uri="{FF2B5EF4-FFF2-40B4-BE49-F238E27FC236}">
                    <a16:creationId xmlns:a16="http://schemas.microsoft.com/office/drawing/2014/main" id="{C8959C2E-468F-4B31-A742-779469031B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</a:t>
                </a:r>
              </a:p>
            </p:txBody>
          </p:sp>
          <p:sp>
            <p:nvSpPr>
              <p:cNvPr id="33953" name="Text Box 123">
                <a:extLst>
                  <a:ext uri="{FF2B5EF4-FFF2-40B4-BE49-F238E27FC236}">
                    <a16:creationId xmlns:a16="http://schemas.microsoft.com/office/drawing/2014/main" id="{CEBCB718-7AA0-45F3-9F4C-CD837FB0F8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33954" name="Text Box 124">
                <a:extLst>
                  <a:ext uri="{FF2B5EF4-FFF2-40B4-BE49-F238E27FC236}">
                    <a16:creationId xmlns:a16="http://schemas.microsoft.com/office/drawing/2014/main" id="{35A45611-FDB2-4E22-981E-656F4AE68F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55" name="Text Box 125">
                <a:extLst>
                  <a:ext uri="{FF2B5EF4-FFF2-40B4-BE49-F238E27FC236}">
                    <a16:creationId xmlns:a16="http://schemas.microsoft.com/office/drawing/2014/main" id="{392717E3-8CB9-4764-A658-FEBAC748CF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56" name="Line 126">
                <a:extLst>
                  <a:ext uri="{FF2B5EF4-FFF2-40B4-BE49-F238E27FC236}">
                    <a16:creationId xmlns:a16="http://schemas.microsoft.com/office/drawing/2014/main" id="{8DB03E15-2F01-46BB-BFB1-A35EF6C23A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57" name="Line 127">
                <a:extLst>
                  <a:ext uri="{FF2B5EF4-FFF2-40B4-BE49-F238E27FC236}">
                    <a16:creationId xmlns:a16="http://schemas.microsoft.com/office/drawing/2014/main" id="{355A343A-1C26-4043-A584-B8EF97A93B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58" name="Line 128">
                <a:extLst>
                  <a:ext uri="{FF2B5EF4-FFF2-40B4-BE49-F238E27FC236}">
                    <a16:creationId xmlns:a16="http://schemas.microsoft.com/office/drawing/2014/main" id="{81F22E3F-555B-4525-B413-F78F1415B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59" name="Line 129">
                <a:extLst>
                  <a:ext uri="{FF2B5EF4-FFF2-40B4-BE49-F238E27FC236}">
                    <a16:creationId xmlns:a16="http://schemas.microsoft.com/office/drawing/2014/main" id="{27FD3FB1-4B36-4570-AACE-6C8FDE30C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60" name="Line 130">
                <a:extLst>
                  <a:ext uri="{FF2B5EF4-FFF2-40B4-BE49-F238E27FC236}">
                    <a16:creationId xmlns:a16="http://schemas.microsoft.com/office/drawing/2014/main" id="{649C27D3-67A3-4FCF-85DB-76E37943A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61" name="Line 131">
                <a:extLst>
                  <a:ext uri="{FF2B5EF4-FFF2-40B4-BE49-F238E27FC236}">
                    <a16:creationId xmlns:a16="http://schemas.microsoft.com/office/drawing/2014/main" id="{C3293D2E-44D7-46C9-BF7A-4660E1188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62" name="Line 132">
                <a:extLst>
                  <a:ext uri="{FF2B5EF4-FFF2-40B4-BE49-F238E27FC236}">
                    <a16:creationId xmlns:a16="http://schemas.microsoft.com/office/drawing/2014/main" id="{8B94426A-237F-4A71-8125-B81E21FAF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63" name="Line 133">
                <a:extLst>
                  <a:ext uri="{FF2B5EF4-FFF2-40B4-BE49-F238E27FC236}">
                    <a16:creationId xmlns:a16="http://schemas.microsoft.com/office/drawing/2014/main" id="{186C6000-EF65-41A9-A231-FB4876252A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3943" name="Line 134">
              <a:extLst>
                <a:ext uri="{FF2B5EF4-FFF2-40B4-BE49-F238E27FC236}">
                  <a16:creationId xmlns:a16="http://schemas.microsoft.com/office/drawing/2014/main" id="{91DB01E6-2AFB-4BEE-819C-726F8D2C1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5" y="1488"/>
              <a:ext cx="1056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44" name="Line 135">
              <a:extLst>
                <a:ext uri="{FF2B5EF4-FFF2-40B4-BE49-F238E27FC236}">
                  <a16:creationId xmlns:a16="http://schemas.microsoft.com/office/drawing/2014/main" id="{5E9745BE-4BD0-420C-BA0F-6645FBA91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1488"/>
              <a:ext cx="384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45" name="Line 136">
              <a:extLst>
                <a:ext uri="{FF2B5EF4-FFF2-40B4-BE49-F238E27FC236}">
                  <a16:creationId xmlns:a16="http://schemas.microsoft.com/office/drawing/2014/main" id="{B67C95BE-4822-4D7D-B589-68AB8F7875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1" y="1968"/>
              <a:ext cx="336" cy="11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46" name="Line 137">
              <a:extLst>
                <a:ext uri="{FF2B5EF4-FFF2-40B4-BE49-F238E27FC236}">
                  <a16:creationId xmlns:a16="http://schemas.microsoft.com/office/drawing/2014/main" id="{5E3E25B4-4B1E-4F97-8E7D-FAEC555105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1" y="1968"/>
              <a:ext cx="144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47" name="Line 138">
              <a:extLst>
                <a:ext uri="{FF2B5EF4-FFF2-40B4-BE49-F238E27FC236}">
                  <a16:creationId xmlns:a16="http://schemas.microsoft.com/office/drawing/2014/main" id="{A832D995-1FD7-4269-9376-E9454EEDF6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1968"/>
              <a:ext cx="192" cy="4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48" name="Line 139">
              <a:extLst>
                <a:ext uri="{FF2B5EF4-FFF2-40B4-BE49-F238E27FC236}">
                  <a16:creationId xmlns:a16="http://schemas.microsoft.com/office/drawing/2014/main" id="{08685BCD-6D3F-4866-837A-20E0B0422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968"/>
              <a:ext cx="288" cy="52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49" name="Line 140">
              <a:extLst>
                <a:ext uri="{FF2B5EF4-FFF2-40B4-BE49-F238E27FC236}">
                  <a16:creationId xmlns:a16="http://schemas.microsoft.com/office/drawing/2014/main" id="{9741CF5A-0861-4BD7-9BD7-B2DE4AA93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" y="1968"/>
              <a:ext cx="336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950" name="Freeform 141">
              <a:extLst>
                <a:ext uri="{FF2B5EF4-FFF2-40B4-BE49-F238E27FC236}">
                  <a16:creationId xmlns:a16="http://schemas.microsoft.com/office/drawing/2014/main" id="{440FBF87-D588-410A-B7FA-15BD71FCA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920"/>
              <a:ext cx="464" cy="1248"/>
            </a:xfrm>
            <a:custGeom>
              <a:avLst/>
              <a:gdLst>
                <a:gd name="T0" fmla="*/ 0 w 464"/>
                <a:gd name="T1" fmla="*/ 0 h 1248"/>
                <a:gd name="T2" fmla="*/ 432 w 464"/>
                <a:gd name="T3" fmla="*/ 576 h 1248"/>
                <a:gd name="T4" fmla="*/ 192 w 464"/>
                <a:gd name="T5" fmla="*/ 1056 h 1248"/>
                <a:gd name="T6" fmla="*/ 336 w 464"/>
                <a:gd name="T7" fmla="*/ 1248 h 1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4"/>
                <a:gd name="T13" fmla="*/ 0 h 1248"/>
                <a:gd name="T14" fmla="*/ 464 w 464"/>
                <a:gd name="T15" fmla="*/ 1248 h 1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4" h="1248">
                  <a:moveTo>
                    <a:pt x="0" y="0"/>
                  </a:moveTo>
                  <a:cubicBezTo>
                    <a:pt x="200" y="200"/>
                    <a:pt x="400" y="400"/>
                    <a:pt x="432" y="576"/>
                  </a:cubicBezTo>
                  <a:cubicBezTo>
                    <a:pt x="464" y="752"/>
                    <a:pt x="208" y="944"/>
                    <a:pt x="192" y="1056"/>
                  </a:cubicBezTo>
                  <a:cubicBezTo>
                    <a:pt x="176" y="1168"/>
                    <a:pt x="256" y="1208"/>
                    <a:pt x="336" y="1248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40" name="Freeform 143">
            <a:extLst>
              <a:ext uri="{FF2B5EF4-FFF2-40B4-BE49-F238E27FC236}">
                <a16:creationId xmlns:a16="http://schemas.microsoft.com/office/drawing/2014/main" id="{F41F62E5-EB18-4349-AFD8-969D355C0421}"/>
              </a:ext>
            </a:extLst>
          </p:cNvPr>
          <p:cNvSpPr>
            <a:spLocks/>
          </p:cNvSpPr>
          <p:nvPr/>
        </p:nvSpPr>
        <p:spPr bwMode="auto">
          <a:xfrm>
            <a:off x="5334000" y="2286000"/>
            <a:ext cx="2667000" cy="2997200"/>
          </a:xfrm>
          <a:custGeom>
            <a:avLst/>
            <a:gdLst>
              <a:gd name="T0" fmla="*/ 0 w 1680"/>
              <a:gd name="T1" fmla="*/ 0 h 1888"/>
              <a:gd name="T2" fmla="*/ 2147483646 w 1680"/>
              <a:gd name="T3" fmla="*/ 2147483646 h 1888"/>
              <a:gd name="T4" fmla="*/ 2147483646 w 1680"/>
              <a:gd name="T5" fmla="*/ 2147483646 h 1888"/>
              <a:gd name="T6" fmla="*/ 2147483646 w 1680"/>
              <a:gd name="T7" fmla="*/ 2147483646 h 1888"/>
              <a:gd name="T8" fmla="*/ 2147483646 w 1680"/>
              <a:gd name="T9" fmla="*/ 2147483646 h 18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888"/>
              <a:gd name="T17" fmla="*/ 1680 w 1680"/>
              <a:gd name="T18" fmla="*/ 1888 h 18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888">
                <a:moveTo>
                  <a:pt x="0" y="0"/>
                </a:moveTo>
                <a:cubicBezTo>
                  <a:pt x="76" y="200"/>
                  <a:pt x="152" y="400"/>
                  <a:pt x="288" y="480"/>
                </a:cubicBezTo>
                <a:cubicBezTo>
                  <a:pt x="424" y="560"/>
                  <a:pt x="712" y="280"/>
                  <a:pt x="816" y="480"/>
                </a:cubicBezTo>
                <a:cubicBezTo>
                  <a:pt x="920" y="680"/>
                  <a:pt x="768" y="1472"/>
                  <a:pt x="912" y="1680"/>
                </a:cubicBezTo>
                <a:cubicBezTo>
                  <a:pt x="1056" y="1888"/>
                  <a:pt x="1368" y="1808"/>
                  <a:pt x="1680" y="1728"/>
                </a:cubicBezTo>
              </a:path>
            </a:pathLst>
          </a:cu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EBD963C-B032-47A9-8D7B-6BCE1FE20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49CAE-A842-45EB-AD92-8C6523902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0200"/>
            <a:ext cx="97250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Inserarea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</a:t>
            </a:r>
            <a:r>
              <a:rPr lang="ro-RO" altLang="en-US" kern="0" dirty="0"/>
              <a:t>ă</a:t>
            </a:r>
            <a:r>
              <a:rPr lang="en-US" altLang="en-US" kern="0" dirty="0" err="1"/>
              <a:t>rilor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Arbore-B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5D3894-2F24-4FEB-8814-9A1C45B40E0B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295400"/>
            <a:ext cx="7772400" cy="45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Inserare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nregistrare</a:t>
            </a:r>
            <a:r>
              <a:rPr lang="en-US" altLang="en-US" sz="2400" kern="0" dirty="0"/>
              <a:t> cu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’57’</a:t>
            </a:r>
          </a:p>
        </p:txBody>
      </p:sp>
      <p:grpSp>
        <p:nvGrpSpPr>
          <p:cNvPr id="141" name="Group 146">
            <a:extLst>
              <a:ext uri="{FF2B5EF4-FFF2-40B4-BE49-F238E27FC236}">
                <a16:creationId xmlns:a16="http://schemas.microsoft.com/office/drawing/2014/main" id="{6081B025-1679-4787-8D88-237B6275BCAA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2209800"/>
            <a:ext cx="8116887" cy="2987675"/>
            <a:chOff x="503" y="1392"/>
            <a:chExt cx="5113" cy="1882"/>
          </a:xfrm>
        </p:grpSpPr>
        <p:grpSp>
          <p:nvGrpSpPr>
            <p:cNvPr id="33800" name="Group 147">
              <a:extLst>
                <a:ext uri="{FF2B5EF4-FFF2-40B4-BE49-F238E27FC236}">
                  <a16:creationId xmlns:a16="http://schemas.microsoft.com/office/drawing/2014/main" id="{4E690DDC-ECB4-43B0-A040-BE6E55AC9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1824"/>
              <a:ext cx="1513" cy="202"/>
              <a:chOff x="2976" y="2680"/>
              <a:chExt cx="1872" cy="296"/>
            </a:xfrm>
          </p:grpSpPr>
          <p:sp>
            <p:nvSpPr>
              <p:cNvPr id="33921" name="Rectangle 148">
                <a:extLst>
                  <a:ext uri="{FF2B5EF4-FFF2-40B4-BE49-F238E27FC236}">
                    <a16:creationId xmlns:a16="http://schemas.microsoft.com/office/drawing/2014/main" id="{1DAE5150-DEC3-47CD-9360-4B26874AC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22" name="Text Box 149">
                <a:extLst>
                  <a:ext uri="{FF2B5EF4-FFF2-40B4-BE49-F238E27FC236}">
                    <a16:creationId xmlns:a16="http://schemas.microsoft.com/office/drawing/2014/main" id="{24DECA12-9D91-4B09-9055-A935E3B59A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33923" name="Text Box 150">
                <a:extLst>
                  <a:ext uri="{FF2B5EF4-FFF2-40B4-BE49-F238E27FC236}">
                    <a16:creationId xmlns:a16="http://schemas.microsoft.com/office/drawing/2014/main" id="{3177AAD5-0C8F-4DCB-98A8-C9FE1A964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66</a:t>
                </a:r>
              </a:p>
            </p:txBody>
          </p:sp>
          <p:sp>
            <p:nvSpPr>
              <p:cNvPr id="33924" name="Text Box 151">
                <a:extLst>
                  <a:ext uri="{FF2B5EF4-FFF2-40B4-BE49-F238E27FC236}">
                    <a16:creationId xmlns:a16="http://schemas.microsoft.com/office/drawing/2014/main" id="{D892E1DD-47B8-4DED-9D3B-CC51880AF88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25" name="Text Box 152">
                <a:extLst>
                  <a:ext uri="{FF2B5EF4-FFF2-40B4-BE49-F238E27FC236}">
                    <a16:creationId xmlns:a16="http://schemas.microsoft.com/office/drawing/2014/main" id="{2A1841D9-200A-4618-8A5A-6FAFB6DC6C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26" name="Line 153">
                <a:extLst>
                  <a:ext uri="{FF2B5EF4-FFF2-40B4-BE49-F238E27FC236}">
                    <a16:creationId xmlns:a16="http://schemas.microsoft.com/office/drawing/2014/main" id="{2C9A72FE-3A69-42A5-B532-693837515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27" name="Line 154">
                <a:extLst>
                  <a:ext uri="{FF2B5EF4-FFF2-40B4-BE49-F238E27FC236}">
                    <a16:creationId xmlns:a16="http://schemas.microsoft.com/office/drawing/2014/main" id="{FF6CFDCE-CE92-4F9C-9E07-08E30E13F3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28" name="Line 155">
                <a:extLst>
                  <a:ext uri="{FF2B5EF4-FFF2-40B4-BE49-F238E27FC236}">
                    <a16:creationId xmlns:a16="http://schemas.microsoft.com/office/drawing/2014/main" id="{E8E758A1-BBAA-433E-8A45-4BAE2410D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29" name="Line 156">
                <a:extLst>
                  <a:ext uri="{FF2B5EF4-FFF2-40B4-BE49-F238E27FC236}">
                    <a16:creationId xmlns:a16="http://schemas.microsoft.com/office/drawing/2014/main" id="{0EEB9B2E-4C9B-4AB7-9C3E-757C0A66C8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30" name="Line 157">
                <a:extLst>
                  <a:ext uri="{FF2B5EF4-FFF2-40B4-BE49-F238E27FC236}">
                    <a16:creationId xmlns:a16="http://schemas.microsoft.com/office/drawing/2014/main" id="{77634BB6-1E3A-4E88-AE4A-BFDB92A98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31" name="Line 158">
                <a:extLst>
                  <a:ext uri="{FF2B5EF4-FFF2-40B4-BE49-F238E27FC236}">
                    <a16:creationId xmlns:a16="http://schemas.microsoft.com/office/drawing/2014/main" id="{4C23EF80-D160-4390-9D53-B274AF8E5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32" name="Line 159">
                <a:extLst>
                  <a:ext uri="{FF2B5EF4-FFF2-40B4-BE49-F238E27FC236}">
                    <a16:creationId xmlns:a16="http://schemas.microsoft.com/office/drawing/2014/main" id="{35616E7E-2211-4339-90B5-F9A69EA837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33" name="Line 160">
                <a:extLst>
                  <a:ext uri="{FF2B5EF4-FFF2-40B4-BE49-F238E27FC236}">
                    <a16:creationId xmlns:a16="http://schemas.microsoft.com/office/drawing/2014/main" id="{0BC1A7AD-90FE-49C3-BFCC-CF98BA642D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1" name="Group 161">
              <a:extLst>
                <a:ext uri="{FF2B5EF4-FFF2-40B4-BE49-F238E27FC236}">
                  <a16:creationId xmlns:a16="http://schemas.microsoft.com/office/drawing/2014/main" id="{3CF092BB-E16E-4E50-978F-F7FB239CBC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3" y="1392"/>
              <a:ext cx="1513" cy="202"/>
              <a:chOff x="2976" y="2680"/>
              <a:chExt cx="1872" cy="296"/>
            </a:xfrm>
          </p:grpSpPr>
          <p:sp>
            <p:nvSpPr>
              <p:cNvPr id="33908" name="Rectangle 162">
                <a:extLst>
                  <a:ext uri="{FF2B5EF4-FFF2-40B4-BE49-F238E27FC236}">
                    <a16:creationId xmlns:a16="http://schemas.microsoft.com/office/drawing/2014/main" id="{0B87632C-4448-4E52-922A-7685E00DB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09" name="Text Box 163">
                <a:extLst>
                  <a:ext uri="{FF2B5EF4-FFF2-40B4-BE49-F238E27FC236}">
                    <a16:creationId xmlns:a16="http://schemas.microsoft.com/office/drawing/2014/main" id="{CCD976AD-55FB-42B0-A36D-DAF8541C13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10" name="Text Box 164">
                <a:extLst>
                  <a:ext uri="{FF2B5EF4-FFF2-40B4-BE49-F238E27FC236}">
                    <a16:creationId xmlns:a16="http://schemas.microsoft.com/office/drawing/2014/main" id="{2551466A-B9EC-4F7B-9F4D-B5B9CEF674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51</a:t>
                </a:r>
              </a:p>
            </p:txBody>
          </p:sp>
          <p:sp>
            <p:nvSpPr>
              <p:cNvPr id="33911" name="Text Box 165">
                <a:extLst>
                  <a:ext uri="{FF2B5EF4-FFF2-40B4-BE49-F238E27FC236}">
                    <a16:creationId xmlns:a16="http://schemas.microsoft.com/office/drawing/2014/main" id="{329BF2CA-3135-45DC-A930-4F5FAB3DD6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12" name="Text Box 166">
                <a:extLst>
                  <a:ext uri="{FF2B5EF4-FFF2-40B4-BE49-F238E27FC236}">
                    <a16:creationId xmlns:a16="http://schemas.microsoft.com/office/drawing/2014/main" id="{A4A4A1E5-AE15-4901-8EDC-2FA23406BE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13" name="Line 167">
                <a:extLst>
                  <a:ext uri="{FF2B5EF4-FFF2-40B4-BE49-F238E27FC236}">
                    <a16:creationId xmlns:a16="http://schemas.microsoft.com/office/drawing/2014/main" id="{C65367DA-8F47-4223-8218-3FDDAC5262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14" name="Line 168">
                <a:extLst>
                  <a:ext uri="{FF2B5EF4-FFF2-40B4-BE49-F238E27FC236}">
                    <a16:creationId xmlns:a16="http://schemas.microsoft.com/office/drawing/2014/main" id="{49B71431-C64C-4A52-9ED6-4F73253ED6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15" name="Line 169">
                <a:extLst>
                  <a:ext uri="{FF2B5EF4-FFF2-40B4-BE49-F238E27FC236}">
                    <a16:creationId xmlns:a16="http://schemas.microsoft.com/office/drawing/2014/main" id="{431A2A1C-17B0-49AC-A911-3F3913991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16" name="Line 170">
                <a:extLst>
                  <a:ext uri="{FF2B5EF4-FFF2-40B4-BE49-F238E27FC236}">
                    <a16:creationId xmlns:a16="http://schemas.microsoft.com/office/drawing/2014/main" id="{0A83FAB6-C34B-4776-A29D-281E89A7F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17" name="Line 171">
                <a:extLst>
                  <a:ext uri="{FF2B5EF4-FFF2-40B4-BE49-F238E27FC236}">
                    <a16:creationId xmlns:a16="http://schemas.microsoft.com/office/drawing/2014/main" id="{17DBBCA8-00A8-42BC-B26D-033B549D8B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18" name="Line 172">
                <a:extLst>
                  <a:ext uri="{FF2B5EF4-FFF2-40B4-BE49-F238E27FC236}">
                    <a16:creationId xmlns:a16="http://schemas.microsoft.com/office/drawing/2014/main" id="{19C058B3-7904-47EA-94BB-167FC9D8A4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19" name="Line 173">
                <a:extLst>
                  <a:ext uri="{FF2B5EF4-FFF2-40B4-BE49-F238E27FC236}">
                    <a16:creationId xmlns:a16="http://schemas.microsoft.com/office/drawing/2014/main" id="{95C755E7-224E-44A1-9647-EDFF099B4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20" name="Line 174">
                <a:extLst>
                  <a:ext uri="{FF2B5EF4-FFF2-40B4-BE49-F238E27FC236}">
                    <a16:creationId xmlns:a16="http://schemas.microsoft.com/office/drawing/2014/main" id="{85601F95-C8C1-4ABF-9819-8939E97914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2" name="Group 175">
              <a:extLst>
                <a:ext uri="{FF2B5EF4-FFF2-40B4-BE49-F238E27FC236}">
                  <a16:creationId xmlns:a16="http://schemas.microsoft.com/office/drawing/2014/main" id="{48857EE2-2F38-4D94-831E-EF26C1CE26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1824"/>
              <a:ext cx="1513" cy="202"/>
              <a:chOff x="2976" y="2680"/>
              <a:chExt cx="1872" cy="296"/>
            </a:xfrm>
          </p:grpSpPr>
          <p:sp>
            <p:nvSpPr>
              <p:cNvPr id="33895" name="Rectangle 176">
                <a:extLst>
                  <a:ext uri="{FF2B5EF4-FFF2-40B4-BE49-F238E27FC236}">
                    <a16:creationId xmlns:a16="http://schemas.microsoft.com/office/drawing/2014/main" id="{9DCF95F7-3A56-4B0E-8C19-BD9C27E6CB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96" name="Text Box 177">
                <a:extLst>
                  <a:ext uri="{FF2B5EF4-FFF2-40B4-BE49-F238E27FC236}">
                    <a16:creationId xmlns:a16="http://schemas.microsoft.com/office/drawing/2014/main" id="{6B69965B-8347-4D55-AA82-4827D30877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30</a:t>
                </a:r>
              </a:p>
            </p:txBody>
          </p:sp>
          <p:sp>
            <p:nvSpPr>
              <p:cNvPr id="33897" name="Text Box 178">
                <a:extLst>
                  <a:ext uri="{FF2B5EF4-FFF2-40B4-BE49-F238E27FC236}">
                    <a16:creationId xmlns:a16="http://schemas.microsoft.com/office/drawing/2014/main" id="{ABDC9D33-B94C-4C5A-ADB2-32C5CA9437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11</a:t>
                </a:r>
              </a:p>
            </p:txBody>
          </p:sp>
          <p:sp>
            <p:nvSpPr>
              <p:cNvPr id="33898" name="Text Box 179">
                <a:extLst>
                  <a:ext uri="{FF2B5EF4-FFF2-40B4-BE49-F238E27FC236}">
                    <a16:creationId xmlns:a16="http://schemas.microsoft.com/office/drawing/2014/main" id="{7D5AD9E7-B2F1-4058-9CFA-BF7A9B6755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99" name="Text Box 180">
                <a:extLst>
                  <a:ext uri="{FF2B5EF4-FFF2-40B4-BE49-F238E27FC236}">
                    <a16:creationId xmlns:a16="http://schemas.microsoft.com/office/drawing/2014/main" id="{78B3BB51-1086-4E23-A0A0-6D1DAF37FD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900" name="Line 181">
                <a:extLst>
                  <a:ext uri="{FF2B5EF4-FFF2-40B4-BE49-F238E27FC236}">
                    <a16:creationId xmlns:a16="http://schemas.microsoft.com/office/drawing/2014/main" id="{B7D5B55B-0A85-4B72-A30B-10E2829CF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1" name="Line 182">
                <a:extLst>
                  <a:ext uri="{FF2B5EF4-FFF2-40B4-BE49-F238E27FC236}">
                    <a16:creationId xmlns:a16="http://schemas.microsoft.com/office/drawing/2014/main" id="{FBFB1038-F86D-49D1-9B8C-5DEFE4AADF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2" name="Line 183">
                <a:extLst>
                  <a:ext uri="{FF2B5EF4-FFF2-40B4-BE49-F238E27FC236}">
                    <a16:creationId xmlns:a16="http://schemas.microsoft.com/office/drawing/2014/main" id="{B189D92C-560F-4589-964E-992B3E47E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3" name="Line 184">
                <a:extLst>
                  <a:ext uri="{FF2B5EF4-FFF2-40B4-BE49-F238E27FC236}">
                    <a16:creationId xmlns:a16="http://schemas.microsoft.com/office/drawing/2014/main" id="{A65B7F01-04C7-41F0-A45E-54A53FD50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4" name="Line 185">
                <a:extLst>
                  <a:ext uri="{FF2B5EF4-FFF2-40B4-BE49-F238E27FC236}">
                    <a16:creationId xmlns:a16="http://schemas.microsoft.com/office/drawing/2014/main" id="{FD972D81-7FD3-4B4D-BB65-18AB2ABE6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5" name="Line 186">
                <a:extLst>
                  <a:ext uri="{FF2B5EF4-FFF2-40B4-BE49-F238E27FC236}">
                    <a16:creationId xmlns:a16="http://schemas.microsoft.com/office/drawing/2014/main" id="{37967B51-4FFB-4033-94DA-5466A227B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6" name="Line 187">
                <a:extLst>
                  <a:ext uri="{FF2B5EF4-FFF2-40B4-BE49-F238E27FC236}">
                    <a16:creationId xmlns:a16="http://schemas.microsoft.com/office/drawing/2014/main" id="{2621CB7D-48F4-47BC-84D5-9FFEBDB06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907" name="Line 188">
                <a:extLst>
                  <a:ext uri="{FF2B5EF4-FFF2-40B4-BE49-F238E27FC236}">
                    <a16:creationId xmlns:a16="http://schemas.microsoft.com/office/drawing/2014/main" id="{5956A5BD-47AD-4B25-B369-9A0AC09919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3" name="Group 189">
              <a:extLst>
                <a:ext uri="{FF2B5EF4-FFF2-40B4-BE49-F238E27FC236}">
                  <a16:creationId xmlns:a16="http://schemas.microsoft.com/office/drawing/2014/main" id="{17DB8F8C-8E44-4AAA-8BEA-542DF627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2400"/>
              <a:ext cx="1513" cy="202"/>
              <a:chOff x="2976" y="2680"/>
              <a:chExt cx="1872" cy="296"/>
            </a:xfrm>
          </p:grpSpPr>
          <p:sp>
            <p:nvSpPr>
              <p:cNvPr id="33882" name="Rectangle 190">
                <a:extLst>
                  <a:ext uri="{FF2B5EF4-FFF2-40B4-BE49-F238E27FC236}">
                    <a16:creationId xmlns:a16="http://schemas.microsoft.com/office/drawing/2014/main" id="{1DF3EE10-62DB-49B8-AE6C-86BFF02612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83" name="Text Box 191">
                <a:extLst>
                  <a:ext uri="{FF2B5EF4-FFF2-40B4-BE49-F238E27FC236}">
                    <a16:creationId xmlns:a16="http://schemas.microsoft.com/office/drawing/2014/main" id="{33521995-9C71-49DE-B96F-DAE9DA1C47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44</a:t>
                </a:r>
              </a:p>
            </p:txBody>
          </p:sp>
          <p:sp>
            <p:nvSpPr>
              <p:cNvPr id="33884" name="Text Box 192">
                <a:extLst>
                  <a:ext uri="{FF2B5EF4-FFF2-40B4-BE49-F238E27FC236}">
                    <a16:creationId xmlns:a16="http://schemas.microsoft.com/office/drawing/2014/main" id="{6FD8F2B3-B267-4FA0-8E3C-370BCC0239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33885" name="Text Box 193">
                <a:extLst>
                  <a:ext uri="{FF2B5EF4-FFF2-40B4-BE49-F238E27FC236}">
                    <a16:creationId xmlns:a16="http://schemas.microsoft.com/office/drawing/2014/main" id="{DC9E5EF3-8472-43E1-80F0-9E2BEBDE224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86" name="Text Box 194">
                <a:extLst>
                  <a:ext uri="{FF2B5EF4-FFF2-40B4-BE49-F238E27FC236}">
                    <a16:creationId xmlns:a16="http://schemas.microsoft.com/office/drawing/2014/main" id="{D680413A-9202-4CBD-AE3C-8D00739DA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87" name="Line 195">
                <a:extLst>
                  <a:ext uri="{FF2B5EF4-FFF2-40B4-BE49-F238E27FC236}">
                    <a16:creationId xmlns:a16="http://schemas.microsoft.com/office/drawing/2014/main" id="{21B639CA-DEF3-489D-B1E6-04259477A8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88" name="Line 196">
                <a:extLst>
                  <a:ext uri="{FF2B5EF4-FFF2-40B4-BE49-F238E27FC236}">
                    <a16:creationId xmlns:a16="http://schemas.microsoft.com/office/drawing/2014/main" id="{10549994-D8FD-4F78-AE33-1DC7C2D18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89" name="Line 197">
                <a:extLst>
                  <a:ext uri="{FF2B5EF4-FFF2-40B4-BE49-F238E27FC236}">
                    <a16:creationId xmlns:a16="http://schemas.microsoft.com/office/drawing/2014/main" id="{38A9EA70-F494-4D67-98D6-77F14B09F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90" name="Line 198">
                <a:extLst>
                  <a:ext uri="{FF2B5EF4-FFF2-40B4-BE49-F238E27FC236}">
                    <a16:creationId xmlns:a16="http://schemas.microsoft.com/office/drawing/2014/main" id="{BAE5CC0E-32E1-4518-B9F3-8D015E73E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91" name="Line 199">
                <a:extLst>
                  <a:ext uri="{FF2B5EF4-FFF2-40B4-BE49-F238E27FC236}">
                    <a16:creationId xmlns:a16="http://schemas.microsoft.com/office/drawing/2014/main" id="{5219F2C9-B09E-4ECF-846C-AFA109B8C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92" name="Line 200">
                <a:extLst>
                  <a:ext uri="{FF2B5EF4-FFF2-40B4-BE49-F238E27FC236}">
                    <a16:creationId xmlns:a16="http://schemas.microsoft.com/office/drawing/2014/main" id="{D901558B-054D-4269-B522-901413A47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93" name="Line 201">
                <a:extLst>
                  <a:ext uri="{FF2B5EF4-FFF2-40B4-BE49-F238E27FC236}">
                    <a16:creationId xmlns:a16="http://schemas.microsoft.com/office/drawing/2014/main" id="{1D46B029-3432-448C-85D7-B49D657B93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94" name="Line 202">
                <a:extLst>
                  <a:ext uri="{FF2B5EF4-FFF2-40B4-BE49-F238E27FC236}">
                    <a16:creationId xmlns:a16="http://schemas.microsoft.com/office/drawing/2014/main" id="{D882952A-D5DF-4A76-9BF0-DDC17FAA5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4" name="Group 203">
              <a:extLst>
                <a:ext uri="{FF2B5EF4-FFF2-40B4-BE49-F238E27FC236}">
                  <a16:creationId xmlns:a16="http://schemas.microsoft.com/office/drawing/2014/main" id="{721B086C-2933-429D-A84B-0B37C82E4C6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688"/>
              <a:ext cx="1513" cy="202"/>
              <a:chOff x="2976" y="2680"/>
              <a:chExt cx="1872" cy="296"/>
            </a:xfrm>
          </p:grpSpPr>
          <p:sp>
            <p:nvSpPr>
              <p:cNvPr id="33869" name="Rectangle 204">
                <a:extLst>
                  <a:ext uri="{FF2B5EF4-FFF2-40B4-BE49-F238E27FC236}">
                    <a16:creationId xmlns:a16="http://schemas.microsoft.com/office/drawing/2014/main" id="{BD3F3491-5FE2-418F-A58E-022779789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70" name="Text Box 205">
                <a:extLst>
                  <a:ext uri="{FF2B5EF4-FFF2-40B4-BE49-F238E27FC236}">
                    <a16:creationId xmlns:a16="http://schemas.microsoft.com/office/drawing/2014/main" id="{4C2A5D4C-A5C3-4F0B-9505-D4B0A9850B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33871" name="Text Box 206">
                <a:extLst>
                  <a:ext uri="{FF2B5EF4-FFF2-40B4-BE49-F238E27FC236}">
                    <a16:creationId xmlns:a16="http://schemas.microsoft.com/office/drawing/2014/main" id="{FBB080B0-6375-4060-B701-9E3B7CB111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33872" name="Text Box 207">
                <a:extLst>
                  <a:ext uri="{FF2B5EF4-FFF2-40B4-BE49-F238E27FC236}">
                    <a16:creationId xmlns:a16="http://schemas.microsoft.com/office/drawing/2014/main" id="{BD9E38B5-10F5-47E2-9FF3-E50C305EA1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33873" name="Text Box 208">
                <a:extLst>
                  <a:ext uri="{FF2B5EF4-FFF2-40B4-BE49-F238E27FC236}">
                    <a16:creationId xmlns:a16="http://schemas.microsoft.com/office/drawing/2014/main" id="{D4AF6ED6-8360-49EC-A5A3-15ABE3D50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74" name="Line 209">
                <a:extLst>
                  <a:ext uri="{FF2B5EF4-FFF2-40B4-BE49-F238E27FC236}">
                    <a16:creationId xmlns:a16="http://schemas.microsoft.com/office/drawing/2014/main" id="{F662AE63-59BA-4C0E-B123-CA715C75D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75" name="Line 210">
                <a:extLst>
                  <a:ext uri="{FF2B5EF4-FFF2-40B4-BE49-F238E27FC236}">
                    <a16:creationId xmlns:a16="http://schemas.microsoft.com/office/drawing/2014/main" id="{B46498D4-1811-403E-917F-577CE5965F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76" name="Line 211">
                <a:extLst>
                  <a:ext uri="{FF2B5EF4-FFF2-40B4-BE49-F238E27FC236}">
                    <a16:creationId xmlns:a16="http://schemas.microsoft.com/office/drawing/2014/main" id="{52929933-AACB-49C4-B22A-A85B191D7B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77" name="Line 212">
                <a:extLst>
                  <a:ext uri="{FF2B5EF4-FFF2-40B4-BE49-F238E27FC236}">
                    <a16:creationId xmlns:a16="http://schemas.microsoft.com/office/drawing/2014/main" id="{55A728EE-D498-414E-9639-C87BCF77F8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78" name="Line 213">
                <a:extLst>
                  <a:ext uri="{FF2B5EF4-FFF2-40B4-BE49-F238E27FC236}">
                    <a16:creationId xmlns:a16="http://schemas.microsoft.com/office/drawing/2014/main" id="{75B9BBA9-CF48-4163-A7D0-7DACAFFC91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79" name="Line 214">
                <a:extLst>
                  <a:ext uri="{FF2B5EF4-FFF2-40B4-BE49-F238E27FC236}">
                    <a16:creationId xmlns:a16="http://schemas.microsoft.com/office/drawing/2014/main" id="{AD626441-57B0-4B70-824A-A6A66737A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80" name="Line 215">
                <a:extLst>
                  <a:ext uri="{FF2B5EF4-FFF2-40B4-BE49-F238E27FC236}">
                    <a16:creationId xmlns:a16="http://schemas.microsoft.com/office/drawing/2014/main" id="{29B65C8B-A305-488E-A767-47E303A78F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81" name="Line 216">
                <a:extLst>
                  <a:ext uri="{FF2B5EF4-FFF2-40B4-BE49-F238E27FC236}">
                    <a16:creationId xmlns:a16="http://schemas.microsoft.com/office/drawing/2014/main" id="{B3CAC27B-5B73-4C6A-901D-D07DE5FA1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5" name="Group 217">
              <a:extLst>
                <a:ext uri="{FF2B5EF4-FFF2-40B4-BE49-F238E27FC236}">
                  <a16:creationId xmlns:a16="http://schemas.microsoft.com/office/drawing/2014/main" id="{75C35CDC-3C53-4CA7-9452-1A1A26FCE0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3" y="2160"/>
              <a:ext cx="1513" cy="202"/>
              <a:chOff x="2976" y="2680"/>
              <a:chExt cx="1872" cy="296"/>
            </a:xfrm>
          </p:grpSpPr>
          <p:sp>
            <p:nvSpPr>
              <p:cNvPr id="33856" name="Rectangle 218">
                <a:extLst>
                  <a:ext uri="{FF2B5EF4-FFF2-40B4-BE49-F238E27FC236}">
                    <a16:creationId xmlns:a16="http://schemas.microsoft.com/office/drawing/2014/main" id="{1EAE622B-A891-4B1F-AF8E-2FE488EE4C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57" name="Text Box 219">
                <a:extLst>
                  <a:ext uri="{FF2B5EF4-FFF2-40B4-BE49-F238E27FC236}">
                    <a16:creationId xmlns:a16="http://schemas.microsoft.com/office/drawing/2014/main" id="{D2DC2605-3A6B-4C2C-8B36-409D805A0B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84</a:t>
                </a:r>
              </a:p>
            </p:txBody>
          </p:sp>
          <p:sp>
            <p:nvSpPr>
              <p:cNvPr id="33858" name="Text Box 220">
                <a:extLst>
                  <a:ext uri="{FF2B5EF4-FFF2-40B4-BE49-F238E27FC236}">
                    <a16:creationId xmlns:a16="http://schemas.microsoft.com/office/drawing/2014/main" id="{2BC72AA6-15B7-4C83-B9F3-74280519FB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79</a:t>
                </a:r>
              </a:p>
            </p:txBody>
          </p:sp>
          <p:sp>
            <p:nvSpPr>
              <p:cNvPr id="33859" name="Text Box 221">
                <a:extLst>
                  <a:ext uri="{FF2B5EF4-FFF2-40B4-BE49-F238E27FC236}">
                    <a16:creationId xmlns:a16="http://schemas.microsoft.com/office/drawing/2014/main" id="{89804B6F-A3D1-492A-A125-18D769608B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93</a:t>
                </a:r>
              </a:p>
            </p:txBody>
          </p:sp>
          <p:sp>
            <p:nvSpPr>
              <p:cNvPr id="33860" name="Text Box 222">
                <a:extLst>
                  <a:ext uri="{FF2B5EF4-FFF2-40B4-BE49-F238E27FC236}">
                    <a16:creationId xmlns:a16="http://schemas.microsoft.com/office/drawing/2014/main" id="{D41D8FEB-E2DB-47E0-92CF-E7DFDE903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61" name="Line 223">
                <a:extLst>
                  <a:ext uri="{FF2B5EF4-FFF2-40B4-BE49-F238E27FC236}">
                    <a16:creationId xmlns:a16="http://schemas.microsoft.com/office/drawing/2014/main" id="{F7F6185B-4775-40B0-A25D-DC45F2B99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2" name="Line 224">
                <a:extLst>
                  <a:ext uri="{FF2B5EF4-FFF2-40B4-BE49-F238E27FC236}">
                    <a16:creationId xmlns:a16="http://schemas.microsoft.com/office/drawing/2014/main" id="{E15166FE-2AD7-407D-A26C-2EFE88FFB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3" name="Line 225">
                <a:extLst>
                  <a:ext uri="{FF2B5EF4-FFF2-40B4-BE49-F238E27FC236}">
                    <a16:creationId xmlns:a16="http://schemas.microsoft.com/office/drawing/2014/main" id="{68E79873-C430-4E53-A7E2-773C46211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4" name="Line 226">
                <a:extLst>
                  <a:ext uri="{FF2B5EF4-FFF2-40B4-BE49-F238E27FC236}">
                    <a16:creationId xmlns:a16="http://schemas.microsoft.com/office/drawing/2014/main" id="{27DC3634-EB42-4AC8-8354-D52148868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5" name="Line 227">
                <a:extLst>
                  <a:ext uri="{FF2B5EF4-FFF2-40B4-BE49-F238E27FC236}">
                    <a16:creationId xmlns:a16="http://schemas.microsoft.com/office/drawing/2014/main" id="{39DCAFF9-7895-461F-AEE5-EE9AE452D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6" name="Line 228">
                <a:extLst>
                  <a:ext uri="{FF2B5EF4-FFF2-40B4-BE49-F238E27FC236}">
                    <a16:creationId xmlns:a16="http://schemas.microsoft.com/office/drawing/2014/main" id="{0CFA09E6-F94F-41CA-91DB-BA86067F6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7" name="Line 229">
                <a:extLst>
                  <a:ext uri="{FF2B5EF4-FFF2-40B4-BE49-F238E27FC236}">
                    <a16:creationId xmlns:a16="http://schemas.microsoft.com/office/drawing/2014/main" id="{6CCDE130-2B94-4852-865B-26ED471A0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68" name="Line 230">
                <a:extLst>
                  <a:ext uri="{FF2B5EF4-FFF2-40B4-BE49-F238E27FC236}">
                    <a16:creationId xmlns:a16="http://schemas.microsoft.com/office/drawing/2014/main" id="{A0AFA21A-1FA8-402B-B40B-8FF8871AE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6" name="Group 231">
              <a:extLst>
                <a:ext uri="{FF2B5EF4-FFF2-40B4-BE49-F238E27FC236}">
                  <a16:creationId xmlns:a16="http://schemas.microsoft.com/office/drawing/2014/main" id="{42255F22-527B-4119-A9B4-93CB8E0007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2448"/>
              <a:ext cx="1513" cy="202"/>
              <a:chOff x="2976" y="2680"/>
              <a:chExt cx="1872" cy="296"/>
            </a:xfrm>
          </p:grpSpPr>
          <p:sp>
            <p:nvSpPr>
              <p:cNvPr id="33843" name="Rectangle 232">
                <a:extLst>
                  <a:ext uri="{FF2B5EF4-FFF2-40B4-BE49-F238E27FC236}">
                    <a16:creationId xmlns:a16="http://schemas.microsoft.com/office/drawing/2014/main" id="{29CE7EF9-7782-427F-BA2F-968BC94801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44" name="Text Box 233">
                <a:extLst>
                  <a:ext uri="{FF2B5EF4-FFF2-40B4-BE49-F238E27FC236}">
                    <a16:creationId xmlns:a16="http://schemas.microsoft.com/office/drawing/2014/main" id="{FCD64C55-9D95-4CE9-9271-906930A88A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69</a:t>
                </a:r>
              </a:p>
            </p:txBody>
          </p:sp>
          <p:sp>
            <p:nvSpPr>
              <p:cNvPr id="33845" name="Text Box 234">
                <a:extLst>
                  <a:ext uri="{FF2B5EF4-FFF2-40B4-BE49-F238E27FC236}">
                    <a16:creationId xmlns:a16="http://schemas.microsoft.com/office/drawing/2014/main" id="{50253D47-3100-4B70-A19D-1E6E6ECA7C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68</a:t>
                </a:r>
              </a:p>
            </p:txBody>
          </p:sp>
          <p:sp>
            <p:nvSpPr>
              <p:cNvPr id="33846" name="Text Box 235">
                <a:extLst>
                  <a:ext uri="{FF2B5EF4-FFF2-40B4-BE49-F238E27FC236}">
                    <a16:creationId xmlns:a16="http://schemas.microsoft.com/office/drawing/2014/main" id="{A1795BCA-BA1A-4790-9CE0-F054CA2E5A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71</a:t>
                </a:r>
              </a:p>
            </p:txBody>
          </p:sp>
          <p:sp>
            <p:nvSpPr>
              <p:cNvPr id="33847" name="Text Box 236">
                <a:extLst>
                  <a:ext uri="{FF2B5EF4-FFF2-40B4-BE49-F238E27FC236}">
                    <a16:creationId xmlns:a16="http://schemas.microsoft.com/office/drawing/2014/main" id="{5ADA79B0-E9FF-4007-AF15-322F966B44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76</a:t>
                </a:r>
              </a:p>
            </p:txBody>
          </p:sp>
          <p:sp>
            <p:nvSpPr>
              <p:cNvPr id="33848" name="Line 237">
                <a:extLst>
                  <a:ext uri="{FF2B5EF4-FFF2-40B4-BE49-F238E27FC236}">
                    <a16:creationId xmlns:a16="http://schemas.microsoft.com/office/drawing/2014/main" id="{2E036958-D952-419A-9775-E60D07BFB4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49" name="Line 238">
                <a:extLst>
                  <a:ext uri="{FF2B5EF4-FFF2-40B4-BE49-F238E27FC236}">
                    <a16:creationId xmlns:a16="http://schemas.microsoft.com/office/drawing/2014/main" id="{FE51A9F1-59FA-4AB2-A57B-90EC0F5C4F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0" name="Line 239">
                <a:extLst>
                  <a:ext uri="{FF2B5EF4-FFF2-40B4-BE49-F238E27FC236}">
                    <a16:creationId xmlns:a16="http://schemas.microsoft.com/office/drawing/2014/main" id="{C5EC975F-D80C-4FA5-BCB8-AAFFAF96CA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1" name="Line 240">
                <a:extLst>
                  <a:ext uri="{FF2B5EF4-FFF2-40B4-BE49-F238E27FC236}">
                    <a16:creationId xmlns:a16="http://schemas.microsoft.com/office/drawing/2014/main" id="{A1C216AF-4D90-4343-8D81-8A8CF6B6F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2" name="Line 241">
                <a:extLst>
                  <a:ext uri="{FF2B5EF4-FFF2-40B4-BE49-F238E27FC236}">
                    <a16:creationId xmlns:a16="http://schemas.microsoft.com/office/drawing/2014/main" id="{FDDEC043-0B4F-4938-8A05-0C9562503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3" name="Line 242">
                <a:extLst>
                  <a:ext uri="{FF2B5EF4-FFF2-40B4-BE49-F238E27FC236}">
                    <a16:creationId xmlns:a16="http://schemas.microsoft.com/office/drawing/2014/main" id="{B74682B9-F55F-43C7-A3B5-E62E9D3C0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4" name="Line 243">
                <a:extLst>
                  <a:ext uri="{FF2B5EF4-FFF2-40B4-BE49-F238E27FC236}">
                    <a16:creationId xmlns:a16="http://schemas.microsoft.com/office/drawing/2014/main" id="{345B786F-D7BE-4016-89C2-0A076E2D62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55" name="Line 244">
                <a:extLst>
                  <a:ext uri="{FF2B5EF4-FFF2-40B4-BE49-F238E27FC236}">
                    <a16:creationId xmlns:a16="http://schemas.microsoft.com/office/drawing/2014/main" id="{72C69B27-855C-43ED-A7AB-E801E34A0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7" name="Group 245">
              <a:extLst>
                <a:ext uri="{FF2B5EF4-FFF2-40B4-BE49-F238E27FC236}">
                  <a16:creationId xmlns:a16="http://schemas.microsoft.com/office/drawing/2014/main" id="{2629D1D2-7C82-4100-B613-436AB0BBCC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3024"/>
              <a:ext cx="1513" cy="202"/>
              <a:chOff x="2976" y="2680"/>
              <a:chExt cx="1872" cy="296"/>
            </a:xfrm>
          </p:grpSpPr>
          <p:sp>
            <p:nvSpPr>
              <p:cNvPr id="33830" name="Rectangle 246">
                <a:extLst>
                  <a:ext uri="{FF2B5EF4-FFF2-40B4-BE49-F238E27FC236}">
                    <a16:creationId xmlns:a16="http://schemas.microsoft.com/office/drawing/2014/main" id="{8F9440FD-8455-49A5-9514-41123DA6BD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31" name="Text Box 247">
                <a:extLst>
                  <a:ext uri="{FF2B5EF4-FFF2-40B4-BE49-F238E27FC236}">
                    <a16:creationId xmlns:a16="http://schemas.microsoft.com/office/drawing/2014/main" id="{DA05A0E8-5B56-418A-AF99-1AE9C7BE43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54</a:t>
                </a:r>
              </a:p>
            </p:txBody>
          </p:sp>
          <p:sp>
            <p:nvSpPr>
              <p:cNvPr id="33832" name="Text Box 248">
                <a:extLst>
                  <a:ext uri="{FF2B5EF4-FFF2-40B4-BE49-F238E27FC236}">
                    <a16:creationId xmlns:a16="http://schemas.microsoft.com/office/drawing/2014/main" id="{02A4F862-D36E-4C98-81CF-769ABA77F3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53</a:t>
                </a:r>
              </a:p>
            </p:txBody>
          </p:sp>
          <p:sp>
            <p:nvSpPr>
              <p:cNvPr id="33833" name="Text Box 249">
                <a:extLst>
                  <a:ext uri="{FF2B5EF4-FFF2-40B4-BE49-F238E27FC236}">
                    <a16:creationId xmlns:a16="http://schemas.microsoft.com/office/drawing/2014/main" id="{C14BDB77-35A2-4BD4-9F00-1207DC00BF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57</a:t>
                </a:r>
              </a:p>
            </p:txBody>
          </p:sp>
          <p:sp>
            <p:nvSpPr>
              <p:cNvPr id="33834" name="Text Box 250">
                <a:extLst>
                  <a:ext uri="{FF2B5EF4-FFF2-40B4-BE49-F238E27FC236}">
                    <a16:creationId xmlns:a16="http://schemas.microsoft.com/office/drawing/2014/main" id="{1129C65B-3F51-4E27-84D7-646CD350D1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33835" name="Line 251">
                <a:extLst>
                  <a:ext uri="{FF2B5EF4-FFF2-40B4-BE49-F238E27FC236}">
                    <a16:creationId xmlns:a16="http://schemas.microsoft.com/office/drawing/2014/main" id="{4FA9559D-AEFC-4499-A242-7845ECA4F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36" name="Line 252">
                <a:extLst>
                  <a:ext uri="{FF2B5EF4-FFF2-40B4-BE49-F238E27FC236}">
                    <a16:creationId xmlns:a16="http://schemas.microsoft.com/office/drawing/2014/main" id="{913609D2-BBAB-44C5-83EC-8A8727B5F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37" name="Line 253">
                <a:extLst>
                  <a:ext uri="{FF2B5EF4-FFF2-40B4-BE49-F238E27FC236}">
                    <a16:creationId xmlns:a16="http://schemas.microsoft.com/office/drawing/2014/main" id="{CB8EA069-8330-41A7-9579-F5E31729D7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38" name="Line 254">
                <a:extLst>
                  <a:ext uri="{FF2B5EF4-FFF2-40B4-BE49-F238E27FC236}">
                    <a16:creationId xmlns:a16="http://schemas.microsoft.com/office/drawing/2014/main" id="{F57FA230-B970-4B33-9F03-104D192B3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39" name="Line 255">
                <a:extLst>
                  <a:ext uri="{FF2B5EF4-FFF2-40B4-BE49-F238E27FC236}">
                    <a16:creationId xmlns:a16="http://schemas.microsoft.com/office/drawing/2014/main" id="{6BB22C00-19BD-484E-B7D4-1167DA9647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40" name="Line 256">
                <a:extLst>
                  <a:ext uri="{FF2B5EF4-FFF2-40B4-BE49-F238E27FC236}">
                    <a16:creationId xmlns:a16="http://schemas.microsoft.com/office/drawing/2014/main" id="{3A23F971-0559-4189-B40F-157DF454C3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41" name="Line 257">
                <a:extLst>
                  <a:ext uri="{FF2B5EF4-FFF2-40B4-BE49-F238E27FC236}">
                    <a16:creationId xmlns:a16="http://schemas.microsoft.com/office/drawing/2014/main" id="{9A492188-8D61-483E-9777-CAEB329FEA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42" name="Line 258">
                <a:extLst>
                  <a:ext uri="{FF2B5EF4-FFF2-40B4-BE49-F238E27FC236}">
                    <a16:creationId xmlns:a16="http://schemas.microsoft.com/office/drawing/2014/main" id="{488306E8-318A-4737-86F1-50F8BFA1F0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3808" name="Group 259">
              <a:extLst>
                <a:ext uri="{FF2B5EF4-FFF2-40B4-BE49-F238E27FC236}">
                  <a16:creationId xmlns:a16="http://schemas.microsoft.com/office/drawing/2014/main" id="{24271AD1-A4DA-4CDF-B27D-A7BB62F25F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" y="3072"/>
              <a:ext cx="1513" cy="202"/>
              <a:chOff x="2976" y="2680"/>
              <a:chExt cx="1872" cy="296"/>
            </a:xfrm>
          </p:grpSpPr>
          <p:sp>
            <p:nvSpPr>
              <p:cNvPr id="33817" name="Rectangle 260">
                <a:extLst>
                  <a:ext uri="{FF2B5EF4-FFF2-40B4-BE49-F238E27FC236}">
                    <a16:creationId xmlns:a16="http://schemas.microsoft.com/office/drawing/2014/main" id="{5D2762D1-B5C2-4A29-80C8-20A8D3D27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18" name="Text Box 261">
                <a:extLst>
                  <a:ext uri="{FF2B5EF4-FFF2-40B4-BE49-F238E27FC236}">
                    <a16:creationId xmlns:a16="http://schemas.microsoft.com/office/drawing/2014/main" id="{6F69339B-8A66-4888-8C30-A6BF383194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</a:t>
                </a:r>
              </a:p>
            </p:txBody>
          </p:sp>
          <p:sp>
            <p:nvSpPr>
              <p:cNvPr id="33819" name="Text Box 262">
                <a:extLst>
                  <a:ext uri="{FF2B5EF4-FFF2-40B4-BE49-F238E27FC236}">
                    <a16:creationId xmlns:a16="http://schemas.microsoft.com/office/drawing/2014/main" id="{95799979-A1F4-4742-9F31-32DD524C07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33820" name="Text Box 263">
                <a:extLst>
                  <a:ext uri="{FF2B5EF4-FFF2-40B4-BE49-F238E27FC236}">
                    <a16:creationId xmlns:a16="http://schemas.microsoft.com/office/drawing/2014/main" id="{412AFB9C-3DAC-4C6E-B5FE-73C72C1B2A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21" name="Text Box 264">
                <a:extLst>
                  <a:ext uri="{FF2B5EF4-FFF2-40B4-BE49-F238E27FC236}">
                    <a16:creationId xmlns:a16="http://schemas.microsoft.com/office/drawing/2014/main" id="{56EE9AC0-62C5-431E-A79B-3C5B79355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3822" name="Line 265">
                <a:extLst>
                  <a:ext uri="{FF2B5EF4-FFF2-40B4-BE49-F238E27FC236}">
                    <a16:creationId xmlns:a16="http://schemas.microsoft.com/office/drawing/2014/main" id="{FC6D2F95-2806-41D3-B9A9-7C1600894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3" name="Line 266">
                <a:extLst>
                  <a:ext uri="{FF2B5EF4-FFF2-40B4-BE49-F238E27FC236}">
                    <a16:creationId xmlns:a16="http://schemas.microsoft.com/office/drawing/2014/main" id="{9CC356AD-D1E5-4A5A-B03F-3194E96524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4" name="Line 267">
                <a:extLst>
                  <a:ext uri="{FF2B5EF4-FFF2-40B4-BE49-F238E27FC236}">
                    <a16:creationId xmlns:a16="http://schemas.microsoft.com/office/drawing/2014/main" id="{2DBA6974-9C0F-4129-8CC7-4601F52FE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5" name="Line 268">
                <a:extLst>
                  <a:ext uri="{FF2B5EF4-FFF2-40B4-BE49-F238E27FC236}">
                    <a16:creationId xmlns:a16="http://schemas.microsoft.com/office/drawing/2014/main" id="{2F1304CC-15D8-4DF5-8254-381D96362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6" name="Line 269">
                <a:extLst>
                  <a:ext uri="{FF2B5EF4-FFF2-40B4-BE49-F238E27FC236}">
                    <a16:creationId xmlns:a16="http://schemas.microsoft.com/office/drawing/2014/main" id="{BEB96485-9E3B-4097-8CAB-C87D964BB5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7" name="Line 270">
                <a:extLst>
                  <a:ext uri="{FF2B5EF4-FFF2-40B4-BE49-F238E27FC236}">
                    <a16:creationId xmlns:a16="http://schemas.microsoft.com/office/drawing/2014/main" id="{69F467AE-8A5C-4F77-9AC2-E59DA66BF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8" name="Line 271">
                <a:extLst>
                  <a:ext uri="{FF2B5EF4-FFF2-40B4-BE49-F238E27FC236}">
                    <a16:creationId xmlns:a16="http://schemas.microsoft.com/office/drawing/2014/main" id="{C573B992-5535-4B34-B4D7-4F99B8E34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3829" name="Line 272">
                <a:extLst>
                  <a:ext uri="{FF2B5EF4-FFF2-40B4-BE49-F238E27FC236}">
                    <a16:creationId xmlns:a16="http://schemas.microsoft.com/office/drawing/2014/main" id="{79CE24F1-FF57-4E86-9AD7-5BE64290F0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3809" name="Line 273">
              <a:extLst>
                <a:ext uri="{FF2B5EF4-FFF2-40B4-BE49-F238E27FC236}">
                  <a16:creationId xmlns:a16="http://schemas.microsoft.com/office/drawing/2014/main" id="{8652B122-E0B3-4E9F-96CC-4F9AF64709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5" y="1488"/>
              <a:ext cx="1056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810" name="Line 274">
              <a:extLst>
                <a:ext uri="{FF2B5EF4-FFF2-40B4-BE49-F238E27FC236}">
                  <a16:creationId xmlns:a16="http://schemas.microsoft.com/office/drawing/2014/main" id="{69F13C9A-435E-4967-803B-DF967C2606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1488"/>
              <a:ext cx="384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811" name="Line 275">
              <a:extLst>
                <a:ext uri="{FF2B5EF4-FFF2-40B4-BE49-F238E27FC236}">
                  <a16:creationId xmlns:a16="http://schemas.microsoft.com/office/drawing/2014/main" id="{28D7C783-36A1-4669-B516-9F293AB785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1" y="1968"/>
              <a:ext cx="336" cy="11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812" name="Line 276">
              <a:extLst>
                <a:ext uri="{FF2B5EF4-FFF2-40B4-BE49-F238E27FC236}">
                  <a16:creationId xmlns:a16="http://schemas.microsoft.com/office/drawing/2014/main" id="{2EAF7C3C-9B0D-43DD-BCA1-07B176D844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1" y="1968"/>
              <a:ext cx="144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813" name="Line 277">
              <a:extLst>
                <a:ext uri="{FF2B5EF4-FFF2-40B4-BE49-F238E27FC236}">
                  <a16:creationId xmlns:a16="http://schemas.microsoft.com/office/drawing/2014/main" id="{A5927D6F-9AAC-40BC-8FB5-26F8F46AFF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1968"/>
              <a:ext cx="192" cy="4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814" name="Line 278">
              <a:extLst>
                <a:ext uri="{FF2B5EF4-FFF2-40B4-BE49-F238E27FC236}">
                  <a16:creationId xmlns:a16="http://schemas.microsoft.com/office/drawing/2014/main" id="{85EBC57E-8F9A-4C52-926A-4F8A10A5EB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968"/>
              <a:ext cx="288" cy="52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3815" name="Line 279">
              <a:extLst>
                <a:ext uri="{FF2B5EF4-FFF2-40B4-BE49-F238E27FC236}">
                  <a16:creationId xmlns:a16="http://schemas.microsoft.com/office/drawing/2014/main" id="{2BD04DC7-8BEA-4876-B6E2-E82F8591B6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" y="1968"/>
              <a:ext cx="336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40" name="Freeform 143">
            <a:extLst>
              <a:ext uri="{FF2B5EF4-FFF2-40B4-BE49-F238E27FC236}">
                <a16:creationId xmlns:a16="http://schemas.microsoft.com/office/drawing/2014/main" id="{F41F62E5-EB18-4349-AFD8-969D355C0421}"/>
              </a:ext>
            </a:extLst>
          </p:cNvPr>
          <p:cNvSpPr>
            <a:spLocks/>
          </p:cNvSpPr>
          <p:nvPr/>
        </p:nvSpPr>
        <p:spPr bwMode="auto">
          <a:xfrm>
            <a:off x="5334000" y="2286000"/>
            <a:ext cx="2667000" cy="2997200"/>
          </a:xfrm>
          <a:custGeom>
            <a:avLst/>
            <a:gdLst>
              <a:gd name="T0" fmla="*/ 0 w 1680"/>
              <a:gd name="T1" fmla="*/ 0 h 1888"/>
              <a:gd name="T2" fmla="*/ 2147483646 w 1680"/>
              <a:gd name="T3" fmla="*/ 2147483646 h 1888"/>
              <a:gd name="T4" fmla="*/ 2147483646 w 1680"/>
              <a:gd name="T5" fmla="*/ 2147483646 h 1888"/>
              <a:gd name="T6" fmla="*/ 2147483646 w 1680"/>
              <a:gd name="T7" fmla="*/ 2147483646 h 1888"/>
              <a:gd name="T8" fmla="*/ 2147483646 w 1680"/>
              <a:gd name="T9" fmla="*/ 2147483646 h 18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680"/>
              <a:gd name="T16" fmla="*/ 0 h 1888"/>
              <a:gd name="T17" fmla="*/ 1680 w 1680"/>
              <a:gd name="T18" fmla="*/ 1888 h 18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680" h="1888">
                <a:moveTo>
                  <a:pt x="0" y="0"/>
                </a:moveTo>
                <a:cubicBezTo>
                  <a:pt x="76" y="200"/>
                  <a:pt x="152" y="400"/>
                  <a:pt x="288" y="480"/>
                </a:cubicBezTo>
                <a:cubicBezTo>
                  <a:pt x="424" y="560"/>
                  <a:pt x="712" y="280"/>
                  <a:pt x="816" y="480"/>
                </a:cubicBezTo>
                <a:cubicBezTo>
                  <a:pt x="920" y="680"/>
                  <a:pt x="768" y="1472"/>
                  <a:pt x="912" y="1680"/>
                </a:cubicBezTo>
                <a:cubicBezTo>
                  <a:pt x="1056" y="1888"/>
                  <a:pt x="1368" y="1808"/>
                  <a:pt x="1680" y="1728"/>
                </a:cubicBezTo>
              </a:path>
            </a:pathLst>
          </a:cu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8961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F8D584B-3B24-4A0D-95CB-AF29A5C6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D7ECBD-EEAD-4FB0-A544-84CD08F49B43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295400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… </a:t>
            </a:r>
            <a:r>
              <a:rPr lang="en-US" altLang="en-US" sz="2400" kern="0" dirty="0" err="1"/>
              <a:t>apoi</a:t>
            </a:r>
            <a:r>
              <a:rPr lang="en-US" altLang="en-US" sz="2400" kern="0" dirty="0"/>
              <a:t> se </a:t>
            </a:r>
            <a:r>
              <a:rPr lang="en-US" altLang="en-US" sz="2400" kern="0" dirty="0" err="1"/>
              <a:t>insereaz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nregistrarea</a:t>
            </a:r>
            <a:r>
              <a:rPr lang="en-US" altLang="en-US" sz="2400" kern="0" dirty="0"/>
              <a:t> cu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’72’</a:t>
            </a:r>
          </a:p>
        </p:txBody>
      </p:sp>
      <p:grpSp>
        <p:nvGrpSpPr>
          <p:cNvPr id="34820" name="Group 12">
            <a:extLst>
              <a:ext uri="{FF2B5EF4-FFF2-40B4-BE49-F238E27FC236}">
                <a16:creationId xmlns:a16="http://schemas.microsoft.com/office/drawing/2014/main" id="{63B253EE-2B39-467C-B492-A095A7D7B727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2209800"/>
            <a:ext cx="8116887" cy="2987675"/>
            <a:chOff x="503" y="1392"/>
            <a:chExt cx="5113" cy="1882"/>
          </a:xfrm>
        </p:grpSpPr>
        <p:grpSp>
          <p:nvGrpSpPr>
            <p:cNvPr id="34847" name="Group 13">
              <a:extLst>
                <a:ext uri="{FF2B5EF4-FFF2-40B4-BE49-F238E27FC236}">
                  <a16:creationId xmlns:a16="http://schemas.microsoft.com/office/drawing/2014/main" id="{54B407F3-5F29-4E04-93F5-F9D038C26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1824"/>
              <a:ext cx="1513" cy="202"/>
              <a:chOff x="2976" y="2680"/>
              <a:chExt cx="1872" cy="296"/>
            </a:xfrm>
          </p:grpSpPr>
          <p:sp>
            <p:nvSpPr>
              <p:cNvPr id="34968" name="Rectangle 14">
                <a:extLst>
                  <a:ext uri="{FF2B5EF4-FFF2-40B4-BE49-F238E27FC236}">
                    <a16:creationId xmlns:a16="http://schemas.microsoft.com/office/drawing/2014/main" id="{DC88B118-E450-44AC-82CA-5068CB174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69" name="Text Box 15">
                <a:extLst>
                  <a:ext uri="{FF2B5EF4-FFF2-40B4-BE49-F238E27FC236}">
                    <a16:creationId xmlns:a16="http://schemas.microsoft.com/office/drawing/2014/main" id="{102BFDE5-3964-4175-90CD-E47AB2A1E5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34970" name="Text Box 16">
                <a:extLst>
                  <a:ext uri="{FF2B5EF4-FFF2-40B4-BE49-F238E27FC236}">
                    <a16:creationId xmlns:a16="http://schemas.microsoft.com/office/drawing/2014/main" id="{D53A71D6-7E6C-4C7A-BADE-96072169DA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66</a:t>
                </a:r>
              </a:p>
            </p:txBody>
          </p:sp>
          <p:sp>
            <p:nvSpPr>
              <p:cNvPr id="34971" name="Text Box 17">
                <a:extLst>
                  <a:ext uri="{FF2B5EF4-FFF2-40B4-BE49-F238E27FC236}">
                    <a16:creationId xmlns:a16="http://schemas.microsoft.com/office/drawing/2014/main" id="{970F85A2-DA0B-4C3B-9362-37F634AAE0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72" name="Text Box 18">
                <a:extLst>
                  <a:ext uri="{FF2B5EF4-FFF2-40B4-BE49-F238E27FC236}">
                    <a16:creationId xmlns:a16="http://schemas.microsoft.com/office/drawing/2014/main" id="{073F241B-988E-4D35-AE18-1DBB2BE73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73" name="Line 19">
                <a:extLst>
                  <a:ext uri="{FF2B5EF4-FFF2-40B4-BE49-F238E27FC236}">
                    <a16:creationId xmlns:a16="http://schemas.microsoft.com/office/drawing/2014/main" id="{93D7FC31-8718-418F-9BA3-84D9EC48D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4" name="Line 20">
                <a:extLst>
                  <a:ext uri="{FF2B5EF4-FFF2-40B4-BE49-F238E27FC236}">
                    <a16:creationId xmlns:a16="http://schemas.microsoft.com/office/drawing/2014/main" id="{F129BF4E-993A-4B93-B6D4-F951B5A2D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5" name="Line 21">
                <a:extLst>
                  <a:ext uri="{FF2B5EF4-FFF2-40B4-BE49-F238E27FC236}">
                    <a16:creationId xmlns:a16="http://schemas.microsoft.com/office/drawing/2014/main" id="{0E522186-BE1C-4639-BB70-654A2F4ED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6" name="Line 22">
                <a:extLst>
                  <a:ext uri="{FF2B5EF4-FFF2-40B4-BE49-F238E27FC236}">
                    <a16:creationId xmlns:a16="http://schemas.microsoft.com/office/drawing/2014/main" id="{727C2036-12C2-4445-AC8A-898C9DA5B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7" name="Line 23">
                <a:extLst>
                  <a:ext uri="{FF2B5EF4-FFF2-40B4-BE49-F238E27FC236}">
                    <a16:creationId xmlns:a16="http://schemas.microsoft.com/office/drawing/2014/main" id="{22138D98-824F-4236-B7F5-83A0032DE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8" name="Line 24">
                <a:extLst>
                  <a:ext uri="{FF2B5EF4-FFF2-40B4-BE49-F238E27FC236}">
                    <a16:creationId xmlns:a16="http://schemas.microsoft.com/office/drawing/2014/main" id="{583BC838-DE38-4C83-8199-986F34826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9" name="Line 25">
                <a:extLst>
                  <a:ext uri="{FF2B5EF4-FFF2-40B4-BE49-F238E27FC236}">
                    <a16:creationId xmlns:a16="http://schemas.microsoft.com/office/drawing/2014/main" id="{61C82DA3-1E8C-41E6-B221-C53E137B8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80" name="Line 26">
                <a:extLst>
                  <a:ext uri="{FF2B5EF4-FFF2-40B4-BE49-F238E27FC236}">
                    <a16:creationId xmlns:a16="http://schemas.microsoft.com/office/drawing/2014/main" id="{525CE20A-0C07-4714-B0ED-AC91CD056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48" name="Group 27">
              <a:extLst>
                <a:ext uri="{FF2B5EF4-FFF2-40B4-BE49-F238E27FC236}">
                  <a16:creationId xmlns:a16="http://schemas.microsoft.com/office/drawing/2014/main" id="{5852E5DA-2DCA-4716-9191-E24A9B0C1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3" y="1392"/>
              <a:ext cx="1513" cy="202"/>
              <a:chOff x="2976" y="2680"/>
              <a:chExt cx="1872" cy="296"/>
            </a:xfrm>
          </p:grpSpPr>
          <p:sp>
            <p:nvSpPr>
              <p:cNvPr id="34955" name="Rectangle 28">
                <a:extLst>
                  <a:ext uri="{FF2B5EF4-FFF2-40B4-BE49-F238E27FC236}">
                    <a16:creationId xmlns:a16="http://schemas.microsoft.com/office/drawing/2014/main" id="{C5B8DCFE-0876-4CC1-9D57-3AFE40ADF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56" name="Text Box 29">
                <a:extLst>
                  <a:ext uri="{FF2B5EF4-FFF2-40B4-BE49-F238E27FC236}">
                    <a16:creationId xmlns:a16="http://schemas.microsoft.com/office/drawing/2014/main" id="{04AE150B-3C93-4C3B-BAAF-E97FF37CC3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57" name="Text Box 30">
                <a:extLst>
                  <a:ext uri="{FF2B5EF4-FFF2-40B4-BE49-F238E27FC236}">
                    <a16:creationId xmlns:a16="http://schemas.microsoft.com/office/drawing/2014/main" id="{6FDFB998-7392-49E4-A60D-63A252B49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51</a:t>
                </a:r>
              </a:p>
            </p:txBody>
          </p:sp>
          <p:sp>
            <p:nvSpPr>
              <p:cNvPr id="34958" name="Text Box 31">
                <a:extLst>
                  <a:ext uri="{FF2B5EF4-FFF2-40B4-BE49-F238E27FC236}">
                    <a16:creationId xmlns:a16="http://schemas.microsoft.com/office/drawing/2014/main" id="{3DAAD5D9-61FD-466B-A2A8-6317961EF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59" name="Text Box 32">
                <a:extLst>
                  <a:ext uri="{FF2B5EF4-FFF2-40B4-BE49-F238E27FC236}">
                    <a16:creationId xmlns:a16="http://schemas.microsoft.com/office/drawing/2014/main" id="{11FEB3E6-76EF-45AB-8694-B7AB685C46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60" name="Line 33">
                <a:extLst>
                  <a:ext uri="{FF2B5EF4-FFF2-40B4-BE49-F238E27FC236}">
                    <a16:creationId xmlns:a16="http://schemas.microsoft.com/office/drawing/2014/main" id="{CB736F08-7BFA-42AF-AFE5-9011A709E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1" name="Line 34">
                <a:extLst>
                  <a:ext uri="{FF2B5EF4-FFF2-40B4-BE49-F238E27FC236}">
                    <a16:creationId xmlns:a16="http://schemas.microsoft.com/office/drawing/2014/main" id="{EA25153E-D6A5-4551-820E-3C2B8650B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2" name="Line 35">
                <a:extLst>
                  <a:ext uri="{FF2B5EF4-FFF2-40B4-BE49-F238E27FC236}">
                    <a16:creationId xmlns:a16="http://schemas.microsoft.com/office/drawing/2014/main" id="{565E7559-952C-4F86-A946-CE39BEE6A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3" name="Line 36">
                <a:extLst>
                  <a:ext uri="{FF2B5EF4-FFF2-40B4-BE49-F238E27FC236}">
                    <a16:creationId xmlns:a16="http://schemas.microsoft.com/office/drawing/2014/main" id="{736F1E63-6D83-4DE3-B086-D13DBD590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4" name="Line 37">
                <a:extLst>
                  <a:ext uri="{FF2B5EF4-FFF2-40B4-BE49-F238E27FC236}">
                    <a16:creationId xmlns:a16="http://schemas.microsoft.com/office/drawing/2014/main" id="{E8D1F851-F67C-46EB-9739-ED03E1692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5" name="Line 38">
                <a:extLst>
                  <a:ext uri="{FF2B5EF4-FFF2-40B4-BE49-F238E27FC236}">
                    <a16:creationId xmlns:a16="http://schemas.microsoft.com/office/drawing/2014/main" id="{2C2012B4-FBDE-4CB0-8524-8FB7E627E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6" name="Line 39">
                <a:extLst>
                  <a:ext uri="{FF2B5EF4-FFF2-40B4-BE49-F238E27FC236}">
                    <a16:creationId xmlns:a16="http://schemas.microsoft.com/office/drawing/2014/main" id="{D5E1BBDB-1F86-4EEC-B5B1-37DFFE9EB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7" name="Line 40">
                <a:extLst>
                  <a:ext uri="{FF2B5EF4-FFF2-40B4-BE49-F238E27FC236}">
                    <a16:creationId xmlns:a16="http://schemas.microsoft.com/office/drawing/2014/main" id="{73E13397-5EE8-4349-848B-869663D96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49" name="Group 41">
              <a:extLst>
                <a:ext uri="{FF2B5EF4-FFF2-40B4-BE49-F238E27FC236}">
                  <a16:creationId xmlns:a16="http://schemas.microsoft.com/office/drawing/2014/main" id="{016BB563-6405-4A3F-B325-6F52F17D3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1824"/>
              <a:ext cx="1513" cy="202"/>
              <a:chOff x="2976" y="2680"/>
              <a:chExt cx="1872" cy="296"/>
            </a:xfrm>
          </p:grpSpPr>
          <p:sp>
            <p:nvSpPr>
              <p:cNvPr id="34942" name="Rectangle 42">
                <a:extLst>
                  <a:ext uri="{FF2B5EF4-FFF2-40B4-BE49-F238E27FC236}">
                    <a16:creationId xmlns:a16="http://schemas.microsoft.com/office/drawing/2014/main" id="{83E03C15-26FE-447A-B8CA-19DE5D4BB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43" name="Text Box 43">
                <a:extLst>
                  <a:ext uri="{FF2B5EF4-FFF2-40B4-BE49-F238E27FC236}">
                    <a16:creationId xmlns:a16="http://schemas.microsoft.com/office/drawing/2014/main" id="{35DAEE8E-7989-4FEF-B2B4-EE66D41218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30</a:t>
                </a:r>
              </a:p>
            </p:txBody>
          </p:sp>
          <p:sp>
            <p:nvSpPr>
              <p:cNvPr id="34944" name="Text Box 44">
                <a:extLst>
                  <a:ext uri="{FF2B5EF4-FFF2-40B4-BE49-F238E27FC236}">
                    <a16:creationId xmlns:a16="http://schemas.microsoft.com/office/drawing/2014/main" id="{73CAFD3F-0BEB-42F0-A527-FB343D9FF7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11</a:t>
                </a:r>
              </a:p>
            </p:txBody>
          </p:sp>
          <p:sp>
            <p:nvSpPr>
              <p:cNvPr id="34945" name="Text Box 45">
                <a:extLst>
                  <a:ext uri="{FF2B5EF4-FFF2-40B4-BE49-F238E27FC236}">
                    <a16:creationId xmlns:a16="http://schemas.microsoft.com/office/drawing/2014/main" id="{1C209CCA-911D-4E15-B159-309204134E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46" name="Text Box 46">
                <a:extLst>
                  <a:ext uri="{FF2B5EF4-FFF2-40B4-BE49-F238E27FC236}">
                    <a16:creationId xmlns:a16="http://schemas.microsoft.com/office/drawing/2014/main" id="{32C83439-A0D3-4770-A675-65982AEFA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47" name="Line 47">
                <a:extLst>
                  <a:ext uri="{FF2B5EF4-FFF2-40B4-BE49-F238E27FC236}">
                    <a16:creationId xmlns:a16="http://schemas.microsoft.com/office/drawing/2014/main" id="{14E762E7-AD77-451E-B2D4-5AD9E9BDA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8" name="Line 48">
                <a:extLst>
                  <a:ext uri="{FF2B5EF4-FFF2-40B4-BE49-F238E27FC236}">
                    <a16:creationId xmlns:a16="http://schemas.microsoft.com/office/drawing/2014/main" id="{DEF667B8-14DB-4A48-9DCE-3128139F1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9" name="Line 49">
                <a:extLst>
                  <a:ext uri="{FF2B5EF4-FFF2-40B4-BE49-F238E27FC236}">
                    <a16:creationId xmlns:a16="http://schemas.microsoft.com/office/drawing/2014/main" id="{E74DCDEC-9AEE-490E-906F-7A3FC41D5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0" name="Line 50">
                <a:extLst>
                  <a:ext uri="{FF2B5EF4-FFF2-40B4-BE49-F238E27FC236}">
                    <a16:creationId xmlns:a16="http://schemas.microsoft.com/office/drawing/2014/main" id="{770F80E2-B399-4C7F-8D36-30CC1C7ED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1" name="Line 51">
                <a:extLst>
                  <a:ext uri="{FF2B5EF4-FFF2-40B4-BE49-F238E27FC236}">
                    <a16:creationId xmlns:a16="http://schemas.microsoft.com/office/drawing/2014/main" id="{CF75FAEF-BFB8-4C98-BE0F-18C0C31FA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2" name="Line 52">
                <a:extLst>
                  <a:ext uri="{FF2B5EF4-FFF2-40B4-BE49-F238E27FC236}">
                    <a16:creationId xmlns:a16="http://schemas.microsoft.com/office/drawing/2014/main" id="{D446F1D9-588C-4D33-840B-FB47C0C7D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3" name="Line 53">
                <a:extLst>
                  <a:ext uri="{FF2B5EF4-FFF2-40B4-BE49-F238E27FC236}">
                    <a16:creationId xmlns:a16="http://schemas.microsoft.com/office/drawing/2014/main" id="{364EB35C-A00C-493D-83BA-929595D5C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4" name="Line 54">
                <a:extLst>
                  <a:ext uri="{FF2B5EF4-FFF2-40B4-BE49-F238E27FC236}">
                    <a16:creationId xmlns:a16="http://schemas.microsoft.com/office/drawing/2014/main" id="{5284B6C2-3F20-4483-9F8F-ED63C941A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0" name="Group 55">
              <a:extLst>
                <a:ext uri="{FF2B5EF4-FFF2-40B4-BE49-F238E27FC236}">
                  <a16:creationId xmlns:a16="http://schemas.microsoft.com/office/drawing/2014/main" id="{6C23C80A-66D4-48A4-A306-7CE85272BF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2400"/>
              <a:ext cx="1513" cy="202"/>
              <a:chOff x="2976" y="2680"/>
              <a:chExt cx="1872" cy="296"/>
            </a:xfrm>
          </p:grpSpPr>
          <p:sp>
            <p:nvSpPr>
              <p:cNvPr id="34929" name="Rectangle 56">
                <a:extLst>
                  <a:ext uri="{FF2B5EF4-FFF2-40B4-BE49-F238E27FC236}">
                    <a16:creationId xmlns:a16="http://schemas.microsoft.com/office/drawing/2014/main" id="{DC149A46-EC7A-4807-BB70-F8928CAE6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30" name="Text Box 57">
                <a:extLst>
                  <a:ext uri="{FF2B5EF4-FFF2-40B4-BE49-F238E27FC236}">
                    <a16:creationId xmlns:a16="http://schemas.microsoft.com/office/drawing/2014/main" id="{4403F837-1A1A-4B46-9473-D1D4F084C6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44</a:t>
                </a:r>
              </a:p>
            </p:txBody>
          </p:sp>
          <p:sp>
            <p:nvSpPr>
              <p:cNvPr id="34931" name="Text Box 58">
                <a:extLst>
                  <a:ext uri="{FF2B5EF4-FFF2-40B4-BE49-F238E27FC236}">
                    <a16:creationId xmlns:a16="http://schemas.microsoft.com/office/drawing/2014/main" id="{95B803CF-8278-4F6F-B08B-8BCFD9AE52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34932" name="Text Box 59">
                <a:extLst>
                  <a:ext uri="{FF2B5EF4-FFF2-40B4-BE49-F238E27FC236}">
                    <a16:creationId xmlns:a16="http://schemas.microsoft.com/office/drawing/2014/main" id="{04D7F5D1-4B18-4C34-86C7-ECF37C8628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33" name="Text Box 60">
                <a:extLst>
                  <a:ext uri="{FF2B5EF4-FFF2-40B4-BE49-F238E27FC236}">
                    <a16:creationId xmlns:a16="http://schemas.microsoft.com/office/drawing/2014/main" id="{C5887F7E-43CE-4621-978F-04D9FE967E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34" name="Line 61">
                <a:extLst>
                  <a:ext uri="{FF2B5EF4-FFF2-40B4-BE49-F238E27FC236}">
                    <a16:creationId xmlns:a16="http://schemas.microsoft.com/office/drawing/2014/main" id="{E42642AC-2C01-4AB0-807A-8795AE473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5" name="Line 62">
                <a:extLst>
                  <a:ext uri="{FF2B5EF4-FFF2-40B4-BE49-F238E27FC236}">
                    <a16:creationId xmlns:a16="http://schemas.microsoft.com/office/drawing/2014/main" id="{7DDE554C-0724-4591-834D-0B77A1EC4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6" name="Line 63">
                <a:extLst>
                  <a:ext uri="{FF2B5EF4-FFF2-40B4-BE49-F238E27FC236}">
                    <a16:creationId xmlns:a16="http://schemas.microsoft.com/office/drawing/2014/main" id="{B20D62F6-A702-49FB-9D1A-80DAAB5C5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7" name="Line 64">
                <a:extLst>
                  <a:ext uri="{FF2B5EF4-FFF2-40B4-BE49-F238E27FC236}">
                    <a16:creationId xmlns:a16="http://schemas.microsoft.com/office/drawing/2014/main" id="{08BE9747-147B-4562-8AB1-BE95622ED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8" name="Line 65">
                <a:extLst>
                  <a:ext uri="{FF2B5EF4-FFF2-40B4-BE49-F238E27FC236}">
                    <a16:creationId xmlns:a16="http://schemas.microsoft.com/office/drawing/2014/main" id="{1533840D-E31D-4560-9A6A-55413DD3F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9" name="Line 66">
                <a:extLst>
                  <a:ext uri="{FF2B5EF4-FFF2-40B4-BE49-F238E27FC236}">
                    <a16:creationId xmlns:a16="http://schemas.microsoft.com/office/drawing/2014/main" id="{8069981A-3947-456C-B870-BBF3E2BB5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0" name="Line 67">
                <a:extLst>
                  <a:ext uri="{FF2B5EF4-FFF2-40B4-BE49-F238E27FC236}">
                    <a16:creationId xmlns:a16="http://schemas.microsoft.com/office/drawing/2014/main" id="{DF255A7C-F78E-4504-94D6-AD9234F49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1" name="Line 68">
                <a:extLst>
                  <a:ext uri="{FF2B5EF4-FFF2-40B4-BE49-F238E27FC236}">
                    <a16:creationId xmlns:a16="http://schemas.microsoft.com/office/drawing/2014/main" id="{DE722D29-A495-4155-8FAC-12819F60E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1" name="Group 69">
              <a:extLst>
                <a:ext uri="{FF2B5EF4-FFF2-40B4-BE49-F238E27FC236}">
                  <a16:creationId xmlns:a16="http://schemas.microsoft.com/office/drawing/2014/main" id="{9E9799E0-53AB-4CAE-8D50-C8448DC6C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688"/>
              <a:ext cx="1513" cy="202"/>
              <a:chOff x="2976" y="2680"/>
              <a:chExt cx="1872" cy="296"/>
            </a:xfrm>
          </p:grpSpPr>
          <p:sp>
            <p:nvSpPr>
              <p:cNvPr id="34916" name="Rectangle 70">
                <a:extLst>
                  <a:ext uri="{FF2B5EF4-FFF2-40B4-BE49-F238E27FC236}">
                    <a16:creationId xmlns:a16="http://schemas.microsoft.com/office/drawing/2014/main" id="{8A0C4521-FC09-4764-BDD3-28C7BD446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17" name="Text Box 71">
                <a:extLst>
                  <a:ext uri="{FF2B5EF4-FFF2-40B4-BE49-F238E27FC236}">
                    <a16:creationId xmlns:a16="http://schemas.microsoft.com/office/drawing/2014/main" id="{FB50E312-A44E-4D15-8286-48607A32CF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34918" name="Text Box 72">
                <a:extLst>
                  <a:ext uri="{FF2B5EF4-FFF2-40B4-BE49-F238E27FC236}">
                    <a16:creationId xmlns:a16="http://schemas.microsoft.com/office/drawing/2014/main" id="{EEE8E9CC-E2AD-4FFB-AB22-223E43535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34919" name="Text Box 73">
                <a:extLst>
                  <a:ext uri="{FF2B5EF4-FFF2-40B4-BE49-F238E27FC236}">
                    <a16:creationId xmlns:a16="http://schemas.microsoft.com/office/drawing/2014/main" id="{A0DE753E-4923-4BA4-94BF-13109DE7B1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34920" name="Text Box 74">
                <a:extLst>
                  <a:ext uri="{FF2B5EF4-FFF2-40B4-BE49-F238E27FC236}">
                    <a16:creationId xmlns:a16="http://schemas.microsoft.com/office/drawing/2014/main" id="{AB28E0DC-4160-4DA8-8723-22641942FD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21" name="Line 75">
                <a:extLst>
                  <a:ext uri="{FF2B5EF4-FFF2-40B4-BE49-F238E27FC236}">
                    <a16:creationId xmlns:a16="http://schemas.microsoft.com/office/drawing/2014/main" id="{56772FC8-C76E-4972-B728-11158454BA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2" name="Line 76">
                <a:extLst>
                  <a:ext uri="{FF2B5EF4-FFF2-40B4-BE49-F238E27FC236}">
                    <a16:creationId xmlns:a16="http://schemas.microsoft.com/office/drawing/2014/main" id="{1C76E2DF-EE22-458C-B450-338830993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3" name="Line 77">
                <a:extLst>
                  <a:ext uri="{FF2B5EF4-FFF2-40B4-BE49-F238E27FC236}">
                    <a16:creationId xmlns:a16="http://schemas.microsoft.com/office/drawing/2014/main" id="{D9C9F237-933B-4B09-8979-9FFF9A6B5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4" name="Line 78">
                <a:extLst>
                  <a:ext uri="{FF2B5EF4-FFF2-40B4-BE49-F238E27FC236}">
                    <a16:creationId xmlns:a16="http://schemas.microsoft.com/office/drawing/2014/main" id="{630B7C55-6F69-4BBB-AF21-0C32AD5646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5" name="Line 79">
                <a:extLst>
                  <a:ext uri="{FF2B5EF4-FFF2-40B4-BE49-F238E27FC236}">
                    <a16:creationId xmlns:a16="http://schemas.microsoft.com/office/drawing/2014/main" id="{FAEA5FD6-CD0B-4507-B256-8E50259AE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6" name="Line 80">
                <a:extLst>
                  <a:ext uri="{FF2B5EF4-FFF2-40B4-BE49-F238E27FC236}">
                    <a16:creationId xmlns:a16="http://schemas.microsoft.com/office/drawing/2014/main" id="{36344124-0541-41BC-A6E4-86786C113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7" name="Line 81">
                <a:extLst>
                  <a:ext uri="{FF2B5EF4-FFF2-40B4-BE49-F238E27FC236}">
                    <a16:creationId xmlns:a16="http://schemas.microsoft.com/office/drawing/2014/main" id="{BEA8B4A8-C99E-42F6-972C-5960351BD0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8" name="Line 82">
                <a:extLst>
                  <a:ext uri="{FF2B5EF4-FFF2-40B4-BE49-F238E27FC236}">
                    <a16:creationId xmlns:a16="http://schemas.microsoft.com/office/drawing/2014/main" id="{F0F8C4D4-00DF-4DC7-A06B-3D42C174B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2" name="Group 83">
              <a:extLst>
                <a:ext uri="{FF2B5EF4-FFF2-40B4-BE49-F238E27FC236}">
                  <a16:creationId xmlns:a16="http://schemas.microsoft.com/office/drawing/2014/main" id="{8A5E67B7-E171-4FE9-9750-FE58D47B3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3" y="2160"/>
              <a:ext cx="1513" cy="202"/>
              <a:chOff x="2976" y="2680"/>
              <a:chExt cx="1872" cy="296"/>
            </a:xfrm>
          </p:grpSpPr>
          <p:sp>
            <p:nvSpPr>
              <p:cNvPr id="34903" name="Rectangle 84">
                <a:extLst>
                  <a:ext uri="{FF2B5EF4-FFF2-40B4-BE49-F238E27FC236}">
                    <a16:creationId xmlns:a16="http://schemas.microsoft.com/office/drawing/2014/main" id="{C76900EF-EA79-4DAE-A806-1565F5CDD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04" name="Text Box 85">
                <a:extLst>
                  <a:ext uri="{FF2B5EF4-FFF2-40B4-BE49-F238E27FC236}">
                    <a16:creationId xmlns:a16="http://schemas.microsoft.com/office/drawing/2014/main" id="{4765E146-1A87-4E7E-A5E5-172F429FB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84</a:t>
                </a:r>
              </a:p>
            </p:txBody>
          </p:sp>
          <p:sp>
            <p:nvSpPr>
              <p:cNvPr id="34905" name="Text Box 86">
                <a:extLst>
                  <a:ext uri="{FF2B5EF4-FFF2-40B4-BE49-F238E27FC236}">
                    <a16:creationId xmlns:a16="http://schemas.microsoft.com/office/drawing/2014/main" id="{9500E54A-D76E-42F3-B9B4-43BD80CCDF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79</a:t>
                </a:r>
              </a:p>
            </p:txBody>
          </p:sp>
          <p:sp>
            <p:nvSpPr>
              <p:cNvPr id="34906" name="Text Box 87">
                <a:extLst>
                  <a:ext uri="{FF2B5EF4-FFF2-40B4-BE49-F238E27FC236}">
                    <a16:creationId xmlns:a16="http://schemas.microsoft.com/office/drawing/2014/main" id="{1CFF4F2D-6569-40B2-9BF7-00BC8BC968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93</a:t>
                </a:r>
              </a:p>
            </p:txBody>
          </p:sp>
          <p:sp>
            <p:nvSpPr>
              <p:cNvPr id="34907" name="Text Box 88">
                <a:extLst>
                  <a:ext uri="{FF2B5EF4-FFF2-40B4-BE49-F238E27FC236}">
                    <a16:creationId xmlns:a16="http://schemas.microsoft.com/office/drawing/2014/main" id="{7DC42980-36C2-4AA0-AE53-14AD016A8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08" name="Line 89">
                <a:extLst>
                  <a:ext uri="{FF2B5EF4-FFF2-40B4-BE49-F238E27FC236}">
                    <a16:creationId xmlns:a16="http://schemas.microsoft.com/office/drawing/2014/main" id="{425511BF-475E-4BA0-88D9-9E2F1B45D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9" name="Line 90">
                <a:extLst>
                  <a:ext uri="{FF2B5EF4-FFF2-40B4-BE49-F238E27FC236}">
                    <a16:creationId xmlns:a16="http://schemas.microsoft.com/office/drawing/2014/main" id="{D52079DE-EE0B-4102-8B03-30F96E412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0" name="Line 91">
                <a:extLst>
                  <a:ext uri="{FF2B5EF4-FFF2-40B4-BE49-F238E27FC236}">
                    <a16:creationId xmlns:a16="http://schemas.microsoft.com/office/drawing/2014/main" id="{7CCF9B53-6F87-4992-90D5-B7FF00073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1" name="Line 92">
                <a:extLst>
                  <a:ext uri="{FF2B5EF4-FFF2-40B4-BE49-F238E27FC236}">
                    <a16:creationId xmlns:a16="http://schemas.microsoft.com/office/drawing/2014/main" id="{B2FBD4DB-DA85-44EA-81DA-80B2E4107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2" name="Line 93">
                <a:extLst>
                  <a:ext uri="{FF2B5EF4-FFF2-40B4-BE49-F238E27FC236}">
                    <a16:creationId xmlns:a16="http://schemas.microsoft.com/office/drawing/2014/main" id="{AC4F9049-4D6D-4B44-85EB-0D4F6F1E4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3" name="Line 94">
                <a:extLst>
                  <a:ext uri="{FF2B5EF4-FFF2-40B4-BE49-F238E27FC236}">
                    <a16:creationId xmlns:a16="http://schemas.microsoft.com/office/drawing/2014/main" id="{F59C9EF6-0246-439C-808E-4D11F6AE6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4" name="Line 95">
                <a:extLst>
                  <a:ext uri="{FF2B5EF4-FFF2-40B4-BE49-F238E27FC236}">
                    <a16:creationId xmlns:a16="http://schemas.microsoft.com/office/drawing/2014/main" id="{F4DEC3BF-10E9-45D5-9525-4D06BA549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5" name="Line 96">
                <a:extLst>
                  <a:ext uri="{FF2B5EF4-FFF2-40B4-BE49-F238E27FC236}">
                    <a16:creationId xmlns:a16="http://schemas.microsoft.com/office/drawing/2014/main" id="{32FF8009-2284-4FB1-8299-140C68F92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3" name="Group 97">
              <a:extLst>
                <a:ext uri="{FF2B5EF4-FFF2-40B4-BE49-F238E27FC236}">
                  <a16:creationId xmlns:a16="http://schemas.microsoft.com/office/drawing/2014/main" id="{B65E26C2-258C-4342-8C69-4216FFEE76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2448"/>
              <a:ext cx="1513" cy="202"/>
              <a:chOff x="2976" y="2680"/>
              <a:chExt cx="1872" cy="296"/>
            </a:xfrm>
          </p:grpSpPr>
          <p:sp>
            <p:nvSpPr>
              <p:cNvPr id="34890" name="Rectangle 98">
                <a:extLst>
                  <a:ext uri="{FF2B5EF4-FFF2-40B4-BE49-F238E27FC236}">
                    <a16:creationId xmlns:a16="http://schemas.microsoft.com/office/drawing/2014/main" id="{C0E659F6-0EBB-4755-8CAA-06C378E3C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91" name="Text Box 99">
                <a:extLst>
                  <a:ext uri="{FF2B5EF4-FFF2-40B4-BE49-F238E27FC236}">
                    <a16:creationId xmlns:a16="http://schemas.microsoft.com/office/drawing/2014/main" id="{A07D4EED-5B7C-4C60-AAEB-2C7549702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69</a:t>
                </a:r>
              </a:p>
            </p:txBody>
          </p:sp>
          <p:sp>
            <p:nvSpPr>
              <p:cNvPr id="34892" name="Text Box 100">
                <a:extLst>
                  <a:ext uri="{FF2B5EF4-FFF2-40B4-BE49-F238E27FC236}">
                    <a16:creationId xmlns:a16="http://schemas.microsoft.com/office/drawing/2014/main" id="{67ABFA8C-C9B3-4CA4-9D3B-F728C98333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68</a:t>
                </a:r>
              </a:p>
            </p:txBody>
          </p:sp>
          <p:sp>
            <p:nvSpPr>
              <p:cNvPr id="34893" name="Text Box 101">
                <a:extLst>
                  <a:ext uri="{FF2B5EF4-FFF2-40B4-BE49-F238E27FC236}">
                    <a16:creationId xmlns:a16="http://schemas.microsoft.com/office/drawing/2014/main" id="{E4CD90C4-ADB7-4001-8866-55B76A2E04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71</a:t>
                </a:r>
              </a:p>
            </p:txBody>
          </p:sp>
          <p:sp>
            <p:nvSpPr>
              <p:cNvPr id="34894" name="Text Box 102">
                <a:extLst>
                  <a:ext uri="{FF2B5EF4-FFF2-40B4-BE49-F238E27FC236}">
                    <a16:creationId xmlns:a16="http://schemas.microsoft.com/office/drawing/2014/main" id="{1E2D9495-6BA6-4727-9118-4117A02B1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76</a:t>
                </a:r>
              </a:p>
            </p:txBody>
          </p:sp>
          <p:sp>
            <p:nvSpPr>
              <p:cNvPr id="34895" name="Line 103">
                <a:extLst>
                  <a:ext uri="{FF2B5EF4-FFF2-40B4-BE49-F238E27FC236}">
                    <a16:creationId xmlns:a16="http://schemas.microsoft.com/office/drawing/2014/main" id="{5089E12E-8D3C-4BBD-9AAA-BC31352FA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6" name="Line 104">
                <a:extLst>
                  <a:ext uri="{FF2B5EF4-FFF2-40B4-BE49-F238E27FC236}">
                    <a16:creationId xmlns:a16="http://schemas.microsoft.com/office/drawing/2014/main" id="{6A3B3483-3BA8-44F0-A703-7275D911A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7" name="Line 105">
                <a:extLst>
                  <a:ext uri="{FF2B5EF4-FFF2-40B4-BE49-F238E27FC236}">
                    <a16:creationId xmlns:a16="http://schemas.microsoft.com/office/drawing/2014/main" id="{5664230A-0E5B-4A69-BC9E-47672C8F9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8" name="Line 106">
                <a:extLst>
                  <a:ext uri="{FF2B5EF4-FFF2-40B4-BE49-F238E27FC236}">
                    <a16:creationId xmlns:a16="http://schemas.microsoft.com/office/drawing/2014/main" id="{98E7AB08-D2A0-4739-B036-A4DA3D82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9" name="Line 107">
                <a:extLst>
                  <a:ext uri="{FF2B5EF4-FFF2-40B4-BE49-F238E27FC236}">
                    <a16:creationId xmlns:a16="http://schemas.microsoft.com/office/drawing/2014/main" id="{B3358B18-4159-4450-819E-048A621C8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0" name="Line 108">
                <a:extLst>
                  <a:ext uri="{FF2B5EF4-FFF2-40B4-BE49-F238E27FC236}">
                    <a16:creationId xmlns:a16="http://schemas.microsoft.com/office/drawing/2014/main" id="{E0197C01-89B5-4E19-AD09-82AF5ACA7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1" name="Line 109">
                <a:extLst>
                  <a:ext uri="{FF2B5EF4-FFF2-40B4-BE49-F238E27FC236}">
                    <a16:creationId xmlns:a16="http://schemas.microsoft.com/office/drawing/2014/main" id="{31E72362-5456-41E0-B6EA-A3E9939AC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2" name="Line 110">
                <a:extLst>
                  <a:ext uri="{FF2B5EF4-FFF2-40B4-BE49-F238E27FC236}">
                    <a16:creationId xmlns:a16="http://schemas.microsoft.com/office/drawing/2014/main" id="{0F7AB4EF-867E-45AC-AFE1-BA8DAE512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4" name="Group 111">
              <a:extLst>
                <a:ext uri="{FF2B5EF4-FFF2-40B4-BE49-F238E27FC236}">
                  <a16:creationId xmlns:a16="http://schemas.microsoft.com/office/drawing/2014/main" id="{F9D5385A-558A-453E-B4B6-BBF8E56D5A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3024"/>
              <a:ext cx="1513" cy="202"/>
              <a:chOff x="2976" y="2680"/>
              <a:chExt cx="1872" cy="296"/>
            </a:xfrm>
          </p:grpSpPr>
          <p:sp>
            <p:nvSpPr>
              <p:cNvPr id="34877" name="Rectangle 112">
                <a:extLst>
                  <a:ext uri="{FF2B5EF4-FFF2-40B4-BE49-F238E27FC236}">
                    <a16:creationId xmlns:a16="http://schemas.microsoft.com/office/drawing/2014/main" id="{CAC34BE9-B507-4FBF-9C90-6086862DF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78" name="Text Box 113">
                <a:extLst>
                  <a:ext uri="{FF2B5EF4-FFF2-40B4-BE49-F238E27FC236}">
                    <a16:creationId xmlns:a16="http://schemas.microsoft.com/office/drawing/2014/main" id="{4C56A744-8CAA-4B40-82E2-530CAB034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54</a:t>
                </a:r>
              </a:p>
            </p:txBody>
          </p:sp>
          <p:sp>
            <p:nvSpPr>
              <p:cNvPr id="34879" name="Text Box 114">
                <a:extLst>
                  <a:ext uri="{FF2B5EF4-FFF2-40B4-BE49-F238E27FC236}">
                    <a16:creationId xmlns:a16="http://schemas.microsoft.com/office/drawing/2014/main" id="{C4A18027-891E-4067-ACF6-568C36FA31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53</a:t>
                </a:r>
              </a:p>
            </p:txBody>
          </p:sp>
          <p:sp>
            <p:nvSpPr>
              <p:cNvPr id="34880" name="Text Box 115">
                <a:extLst>
                  <a:ext uri="{FF2B5EF4-FFF2-40B4-BE49-F238E27FC236}">
                    <a16:creationId xmlns:a16="http://schemas.microsoft.com/office/drawing/2014/main" id="{7BF3ED06-C54C-4B8A-AC18-4540E0723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57</a:t>
                </a:r>
              </a:p>
            </p:txBody>
          </p:sp>
          <p:sp>
            <p:nvSpPr>
              <p:cNvPr id="34881" name="Text Box 116">
                <a:extLst>
                  <a:ext uri="{FF2B5EF4-FFF2-40B4-BE49-F238E27FC236}">
                    <a16:creationId xmlns:a16="http://schemas.microsoft.com/office/drawing/2014/main" id="{5C4F7930-5C4D-4B3D-B5E1-B100483D89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34882" name="Line 117">
                <a:extLst>
                  <a:ext uri="{FF2B5EF4-FFF2-40B4-BE49-F238E27FC236}">
                    <a16:creationId xmlns:a16="http://schemas.microsoft.com/office/drawing/2014/main" id="{A1BB5B3F-0ED1-48D8-879A-00B0898F0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3" name="Line 118">
                <a:extLst>
                  <a:ext uri="{FF2B5EF4-FFF2-40B4-BE49-F238E27FC236}">
                    <a16:creationId xmlns:a16="http://schemas.microsoft.com/office/drawing/2014/main" id="{3F4FF411-47E2-4B8F-B622-222E44C48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4" name="Line 119">
                <a:extLst>
                  <a:ext uri="{FF2B5EF4-FFF2-40B4-BE49-F238E27FC236}">
                    <a16:creationId xmlns:a16="http://schemas.microsoft.com/office/drawing/2014/main" id="{416721CE-28BB-459D-BC03-85D039574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5" name="Line 120">
                <a:extLst>
                  <a:ext uri="{FF2B5EF4-FFF2-40B4-BE49-F238E27FC236}">
                    <a16:creationId xmlns:a16="http://schemas.microsoft.com/office/drawing/2014/main" id="{B33A0A51-ED1A-4721-B406-4027797A5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6" name="Line 121">
                <a:extLst>
                  <a:ext uri="{FF2B5EF4-FFF2-40B4-BE49-F238E27FC236}">
                    <a16:creationId xmlns:a16="http://schemas.microsoft.com/office/drawing/2014/main" id="{0849FE5F-7101-4033-A38E-572D91C1B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7" name="Line 122">
                <a:extLst>
                  <a:ext uri="{FF2B5EF4-FFF2-40B4-BE49-F238E27FC236}">
                    <a16:creationId xmlns:a16="http://schemas.microsoft.com/office/drawing/2014/main" id="{1EB5A28E-66D4-4CD8-AFAC-E4619A5F8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8" name="Line 123">
                <a:extLst>
                  <a:ext uri="{FF2B5EF4-FFF2-40B4-BE49-F238E27FC236}">
                    <a16:creationId xmlns:a16="http://schemas.microsoft.com/office/drawing/2014/main" id="{F8536C4A-2E76-4C3E-9AB8-3A47B6060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9" name="Line 124">
                <a:extLst>
                  <a:ext uri="{FF2B5EF4-FFF2-40B4-BE49-F238E27FC236}">
                    <a16:creationId xmlns:a16="http://schemas.microsoft.com/office/drawing/2014/main" id="{28E17875-2C60-443B-9B55-1ACD01756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5" name="Group 125">
              <a:extLst>
                <a:ext uri="{FF2B5EF4-FFF2-40B4-BE49-F238E27FC236}">
                  <a16:creationId xmlns:a16="http://schemas.microsoft.com/office/drawing/2014/main" id="{DABDDF50-BD38-42BA-A764-069CFDA36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" y="3072"/>
              <a:ext cx="1513" cy="202"/>
              <a:chOff x="2976" y="2680"/>
              <a:chExt cx="1872" cy="296"/>
            </a:xfrm>
          </p:grpSpPr>
          <p:sp>
            <p:nvSpPr>
              <p:cNvPr id="34864" name="Rectangle 126">
                <a:extLst>
                  <a:ext uri="{FF2B5EF4-FFF2-40B4-BE49-F238E27FC236}">
                    <a16:creationId xmlns:a16="http://schemas.microsoft.com/office/drawing/2014/main" id="{34630194-0603-4D79-92DB-0BB4927E1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65" name="Text Box 127">
                <a:extLst>
                  <a:ext uri="{FF2B5EF4-FFF2-40B4-BE49-F238E27FC236}">
                    <a16:creationId xmlns:a16="http://schemas.microsoft.com/office/drawing/2014/main" id="{8B376F94-A6AA-42C7-BA4B-7F70CEECD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</a:t>
                </a:r>
              </a:p>
            </p:txBody>
          </p:sp>
          <p:sp>
            <p:nvSpPr>
              <p:cNvPr id="34866" name="Text Box 128">
                <a:extLst>
                  <a:ext uri="{FF2B5EF4-FFF2-40B4-BE49-F238E27FC236}">
                    <a16:creationId xmlns:a16="http://schemas.microsoft.com/office/drawing/2014/main" id="{8B79716B-AA31-429A-8EBC-AC89326FA3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34867" name="Text Box 129">
                <a:extLst>
                  <a:ext uri="{FF2B5EF4-FFF2-40B4-BE49-F238E27FC236}">
                    <a16:creationId xmlns:a16="http://schemas.microsoft.com/office/drawing/2014/main" id="{5913B8DD-B363-49F5-886B-099A17786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68" name="Text Box 130">
                <a:extLst>
                  <a:ext uri="{FF2B5EF4-FFF2-40B4-BE49-F238E27FC236}">
                    <a16:creationId xmlns:a16="http://schemas.microsoft.com/office/drawing/2014/main" id="{DCE9E9FC-3A23-4D57-BA5F-8B3DE8289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69" name="Line 131">
                <a:extLst>
                  <a:ext uri="{FF2B5EF4-FFF2-40B4-BE49-F238E27FC236}">
                    <a16:creationId xmlns:a16="http://schemas.microsoft.com/office/drawing/2014/main" id="{1CC18A74-9334-49DC-BF0D-BC32244FE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0" name="Line 132">
                <a:extLst>
                  <a:ext uri="{FF2B5EF4-FFF2-40B4-BE49-F238E27FC236}">
                    <a16:creationId xmlns:a16="http://schemas.microsoft.com/office/drawing/2014/main" id="{315C11EE-F8C1-410D-8450-72DF9FC62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1" name="Line 133">
                <a:extLst>
                  <a:ext uri="{FF2B5EF4-FFF2-40B4-BE49-F238E27FC236}">
                    <a16:creationId xmlns:a16="http://schemas.microsoft.com/office/drawing/2014/main" id="{0A842E6F-9B01-48ED-BD4E-C7A282C44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2" name="Line 134">
                <a:extLst>
                  <a:ext uri="{FF2B5EF4-FFF2-40B4-BE49-F238E27FC236}">
                    <a16:creationId xmlns:a16="http://schemas.microsoft.com/office/drawing/2014/main" id="{7607B0A9-1CE3-4F80-985E-3C0AA0473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3" name="Line 135">
                <a:extLst>
                  <a:ext uri="{FF2B5EF4-FFF2-40B4-BE49-F238E27FC236}">
                    <a16:creationId xmlns:a16="http://schemas.microsoft.com/office/drawing/2014/main" id="{F670F2EE-D813-412E-A74B-A4CDC01FE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4" name="Line 136">
                <a:extLst>
                  <a:ext uri="{FF2B5EF4-FFF2-40B4-BE49-F238E27FC236}">
                    <a16:creationId xmlns:a16="http://schemas.microsoft.com/office/drawing/2014/main" id="{420561AC-CE39-4906-A766-CBCB42215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5" name="Line 137">
                <a:extLst>
                  <a:ext uri="{FF2B5EF4-FFF2-40B4-BE49-F238E27FC236}">
                    <a16:creationId xmlns:a16="http://schemas.microsoft.com/office/drawing/2014/main" id="{A36D56D6-3BB1-43C4-A092-F138078B2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6" name="Line 138">
                <a:extLst>
                  <a:ext uri="{FF2B5EF4-FFF2-40B4-BE49-F238E27FC236}">
                    <a16:creationId xmlns:a16="http://schemas.microsoft.com/office/drawing/2014/main" id="{3972CA22-16CF-49AC-8AD8-DAE5C51DF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4856" name="Line 139">
              <a:extLst>
                <a:ext uri="{FF2B5EF4-FFF2-40B4-BE49-F238E27FC236}">
                  <a16:creationId xmlns:a16="http://schemas.microsoft.com/office/drawing/2014/main" id="{207FCA85-29BD-456E-8012-7BA114B89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5" y="1488"/>
              <a:ext cx="1056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57" name="Line 140">
              <a:extLst>
                <a:ext uri="{FF2B5EF4-FFF2-40B4-BE49-F238E27FC236}">
                  <a16:creationId xmlns:a16="http://schemas.microsoft.com/office/drawing/2014/main" id="{686F6D54-0B28-401B-B419-293E5A1CC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1488"/>
              <a:ext cx="384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58" name="Line 141">
              <a:extLst>
                <a:ext uri="{FF2B5EF4-FFF2-40B4-BE49-F238E27FC236}">
                  <a16:creationId xmlns:a16="http://schemas.microsoft.com/office/drawing/2014/main" id="{F9EAF967-5E8C-4517-BA3F-11A62FADB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1" y="1968"/>
              <a:ext cx="336" cy="11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59" name="Line 142">
              <a:extLst>
                <a:ext uri="{FF2B5EF4-FFF2-40B4-BE49-F238E27FC236}">
                  <a16:creationId xmlns:a16="http://schemas.microsoft.com/office/drawing/2014/main" id="{2FEA8715-B070-4DDB-86D6-9A0B9AF08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1" y="1968"/>
              <a:ext cx="144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0" name="Line 143">
              <a:extLst>
                <a:ext uri="{FF2B5EF4-FFF2-40B4-BE49-F238E27FC236}">
                  <a16:creationId xmlns:a16="http://schemas.microsoft.com/office/drawing/2014/main" id="{ECF0F64C-4CCE-4713-9A87-454875029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1968"/>
              <a:ext cx="192" cy="4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1" name="Line 144">
              <a:extLst>
                <a:ext uri="{FF2B5EF4-FFF2-40B4-BE49-F238E27FC236}">
                  <a16:creationId xmlns:a16="http://schemas.microsoft.com/office/drawing/2014/main" id="{016B1EF2-B1DB-4181-915D-5E7870BC9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968"/>
              <a:ext cx="288" cy="52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2" name="Line 145">
              <a:extLst>
                <a:ext uri="{FF2B5EF4-FFF2-40B4-BE49-F238E27FC236}">
                  <a16:creationId xmlns:a16="http://schemas.microsoft.com/office/drawing/2014/main" id="{AC2453F1-C15D-492E-A4F3-5766DDB22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" y="1968"/>
              <a:ext cx="336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3" name="Freeform 146">
              <a:extLst>
                <a:ext uri="{FF2B5EF4-FFF2-40B4-BE49-F238E27FC236}">
                  <a16:creationId xmlns:a16="http://schemas.microsoft.com/office/drawing/2014/main" id="{7790BF7C-1B32-4257-90C3-C6BD62504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920"/>
              <a:ext cx="464" cy="1248"/>
            </a:xfrm>
            <a:custGeom>
              <a:avLst/>
              <a:gdLst>
                <a:gd name="T0" fmla="*/ 0 w 464"/>
                <a:gd name="T1" fmla="*/ 0 h 1248"/>
                <a:gd name="T2" fmla="*/ 432 w 464"/>
                <a:gd name="T3" fmla="*/ 576 h 1248"/>
                <a:gd name="T4" fmla="*/ 192 w 464"/>
                <a:gd name="T5" fmla="*/ 1056 h 1248"/>
                <a:gd name="T6" fmla="*/ 336 w 464"/>
                <a:gd name="T7" fmla="*/ 1248 h 1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4"/>
                <a:gd name="T13" fmla="*/ 0 h 1248"/>
                <a:gd name="T14" fmla="*/ 464 w 464"/>
                <a:gd name="T15" fmla="*/ 1248 h 1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4" h="1248">
                  <a:moveTo>
                    <a:pt x="0" y="0"/>
                  </a:moveTo>
                  <a:cubicBezTo>
                    <a:pt x="200" y="200"/>
                    <a:pt x="400" y="400"/>
                    <a:pt x="432" y="576"/>
                  </a:cubicBezTo>
                  <a:cubicBezTo>
                    <a:pt x="464" y="752"/>
                    <a:pt x="208" y="944"/>
                    <a:pt x="192" y="1056"/>
                  </a:cubicBezTo>
                  <a:cubicBezTo>
                    <a:pt x="176" y="1168"/>
                    <a:pt x="256" y="1208"/>
                    <a:pt x="336" y="1248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40" name="Freeform 147">
            <a:extLst>
              <a:ext uri="{FF2B5EF4-FFF2-40B4-BE49-F238E27FC236}">
                <a16:creationId xmlns:a16="http://schemas.microsoft.com/office/drawing/2014/main" id="{46707EB0-DB17-418F-A274-82F28994276D}"/>
              </a:ext>
            </a:extLst>
          </p:cNvPr>
          <p:cNvSpPr>
            <a:spLocks/>
          </p:cNvSpPr>
          <p:nvPr/>
        </p:nvSpPr>
        <p:spPr bwMode="auto">
          <a:xfrm>
            <a:off x="5257800" y="2362200"/>
            <a:ext cx="3733800" cy="1765300"/>
          </a:xfrm>
          <a:custGeom>
            <a:avLst/>
            <a:gdLst>
              <a:gd name="T0" fmla="*/ 0 w 2352"/>
              <a:gd name="T1" fmla="*/ 0 h 1112"/>
              <a:gd name="T2" fmla="*/ 2147483646 w 2352"/>
              <a:gd name="T3" fmla="*/ 2147483646 h 1112"/>
              <a:gd name="T4" fmla="*/ 2147483646 w 2352"/>
              <a:gd name="T5" fmla="*/ 2147483646 h 1112"/>
              <a:gd name="T6" fmla="*/ 2147483646 w 2352"/>
              <a:gd name="T7" fmla="*/ 2147483646 h 1112"/>
              <a:gd name="T8" fmla="*/ 2147483646 w 2352"/>
              <a:gd name="T9" fmla="*/ 2147483646 h 11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352"/>
              <a:gd name="T16" fmla="*/ 0 h 1112"/>
              <a:gd name="T17" fmla="*/ 2352 w 2352"/>
              <a:gd name="T18" fmla="*/ 1112 h 11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352" h="1112">
                <a:moveTo>
                  <a:pt x="0" y="0"/>
                </a:moveTo>
                <a:cubicBezTo>
                  <a:pt x="64" y="152"/>
                  <a:pt x="128" y="304"/>
                  <a:pt x="336" y="384"/>
                </a:cubicBezTo>
                <a:cubicBezTo>
                  <a:pt x="544" y="464"/>
                  <a:pt x="1088" y="376"/>
                  <a:pt x="1248" y="480"/>
                </a:cubicBezTo>
                <a:cubicBezTo>
                  <a:pt x="1408" y="584"/>
                  <a:pt x="1112" y="904"/>
                  <a:pt x="1296" y="1008"/>
                </a:cubicBezTo>
                <a:cubicBezTo>
                  <a:pt x="1480" y="1112"/>
                  <a:pt x="1916" y="1108"/>
                  <a:pt x="2352" y="1104"/>
                </a:cubicBezTo>
              </a:path>
            </a:pathLst>
          </a:cu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155" name="Group 169">
            <a:extLst>
              <a:ext uri="{FF2B5EF4-FFF2-40B4-BE49-F238E27FC236}">
                <a16:creationId xmlns:a16="http://schemas.microsoft.com/office/drawing/2014/main" id="{D851F3AF-C5EB-4A51-87A4-90C8387D58E2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114800"/>
            <a:ext cx="2133600" cy="519113"/>
            <a:chOff x="3696" y="2592"/>
            <a:chExt cx="1344" cy="327"/>
          </a:xfrm>
        </p:grpSpPr>
        <p:grpSp>
          <p:nvGrpSpPr>
            <p:cNvPr id="34829" name="Group 165">
              <a:extLst>
                <a:ext uri="{FF2B5EF4-FFF2-40B4-BE49-F238E27FC236}">
                  <a16:creationId xmlns:a16="http://schemas.microsoft.com/office/drawing/2014/main" id="{5704F84D-4B35-4754-A1CD-2B14A0530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688"/>
              <a:ext cx="336" cy="192"/>
              <a:chOff x="3448" y="3456"/>
              <a:chExt cx="336" cy="192"/>
            </a:xfrm>
          </p:grpSpPr>
          <p:sp>
            <p:nvSpPr>
              <p:cNvPr id="34832" name="Rectangle 162">
                <a:extLst>
                  <a:ext uri="{FF2B5EF4-FFF2-40B4-BE49-F238E27FC236}">
                    <a16:creationId xmlns:a16="http://schemas.microsoft.com/office/drawing/2014/main" id="{EC477F4B-1875-4ABD-83BF-3C63A8CC0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456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33" name="Text Box 164">
                <a:extLst>
                  <a:ext uri="{FF2B5EF4-FFF2-40B4-BE49-F238E27FC236}">
                    <a16:creationId xmlns:a16="http://schemas.microsoft.com/office/drawing/2014/main" id="{42EA5830-4418-4DE5-8914-4F3E78521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8" y="3472"/>
                <a:ext cx="3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</p:grpSp>
        <p:sp>
          <p:nvSpPr>
            <p:cNvPr id="34830" name="Line 167">
              <a:extLst>
                <a:ext uri="{FF2B5EF4-FFF2-40B4-BE49-F238E27FC236}">
                  <a16:creationId xmlns:a16="http://schemas.microsoft.com/office/drawing/2014/main" id="{B12D63D3-341D-4055-AB25-27EE986EE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2" y="2592"/>
              <a:ext cx="286" cy="2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31" name="Text Box 168">
              <a:extLst>
                <a:ext uri="{FF2B5EF4-FFF2-40B4-BE49-F238E27FC236}">
                  <a16:creationId xmlns:a16="http://schemas.microsoft.com/office/drawing/2014/main" id="{8A5E7106-1E3E-4C27-822C-0607BB0AF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88"/>
              <a:ext cx="8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hlink"/>
                  </a:solidFill>
                </a:rPr>
                <a:t>median</a:t>
              </a:r>
            </a:p>
          </p:txBody>
        </p:sp>
      </p:grpSp>
      <p:sp>
        <p:nvSpPr>
          <p:cNvPr id="166" name="Rectangle 2">
            <a:extLst>
              <a:ext uri="{FF2B5EF4-FFF2-40B4-BE49-F238E27FC236}">
                <a16:creationId xmlns:a16="http://schemas.microsoft.com/office/drawing/2014/main" id="{694A910D-3465-4CCF-ABF3-5BA18336F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0200"/>
            <a:ext cx="97250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Inserarea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</a:t>
            </a:r>
            <a:r>
              <a:rPr lang="ro-RO" altLang="en-US" kern="0" dirty="0"/>
              <a:t>ă</a:t>
            </a:r>
            <a:r>
              <a:rPr lang="en-US" altLang="en-US" kern="0" dirty="0" err="1"/>
              <a:t>rilor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Arbore-B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F8D584B-3B24-4A0D-95CB-AF29A5C6E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D7ECBD-EEAD-4FB0-A544-84CD08F49B43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295400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… </a:t>
            </a:r>
            <a:r>
              <a:rPr lang="en-US" altLang="en-US" sz="2400" kern="0" dirty="0" err="1"/>
              <a:t>apoi</a:t>
            </a:r>
            <a:r>
              <a:rPr lang="en-US" altLang="en-US" sz="2400" kern="0" dirty="0"/>
              <a:t> se </a:t>
            </a:r>
            <a:r>
              <a:rPr lang="en-US" altLang="en-US" sz="2400" kern="0" dirty="0" err="1"/>
              <a:t>insereaz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nregistrarea</a:t>
            </a:r>
            <a:r>
              <a:rPr lang="en-US" altLang="en-US" sz="2400" kern="0" dirty="0"/>
              <a:t> cu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’72’</a:t>
            </a:r>
          </a:p>
        </p:txBody>
      </p:sp>
      <p:grpSp>
        <p:nvGrpSpPr>
          <p:cNvPr id="34820" name="Group 12">
            <a:extLst>
              <a:ext uri="{FF2B5EF4-FFF2-40B4-BE49-F238E27FC236}">
                <a16:creationId xmlns:a16="http://schemas.microsoft.com/office/drawing/2014/main" id="{63B253EE-2B39-467C-B492-A095A7D7B727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2209800"/>
            <a:ext cx="8116887" cy="2987675"/>
            <a:chOff x="503" y="1392"/>
            <a:chExt cx="5113" cy="1882"/>
          </a:xfrm>
        </p:grpSpPr>
        <p:grpSp>
          <p:nvGrpSpPr>
            <p:cNvPr id="34847" name="Group 13">
              <a:extLst>
                <a:ext uri="{FF2B5EF4-FFF2-40B4-BE49-F238E27FC236}">
                  <a16:creationId xmlns:a16="http://schemas.microsoft.com/office/drawing/2014/main" id="{54B407F3-5F29-4E04-93F5-F9D038C26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1824"/>
              <a:ext cx="1513" cy="202"/>
              <a:chOff x="2976" y="2680"/>
              <a:chExt cx="1872" cy="296"/>
            </a:xfrm>
          </p:grpSpPr>
          <p:sp>
            <p:nvSpPr>
              <p:cNvPr id="34968" name="Rectangle 14">
                <a:extLst>
                  <a:ext uri="{FF2B5EF4-FFF2-40B4-BE49-F238E27FC236}">
                    <a16:creationId xmlns:a16="http://schemas.microsoft.com/office/drawing/2014/main" id="{DC88B118-E450-44AC-82CA-5068CB174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69" name="Text Box 15">
                <a:extLst>
                  <a:ext uri="{FF2B5EF4-FFF2-40B4-BE49-F238E27FC236}">
                    <a16:creationId xmlns:a16="http://schemas.microsoft.com/office/drawing/2014/main" id="{102BFDE5-3964-4175-90CD-E47AB2A1E5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34970" name="Text Box 16">
                <a:extLst>
                  <a:ext uri="{FF2B5EF4-FFF2-40B4-BE49-F238E27FC236}">
                    <a16:creationId xmlns:a16="http://schemas.microsoft.com/office/drawing/2014/main" id="{D53A71D6-7E6C-4C7A-BADE-96072169DA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66</a:t>
                </a:r>
              </a:p>
            </p:txBody>
          </p:sp>
          <p:sp>
            <p:nvSpPr>
              <p:cNvPr id="34971" name="Text Box 17">
                <a:extLst>
                  <a:ext uri="{FF2B5EF4-FFF2-40B4-BE49-F238E27FC236}">
                    <a16:creationId xmlns:a16="http://schemas.microsoft.com/office/drawing/2014/main" id="{970F85A2-DA0B-4C3B-9362-37F634AAE0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72" name="Text Box 18">
                <a:extLst>
                  <a:ext uri="{FF2B5EF4-FFF2-40B4-BE49-F238E27FC236}">
                    <a16:creationId xmlns:a16="http://schemas.microsoft.com/office/drawing/2014/main" id="{073F241B-988E-4D35-AE18-1DBB2BE734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73" name="Line 19">
                <a:extLst>
                  <a:ext uri="{FF2B5EF4-FFF2-40B4-BE49-F238E27FC236}">
                    <a16:creationId xmlns:a16="http://schemas.microsoft.com/office/drawing/2014/main" id="{93D7FC31-8718-418F-9BA3-84D9EC48D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4" name="Line 20">
                <a:extLst>
                  <a:ext uri="{FF2B5EF4-FFF2-40B4-BE49-F238E27FC236}">
                    <a16:creationId xmlns:a16="http://schemas.microsoft.com/office/drawing/2014/main" id="{F129BF4E-993A-4B93-B6D4-F951B5A2D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5" name="Line 21">
                <a:extLst>
                  <a:ext uri="{FF2B5EF4-FFF2-40B4-BE49-F238E27FC236}">
                    <a16:creationId xmlns:a16="http://schemas.microsoft.com/office/drawing/2014/main" id="{0E522186-BE1C-4639-BB70-654A2F4ED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6" name="Line 22">
                <a:extLst>
                  <a:ext uri="{FF2B5EF4-FFF2-40B4-BE49-F238E27FC236}">
                    <a16:creationId xmlns:a16="http://schemas.microsoft.com/office/drawing/2014/main" id="{727C2036-12C2-4445-AC8A-898C9DA5B3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7" name="Line 23">
                <a:extLst>
                  <a:ext uri="{FF2B5EF4-FFF2-40B4-BE49-F238E27FC236}">
                    <a16:creationId xmlns:a16="http://schemas.microsoft.com/office/drawing/2014/main" id="{22138D98-824F-4236-B7F5-83A0032DEE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8" name="Line 24">
                <a:extLst>
                  <a:ext uri="{FF2B5EF4-FFF2-40B4-BE49-F238E27FC236}">
                    <a16:creationId xmlns:a16="http://schemas.microsoft.com/office/drawing/2014/main" id="{583BC838-DE38-4C83-8199-986F34826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79" name="Line 25">
                <a:extLst>
                  <a:ext uri="{FF2B5EF4-FFF2-40B4-BE49-F238E27FC236}">
                    <a16:creationId xmlns:a16="http://schemas.microsoft.com/office/drawing/2014/main" id="{61C82DA3-1E8C-41E6-B221-C53E137B81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80" name="Line 26">
                <a:extLst>
                  <a:ext uri="{FF2B5EF4-FFF2-40B4-BE49-F238E27FC236}">
                    <a16:creationId xmlns:a16="http://schemas.microsoft.com/office/drawing/2014/main" id="{525CE20A-0C07-4714-B0ED-AC91CD0561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48" name="Group 27">
              <a:extLst>
                <a:ext uri="{FF2B5EF4-FFF2-40B4-BE49-F238E27FC236}">
                  <a16:creationId xmlns:a16="http://schemas.microsoft.com/office/drawing/2014/main" id="{5852E5DA-2DCA-4716-9191-E24A9B0C13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3" y="1392"/>
              <a:ext cx="1513" cy="202"/>
              <a:chOff x="2976" y="2680"/>
              <a:chExt cx="1872" cy="296"/>
            </a:xfrm>
          </p:grpSpPr>
          <p:sp>
            <p:nvSpPr>
              <p:cNvPr id="34955" name="Rectangle 28">
                <a:extLst>
                  <a:ext uri="{FF2B5EF4-FFF2-40B4-BE49-F238E27FC236}">
                    <a16:creationId xmlns:a16="http://schemas.microsoft.com/office/drawing/2014/main" id="{C5B8DCFE-0876-4CC1-9D57-3AFE40ADFC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56" name="Text Box 29">
                <a:extLst>
                  <a:ext uri="{FF2B5EF4-FFF2-40B4-BE49-F238E27FC236}">
                    <a16:creationId xmlns:a16="http://schemas.microsoft.com/office/drawing/2014/main" id="{04AE150B-3C93-4C3B-BAAF-E97FF37CC3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57" name="Text Box 30">
                <a:extLst>
                  <a:ext uri="{FF2B5EF4-FFF2-40B4-BE49-F238E27FC236}">
                    <a16:creationId xmlns:a16="http://schemas.microsoft.com/office/drawing/2014/main" id="{6FDFB998-7392-49E4-A60D-63A252B494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51</a:t>
                </a:r>
              </a:p>
            </p:txBody>
          </p:sp>
          <p:sp>
            <p:nvSpPr>
              <p:cNvPr id="34958" name="Text Box 31">
                <a:extLst>
                  <a:ext uri="{FF2B5EF4-FFF2-40B4-BE49-F238E27FC236}">
                    <a16:creationId xmlns:a16="http://schemas.microsoft.com/office/drawing/2014/main" id="{3DAAD5D9-61FD-466B-A2A8-6317961EF4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59" name="Text Box 32">
                <a:extLst>
                  <a:ext uri="{FF2B5EF4-FFF2-40B4-BE49-F238E27FC236}">
                    <a16:creationId xmlns:a16="http://schemas.microsoft.com/office/drawing/2014/main" id="{11FEB3E6-76EF-45AB-8694-B7AB685C46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60" name="Line 33">
                <a:extLst>
                  <a:ext uri="{FF2B5EF4-FFF2-40B4-BE49-F238E27FC236}">
                    <a16:creationId xmlns:a16="http://schemas.microsoft.com/office/drawing/2014/main" id="{CB736F08-7BFA-42AF-AFE5-9011A709E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1" name="Line 34">
                <a:extLst>
                  <a:ext uri="{FF2B5EF4-FFF2-40B4-BE49-F238E27FC236}">
                    <a16:creationId xmlns:a16="http://schemas.microsoft.com/office/drawing/2014/main" id="{EA25153E-D6A5-4551-820E-3C2B8650B5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2" name="Line 35">
                <a:extLst>
                  <a:ext uri="{FF2B5EF4-FFF2-40B4-BE49-F238E27FC236}">
                    <a16:creationId xmlns:a16="http://schemas.microsoft.com/office/drawing/2014/main" id="{565E7559-952C-4F86-A946-CE39BEE6AB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3" name="Line 36">
                <a:extLst>
                  <a:ext uri="{FF2B5EF4-FFF2-40B4-BE49-F238E27FC236}">
                    <a16:creationId xmlns:a16="http://schemas.microsoft.com/office/drawing/2014/main" id="{736F1E63-6D83-4DE3-B086-D13DBD5907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4" name="Line 37">
                <a:extLst>
                  <a:ext uri="{FF2B5EF4-FFF2-40B4-BE49-F238E27FC236}">
                    <a16:creationId xmlns:a16="http://schemas.microsoft.com/office/drawing/2014/main" id="{E8D1F851-F67C-46EB-9739-ED03E16924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5" name="Line 38">
                <a:extLst>
                  <a:ext uri="{FF2B5EF4-FFF2-40B4-BE49-F238E27FC236}">
                    <a16:creationId xmlns:a16="http://schemas.microsoft.com/office/drawing/2014/main" id="{2C2012B4-FBDE-4CB0-8524-8FB7E627E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6" name="Line 39">
                <a:extLst>
                  <a:ext uri="{FF2B5EF4-FFF2-40B4-BE49-F238E27FC236}">
                    <a16:creationId xmlns:a16="http://schemas.microsoft.com/office/drawing/2014/main" id="{D5E1BBDB-1F86-4EEC-B5B1-37DFFE9EB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67" name="Line 40">
                <a:extLst>
                  <a:ext uri="{FF2B5EF4-FFF2-40B4-BE49-F238E27FC236}">
                    <a16:creationId xmlns:a16="http://schemas.microsoft.com/office/drawing/2014/main" id="{73E13397-5EE8-4349-848B-869663D96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49" name="Group 41">
              <a:extLst>
                <a:ext uri="{FF2B5EF4-FFF2-40B4-BE49-F238E27FC236}">
                  <a16:creationId xmlns:a16="http://schemas.microsoft.com/office/drawing/2014/main" id="{016BB563-6405-4A3F-B325-6F52F17D39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1824"/>
              <a:ext cx="1513" cy="202"/>
              <a:chOff x="2976" y="2680"/>
              <a:chExt cx="1872" cy="296"/>
            </a:xfrm>
          </p:grpSpPr>
          <p:sp>
            <p:nvSpPr>
              <p:cNvPr id="34942" name="Rectangle 42">
                <a:extLst>
                  <a:ext uri="{FF2B5EF4-FFF2-40B4-BE49-F238E27FC236}">
                    <a16:creationId xmlns:a16="http://schemas.microsoft.com/office/drawing/2014/main" id="{83E03C15-26FE-447A-B8CA-19DE5D4BB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43" name="Text Box 43">
                <a:extLst>
                  <a:ext uri="{FF2B5EF4-FFF2-40B4-BE49-F238E27FC236}">
                    <a16:creationId xmlns:a16="http://schemas.microsoft.com/office/drawing/2014/main" id="{35DAEE8E-7989-4FEF-B2B4-EE66D41218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30</a:t>
                </a:r>
              </a:p>
            </p:txBody>
          </p:sp>
          <p:sp>
            <p:nvSpPr>
              <p:cNvPr id="34944" name="Text Box 44">
                <a:extLst>
                  <a:ext uri="{FF2B5EF4-FFF2-40B4-BE49-F238E27FC236}">
                    <a16:creationId xmlns:a16="http://schemas.microsoft.com/office/drawing/2014/main" id="{73CAFD3F-0BEB-42F0-A527-FB343D9FF7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11</a:t>
                </a:r>
              </a:p>
            </p:txBody>
          </p:sp>
          <p:sp>
            <p:nvSpPr>
              <p:cNvPr id="34945" name="Text Box 45">
                <a:extLst>
                  <a:ext uri="{FF2B5EF4-FFF2-40B4-BE49-F238E27FC236}">
                    <a16:creationId xmlns:a16="http://schemas.microsoft.com/office/drawing/2014/main" id="{1C209CCA-911D-4E15-B159-309204134E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46" name="Text Box 46">
                <a:extLst>
                  <a:ext uri="{FF2B5EF4-FFF2-40B4-BE49-F238E27FC236}">
                    <a16:creationId xmlns:a16="http://schemas.microsoft.com/office/drawing/2014/main" id="{32C83439-A0D3-4770-A675-65982AEFA7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47" name="Line 47">
                <a:extLst>
                  <a:ext uri="{FF2B5EF4-FFF2-40B4-BE49-F238E27FC236}">
                    <a16:creationId xmlns:a16="http://schemas.microsoft.com/office/drawing/2014/main" id="{14E762E7-AD77-451E-B2D4-5AD9E9BDA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8" name="Line 48">
                <a:extLst>
                  <a:ext uri="{FF2B5EF4-FFF2-40B4-BE49-F238E27FC236}">
                    <a16:creationId xmlns:a16="http://schemas.microsoft.com/office/drawing/2014/main" id="{DEF667B8-14DB-4A48-9DCE-3128139F1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9" name="Line 49">
                <a:extLst>
                  <a:ext uri="{FF2B5EF4-FFF2-40B4-BE49-F238E27FC236}">
                    <a16:creationId xmlns:a16="http://schemas.microsoft.com/office/drawing/2014/main" id="{E74DCDEC-9AEE-490E-906F-7A3FC41D58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0" name="Line 50">
                <a:extLst>
                  <a:ext uri="{FF2B5EF4-FFF2-40B4-BE49-F238E27FC236}">
                    <a16:creationId xmlns:a16="http://schemas.microsoft.com/office/drawing/2014/main" id="{770F80E2-B399-4C7F-8D36-30CC1C7ED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1" name="Line 51">
                <a:extLst>
                  <a:ext uri="{FF2B5EF4-FFF2-40B4-BE49-F238E27FC236}">
                    <a16:creationId xmlns:a16="http://schemas.microsoft.com/office/drawing/2014/main" id="{CF75FAEF-BFB8-4C98-BE0F-18C0C31FA4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2" name="Line 52">
                <a:extLst>
                  <a:ext uri="{FF2B5EF4-FFF2-40B4-BE49-F238E27FC236}">
                    <a16:creationId xmlns:a16="http://schemas.microsoft.com/office/drawing/2014/main" id="{D446F1D9-588C-4D33-840B-FB47C0C7D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3" name="Line 53">
                <a:extLst>
                  <a:ext uri="{FF2B5EF4-FFF2-40B4-BE49-F238E27FC236}">
                    <a16:creationId xmlns:a16="http://schemas.microsoft.com/office/drawing/2014/main" id="{364EB35C-A00C-493D-83BA-929595D5C7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54" name="Line 54">
                <a:extLst>
                  <a:ext uri="{FF2B5EF4-FFF2-40B4-BE49-F238E27FC236}">
                    <a16:creationId xmlns:a16="http://schemas.microsoft.com/office/drawing/2014/main" id="{5284B6C2-3F20-4483-9F8F-ED63C941A9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0" name="Group 55">
              <a:extLst>
                <a:ext uri="{FF2B5EF4-FFF2-40B4-BE49-F238E27FC236}">
                  <a16:creationId xmlns:a16="http://schemas.microsoft.com/office/drawing/2014/main" id="{6C23C80A-66D4-48A4-A306-7CE85272BF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2400"/>
              <a:ext cx="1513" cy="202"/>
              <a:chOff x="2976" y="2680"/>
              <a:chExt cx="1872" cy="296"/>
            </a:xfrm>
          </p:grpSpPr>
          <p:sp>
            <p:nvSpPr>
              <p:cNvPr id="34929" name="Rectangle 56">
                <a:extLst>
                  <a:ext uri="{FF2B5EF4-FFF2-40B4-BE49-F238E27FC236}">
                    <a16:creationId xmlns:a16="http://schemas.microsoft.com/office/drawing/2014/main" id="{DC149A46-EC7A-4807-BB70-F8928CAE6A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30" name="Text Box 57">
                <a:extLst>
                  <a:ext uri="{FF2B5EF4-FFF2-40B4-BE49-F238E27FC236}">
                    <a16:creationId xmlns:a16="http://schemas.microsoft.com/office/drawing/2014/main" id="{4403F837-1A1A-4B46-9473-D1D4F084C6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44</a:t>
                </a:r>
              </a:p>
            </p:txBody>
          </p:sp>
          <p:sp>
            <p:nvSpPr>
              <p:cNvPr id="34931" name="Text Box 58">
                <a:extLst>
                  <a:ext uri="{FF2B5EF4-FFF2-40B4-BE49-F238E27FC236}">
                    <a16:creationId xmlns:a16="http://schemas.microsoft.com/office/drawing/2014/main" id="{95B803CF-8278-4F6F-B08B-8BCFD9AE52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34932" name="Text Box 59">
                <a:extLst>
                  <a:ext uri="{FF2B5EF4-FFF2-40B4-BE49-F238E27FC236}">
                    <a16:creationId xmlns:a16="http://schemas.microsoft.com/office/drawing/2014/main" id="{04D7F5D1-4B18-4C34-86C7-ECF37C8628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33" name="Text Box 60">
                <a:extLst>
                  <a:ext uri="{FF2B5EF4-FFF2-40B4-BE49-F238E27FC236}">
                    <a16:creationId xmlns:a16="http://schemas.microsoft.com/office/drawing/2014/main" id="{C5887F7E-43CE-4621-978F-04D9FE967E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34" name="Line 61">
                <a:extLst>
                  <a:ext uri="{FF2B5EF4-FFF2-40B4-BE49-F238E27FC236}">
                    <a16:creationId xmlns:a16="http://schemas.microsoft.com/office/drawing/2014/main" id="{E42642AC-2C01-4AB0-807A-8795AE473E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5" name="Line 62">
                <a:extLst>
                  <a:ext uri="{FF2B5EF4-FFF2-40B4-BE49-F238E27FC236}">
                    <a16:creationId xmlns:a16="http://schemas.microsoft.com/office/drawing/2014/main" id="{7DDE554C-0724-4591-834D-0B77A1EC4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6" name="Line 63">
                <a:extLst>
                  <a:ext uri="{FF2B5EF4-FFF2-40B4-BE49-F238E27FC236}">
                    <a16:creationId xmlns:a16="http://schemas.microsoft.com/office/drawing/2014/main" id="{B20D62F6-A702-49FB-9D1A-80DAAB5C5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7" name="Line 64">
                <a:extLst>
                  <a:ext uri="{FF2B5EF4-FFF2-40B4-BE49-F238E27FC236}">
                    <a16:creationId xmlns:a16="http://schemas.microsoft.com/office/drawing/2014/main" id="{08BE9747-147B-4562-8AB1-BE95622ED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8" name="Line 65">
                <a:extLst>
                  <a:ext uri="{FF2B5EF4-FFF2-40B4-BE49-F238E27FC236}">
                    <a16:creationId xmlns:a16="http://schemas.microsoft.com/office/drawing/2014/main" id="{1533840D-E31D-4560-9A6A-55413DD3F0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39" name="Line 66">
                <a:extLst>
                  <a:ext uri="{FF2B5EF4-FFF2-40B4-BE49-F238E27FC236}">
                    <a16:creationId xmlns:a16="http://schemas.microsoft.com/office/drawing/2014/main" id="{8069981A-3947-456C-B870-BBF3E2BB5A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0" name="Line 67">
                <a:extLst>
                  <a:ext uri="{FF2B5EF4-FFF2-40B4-BE49-F238E27FC236}">
                    <a16:creationId xmlns:a16="http://schemas.microsoft.com/office/drawing/2014/main" id="{DF255A7C-F78E-4504-94D6-AD9234F49E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41" name="Line 68">
                <a:extLst>
                  <a:ext uri="{FF2B5EF4-FFF2-40B4-BE49-F238E27FC236}">
                    <a16:creationId xmlns:a16="http://schemas.microsoft.com/office/drawing/2014/main" id="{DE722D29-A495-4155-8FAC-12819F60E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1" name="Group 69">
              <a:extLst>
                <a:ext uri="{FF2B5EF4-FFF2-40B4-BE49-F238E27FC236}">
                  <a16:creationId xmlns:a16="http://schemas.microsoft.com/office/drawing/2014/main" id="{9E9799E0-53AB-4CAE-8D50-C8448DC6C5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688"/>
              <a:ext cx="1513" cy="202"/>
              <a:chOff x="2976" y="2680"/>
              <a:chExt cx="1872" cy="296"/>
            </a:xfrm>
          </p:grpSpPr>
          <p:sp>
            <p:nvSpPr>
              <p:cNvPr id="34916" name="Rectangle 70">
                <a:extLst>
                  <a:ext uri="{FF2B5EF4-FFF2-40B4-BE49-F238E27FC236}">
                    <a16:creationId xmlns:a16="http://schemas.microsoft.com/office/drawing/2014/main" id="{8A0C4521-FC09-4764-BDD3-28C7BD446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17" name="Text Box 71">
                <a:extLst>
                  <a:ext uri="{FF2B5EF4-FFF2-40B4-BE49-F238E27FC236}">
                    <a16:creationId xmlns:a16="http://schemas.microsoft.com/office/drawing/2014/main" id="{FB50E312-A44E-4D15-8286-48607A32CF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34918" name="Text Box 72">
                <a:extLst>
                  <a:ext uri="{FF2B5EF4-FFF2-40B4-BE49-F238E27FC236}">
                    <a16:creationId xmlns:a16="http://schemas.microsoft.com/office/drawing/2014/main" id="{EEE8E9CC-E2AD-4FFB-AB22-223E435351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34919" name="Text Box 73">
                <a:extLst>
                  <a:ext uri="{FF2B5EF4-FFF2-40B4-BE49-F238E27FC236}">
                    <a16:creationId xmlns:a16="http://schemas.microsoft.com/office/drawing/2014/main" id="{A0DE753E-4923-4BA4-94BF-13109DE7B1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34920" name="Text Box 74">
                <a:extLst>
                  <a:ext uri="{FF2B5EF4-FFF2-40B4-BE49-F238E27FC236}">
                    <a16:creationId xmlns:a16="http://schemas.microsoft.com/office/drawing/2014/main" id="{AB28E0DC-4160-4DA8-8723-22641942FD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21" name="Line 75">
                <a:extLst>
                  <a:ext uri="{FF2B5EF4-FFF2-40B4-BE49-F238E27FC236}">
                    <a16:creationId xmlns:a16="http://schemas.microsoft.com/office/drawing/2014/main" id="{56772FC8-C76E-4972-B728-11158454BA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2" name="Line 76">
                <a:extLst>
                  <a:ext uri="{FF2B5EF4-FFF2-40B4-BE49-F238E27FC236}">
                    <a16:creationId xmlns:a16="http://schemas.microsoft.com/office/drawing/2014/main" id="{1C76E2DF-EE22-458C-B450-3388309937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3" name="Line 77">
                <a:extLst>
                  <a:ext uri="{FF2B5EF4-FFF2-40B4-BE49-F238E27FC236}">
                    <a16:creationId xmlns:a16="http://schemas.microsoft.com/office/drawing/2014/main" id="{D9C9F237-933B-4B09-8979-9FFF9A6B51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4" name="Line 78">
                <a:extLst>
                  <a:ext uri="{FF2B5EF4-FFF2-40B4-BE49-F238E27FC236}">
                    <a16:creationId xmlns:a16="http://schemas.microsoft.com/office/drawing/2014/main" id="{630B7C55-6F69-4BBB-AF21-0C32AD5646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5" name="Line 79">
                <a:extLst>
                  <a:ext uri="{FF2B5EF4-FFF2-40B4-BE49-F238E27FC236}">
                    <a16:creationId xmlns:a16="http://schemas.microsoft.com/office/drawing/2014/main" id="{FAEA5FD6-CD0B-4507-B256-8E50259AE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6" name="Line 80">
                <a:extLst>
                  <a:ext uri="{FF2B5EF4-FFF2-40B4-BE49-F238E27FC236}">
                    <a16:creationId xmlns:a16="http://schemas.microsoft.com/office/drawing/2014/main" id="{36344124-0541-41BC-A6E4-86786C113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7" name="Line 81">
                <a:extLst>
                  <a:ext uri="{FF2B5EF4-FFF2-40B4-BE49-F238E27FC236}">
                    <a16:creationId xmlns:a16="http://schemas.microsoft.com/office/drawing/2014/main" id="{BEA8B4A8-C99E-42F6-972C-5960351BD0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28" name="Line 82">
                <a:extLst>
                  <a:ext uri="{FF2B5EF4-FFF2-40B4-BE49-F238E27FC236}">
                    <a16:creationId xmlns:a16="http://schemas.microsoft.com/office/drawing/2014/main" id="{F0F8C4D4-00DF-4DC7-A06B-3D42C174B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2" name="Group 83">
              <a:extLst>
                <a:ext uri="{FF2B5EF4-FFF2-40B4-BE49-F238E27FC236}">
                  <a16:creationId xmlns:a16="http://schemas.microsoft.com/office/drawing/2014/main" id="{8A5E67B7-E171-4FE9-9750-FE58D47B3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3" y="2160"/>
              <a:ext cx="1513" cy="202"/>
              <a:chOff x="2976" y="2680"/>
              <a:chExt cx="1872" cy="296"/>
            </a:xfrm>
          </p:grpSpPr>
          <p:sp>
            <p:nvSpPr>
              <p:cNvPr id="34903" name="Rectangle 84">
                <a:extLst>
                  <a:ext uri="{FF2B5EF4-FFF2-40B4-BE49-F238E27FC236}">
                    <a16:creationId xmlns:a16="http://schemas.microsoft.com/office/drawing/2014/main" id="{C76900EF-EA79-4DAE-A806-1565F5CDD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04" name="Text Box 85">
                <a:extLst>
                  <a:ext uri="{FF2B5EF4-FFF2-40B4-BE49-F238E27FC236}">
                    <a16:creationId xmlns:a16="http://schemas.microsoft.com/office/drawing/2014/main" id="{4765E146-1A87-4E7E-A5E5-172F429FBD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84</a:t>
                </a:r>
              </a:p>
            </p:txBody>
          </p:sp>
          <p:sp>
            <p:nvSpPr>
              <p:cNvPr id="34905" name="Text Box 86">
                <a:extLst>
                  <a:ext uri="{FF2B5EF4-FFF2-40B4-BE49-F238E27FC236}">
                    <a16:creationId xmlns:a16="http://schemas.microsoft.com/office/drawing/2014/main" id="{9500E54A-D76E-42F3-B9B4-43BD80CCDF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79</a:t>
                </a:r>
              </a:p>
            </p:txBody>
          </p:sp>
          <p:sp>
            <p:nvSpPr>
              <p:cNvPr id="34906" name="Text Box 87">
                <a:extLst>
                  <a:ext uri="{FF2B5EF4-FFF2-40B4-BE49-F238E27FC236}">
                    <a16:creationId xmlns:a16="http://schemas.microsoft.com/office/drawing/2014/main" id="{1CFF4F2D-6569-40B2-9BF7-00BC8BC968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93</a:t>
                </a:r>
              </a:p>
            </p:txBody>
          </p:sp>
          <p:sp>
            <p:nvSpPr>
              <p:cNvPr id="34907" name="Text Box 88">
                <a:extLst>
                  <a:ext uri="{FF2B5EF4-FFF2-40B4-BE49-F238E27FC236}">
                    <a16:creationId xmlns:a16="http://schemas.microsoft.com/office/drawing/2014/main" id="{7DC42980-36C2-4AA0-AE53-14AD016A82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908" name="Line 89">
                <a:extLst>
                  <a:ext uri="{FF2B5EF4-FFF2-40B4-BE49-F238E27FC236}">
                    <a16:creationId xmlns:a16="http://schemas.microsoft.com/office/drawing/2014/main" id="{425511BF-475E-4BA0-88D9-9E2F1B45D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9" name="Line 90">
                <a:extLst>
                  <a:ext uri="{FF2B5EF4-FFF2-40B4-BE49-F238E27FC236}">
                    <a16:creationId xmlns:a16="http://schemas.microsoft.com/office/drawing/2014/main" id="{D52079DE-EE0B-4102-8B03-30F96E4129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0" name="Line 91">
                <a:extLst>
                  <a:ext uri="{FF2B5EF4-FFF2-40B4-BE49-F238E27FC236}">
                    <a16:creationId xmlns:a16="http://schemas.microsoft.com/office/drawing/2014/main" id="{7CCF9B53-6F87-4992-90D5-B7FF00073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1" name="Line 92">
                <a:extLst>
                  <a:ext uri="{FF2B5EF4-FFF2-40B4-BE49-F238E27FC236}">
                    <a16:creationId xmlns:a16="http://schemas.microsoft.com/office/drawing/2014/main" id="{B2FBD4DB-DA85-44EA-81DA-80B2E41076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2" name="Line 93">
                <a:extLst>
                  <a:ext uri="{FF2B5EF4-FFF2-40B4-BE49-F238E27FC236}">
                    <a16:creationId xmlns:a16="http://schemas.microsoft.com/office/drawing/2014/main" id="{AC4F9049-4D6D-4B44-85EB-0D4F6F1E4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3" name="Line 94">
                <a:extLst>
                  <a:ext uri="{FF2B5EF4-FFF2-40B4-BE49-F238E27FC236}">
                    <a16:creationId xmlns:a16="http://schemas.microsoft.com/office/drawing/2014/main" id="{F59C9EF6-0246-439C-808E-4D11F6AE6B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4" name="Line 95">
                <a:extLst>
                  <a:ext uri="{FF2B5EF4-FFF2-40B4-BE49-F238E27FC236}">
                    <a16:creationId xmlns:a16="http://schemas.microsoft.com/office/drawing/2014/main" id="{F4DEC3BF-10E9-45D5-9525-4D06BA549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15" name="Line 96">
                <a:extLst>
                  <a:ext uri="{FF2B5EF4-FFF2-40B4-BE49-F238E27FC236}">
                    <a16:creationId xmlns:a16="http://schemas.microsoft.com/office/drawing/2014/main" id="{32FF8009-2284-4FB1-8299-140C68F92E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3" name="Group 97">
              <a:extLst>
                <a:ext uri="{FF2B5EF4-FFF2-40B4-BE49-F238E27FC236}">
                  <a16:creationId xmlns:a16="http://schemas.microsoft.com/office/drawing/2014/main" id="{B65E26C2-258C-4342-8C69-4216FFEE76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2448"/>
              <a:ext cx="1513" cy="202"/>
              <a:chOff x="2976" y="2680"/>
              <a:chExt cx="1872" cy="296"/>
            </a:xfrm>
          </p:grpSpPr>
          <p:sp>
            <p:nvSpPr>
              <p:cNvPr id="34890" name="Rectangle 98">
                <a:extLst>
                  <a:ext uri="{FF2B5EF4-FFF2-40B4-BE49-F238E27FC236}">
                    <a16:creationId xmlns:a16="http://schemas.microsoft.com/office/drawing/2014/main" id="{C0E659F6-0EBB-4755-8CAA-06C378E3C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91" name="Text Box 99">
                <a:extLst>
                  <a:ext uri="{FF2B5EF4-FFF2-40B4-BE49-F238E27FC236}">
                    <a16:creationId xmlns:a16="http://schemas.microsoft.com/office/drawing/2014/main" id="{A07D4EED-5B7C-4C60-AAEB-2C75497029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69</a:t>
                </a:r>
              </a:p>
            </p:txBody>
          </p:sp>
          <p:sp>
            <p:nvSpPr>
              <p:cNvPr id="34892" name="Text Box 100">
                <a:extLst>
                  <a:ext uri="{FF2B5EF4-FFF2-40B4-BE49-F238E27FC236}">
                    <a16:creationId xmlns:a16="http://schemas.microsoft.com/office/drawing/2014/main" id="{67ABFA8C-C9B3-4CA4-9D3B-F728C98333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68</a:t>
                </a:r>
              </a:p>
            </p:txBody>
          </p:sp>
          <p:sp>
            <p:nvSpPr>
              <p:cNvPr id="34893" name="Text Box 101">
                <a:extLst>
                  <a:ext uri="{FF2B5EF4-FFF2-40B4-BE49-F238E27FC236}">
                    <a16:creationId xmlns:a16="http://schemas.microsoft.com/office/drawing/2014/main" id="{E4CD90C4-ADB7-4001-8866-55B76A2E04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71</a:t>
                </a:r>
              </a:p>
            </p:txBody>
          </p:sp>
          <p:sp>
            <p:nvSpPr>
              <p:cNvPr id="34894" name="Text Box 102">
                <a:extLst>
                  <a:ext uri="{FF2B5EF4-FFF2-40B4-BE49-F238E27FC236}">
                    <a16:creationId xmlns:a16="http://schemas.microsoft.com/office/drawing/2014/main" id="{1E2D9495-6BA6-4727-9118-4117A02B18F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76</a:t>
                </a:r>
              </a:p>
            </p:txBody>
          </p:sp>
          <p:sp>
            <p:nvSpPr>
              <p:cNvPr id="34895" name="Line 103">
                <a:extLst>
                  <a:ext uri="{FF2B5EF4-FFF2-40B4-BE49-F238E27FC236}">
                    <a16:creationId xmlns:a16="http://schemas.microsoft.com/office/drawing/2014/main" id="{5089E12E-8D3C-4BBD-9AAA-BC31352FAD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6" name="Line 104">
                <a:extLst>
                  <a:ext uri="{FF2B5EF4-FFF2-40B4-BE49-F238E27FC236}">
                    <a16:creationId xmlns:a16="http://schemas.microsoft.com/office/drawing/2014/main" id="{6A3B3483-3BA8-44F0-A703-7275D911A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7" name="Line 105">
                <a:extLst>
                  <a:ext uri="{FF2B5EF4-FFF2-40B4-BE49-F238E27FC236}">
                    <a16:creationId xmlns:a16="http://schemas.microsoft.com/office/drawing/2014/main" id="{5664230A-0E5B-4A69-BC9E-47672C8F9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8" name="Line 106">
                <a:extLst>
                  <a:ext uri="{FF2B5EF4-FFF2-40B4-BE49-F238E27FC236}">
                    <a16:creationId xmlns:a16="http://schemas.microsoft.com/office/drawing/2014/main" id="{98E7AB08-D2A0-4739-B036-A4DA3D8205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99" name="Line 107">
                <a:extLst>
                  <a:ext uri="{FF2B5EF4-FFF2-40B4-BE49-F238E27FC236}">
                    <a16:creationId xmlns:a16="http://schemas.microsoft.com/office/drawing/2014/main" id="{B3358B18-4159-4450-819E-048A621C81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0" name="Line 108">
                <a:extLst>
                  <a:ext uri="{FF2B5EF4-FFF2-40B4-BE49-F238E27FC236}">
                    <a16:creationId xmlns:a16="http://schemas.microsoft.com/office/drawing/2014/main" id="{E0197C01-89B5-4E19-AD09-82AF5ACA7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1" name="Line 109">
                <a:extLst>
                  <a:ext uri="{FF2B5EF4-FFF2-40B4-BE49-F238E27FC236}">
                    <a16:creationId xmlns:a16="http://schemas.microsoft.com/office/drawing/2014/main" id="{31E72362-5456-41E0-B6EA-A3E9939AC1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902" name="Line 110">
                <a:extLst>
                  <a:ext uri="{FF2B5EF4-FFF2-40B4-BE49-F238E27FC236}">
                    <a16:creationId xmlns:a16="http://schemas.microsoft.com/office/drawing/2014/main" id="{0F7AB4EF-867E-45AC-AFE1-BA8DAE5127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4" name="Group 111">
              <a:extLst>
                <a:ext uri="{FF2B5EF4-FFF2-40B4-BE49-F238E27FC236}">
                  <a16:creationId xmlns:a16="http://schemas.microsoft.com/office/drawing/2014/main" id="{F9D5385A-558A-453E-B4B6-BBF8E56D5A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3024"/>
              <a:ext cx="1513" cy="202"/>
              <a:chOff x="2976" y="2680"/>
              <a:chExt cx="1872" cy="296"/>
            </a:xfrm>
          </p:grpSpPr>
          <p:sp>
            <p:nvSpPr>
              <p:cNvPr id="34877" name="Rectangle 112">
                <a:extLst>
                  <a:ext uri="{FF2B5EF4-FFF2-40B4-BE49-F238E27FC236}">
                    <a16:creationId xmlns:a16="http://schemas.microsoft.com/office/drawing/2014/main" id="{CAC34BE9-B507-4FBF-9C90-6086862DF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78" name="Text Box 113">
                <a:extLst>
                  <a:ext uri="{FF2B5EF4-FFF2-40B4-BE49-F238E27FC236}">
                    <a16:creationId xmlns:a16="http://schemas.microsoft.com/office/drawing/2014/main" id="{4C56A744-8CAA-4B40-82E2-530CAB0341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54</a:t>
                </a:r>
              </a:p>
            </p:txBody>
          </p:sp>
          <p:sp>
            <p:nvSpPr>
              <p:cNvPr id="34879" name="Text Box 114">
                <a:extLst>
                  <a:ext uri="{FF2B5EF4-FFF2-40B4-BE49-F238E27FC236}">
                    <a16:creationId xmlns:a16="http://schemas.microsoft.com/office/drawing/2014/main" id="{C4A18027-891E-4067-ACF6-568C36FA31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53</a:t>
                </a:r>
              </a:p>
            </p:txBody>
          </p:sp>
          <p:sp>
            <p:nvSpPr>
              <p:cNvPr id="34880" name="Text Box 115">
                <a:extLst>
                  <a:ext uri="{FF2B5EF4-FFF2-40B4-BE49-F238E27FC236}">
                    <a16:creationId xmlns:a16="http://schemas.microsoft.com/office/drawing/2014/main" id="{7BF3ED06-C54C-4B8A-AC18-4540E0723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57</a:t>
                </a:r>
              </a:p>
            </p:txBody>
          </p:sp>
          <p:sp>
            <p:nvSpPr>
              <p:cNvPr id="34881" name="Text Box 116">
                <a:extLst>
                  <a:ext uri="{FF2B5EF4-FFF2-40B4-BE49-F238E27FC236}">
                    <a16:creationId xmlns:a16="http://schemas.microsoft.com/office/drawing/2014/main" id="{5C4F7930-5C4D-4B3D-B5E1-B100483D89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34882" name="Line 117">
                <a:extLst>
                  <a:ext uri="{FF2B5EF4-FFF2-40B4-BE49-F238E27FC236}">
                    <a16:creationId xmlns:a16="http://schemas.microsoft.com/office/drawing/2014/main" id="{A1BB5B3F-0ED1-48D8-879A-00B0898F0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3" name="Line 118">
                <a:extLst>
                  <a:ext uri="{FF2B5EF4-FFF2-40B4-BE49-F238E27FC236}">
                    <a16:creationId xmlns:a16="http://schemas.microsoft.com/office/drawing/2014/main" id="{3F4FF411-47E2-4B8F-B622-222E44C488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4" name="Line 119">
                <a:extLst>
                  <a:ext uri="{FF2B5EF4-FFF2-40B4-BE49-F238E27FC236}">
                    <a16:creationId xmlns:a16="http://schemas.microsoft.com/office/drawing/2014/main" id="{416721CE-28BB-459D-BC03-85D039574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5" name="Line 120">
                <a:extLst>
                  <a:ext uri="{FF2B5EF4-FFF2-40B4-BE49-F238E27FC236}">
                    <a16:creationId xmlns:a16="http://schemas.microsoft.com/office/drawing/2014/main" id="{B33A0A51-ED1A-4721-B406-4027797A5C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6" name="Line 121">
                <a:extLst>
                  <a:ext uri="{FF2B5EF4-FFF2-40B4-BE49-F238E27FC236}">
                    <a16:creationId xmlns:a16="http://schemas.microsoft.com/office/drawing/2014/main" id="{0849FE5F-7101-4033-A38E-572D91C1B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7" name="Line 122">
                <a:extLst>
                  <a:ext uri="{FF2B5EF4-FFF2-40B4-BE49-F238E27FC236}">
                    <a16:creationId xmlns:a16="http://schemas.microsoft.com/office/drawing/2014/main" id="{1EB5A28E-66D4-4CD8-AFAC-E4619A5F8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8" name="Line 123">
                <a:extLst>
                  <a:ext uri="{FF2B5EF4-FFF2-40B4-BE49-F238E27FC236}">
                    <a16:creationId xmlns:a16="http://schemas.microsoft.com/office/drawing/2014/main" id="{F8536C4A-2E76-4C3E-9AB8-3A47B6060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89" name="Line 124">
                <a:extLst>
                  <a:ext uri="{FF2B5EF4-FFF2-40B4-BE49-F238E27FC236}">
                    <a16:creationId xmlns:a16="http://schemas.microsoft.com/office/drawing/2014/main" id="{28E17875-2C60-443B-9B55-1ACD01756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4855" name="Group 125">
              <a:extLst>
                <a:ext uri="{FF2B5EF4-FFF2-40B4-BE49-F238E27FC236}">
                  <a16:creationId xmlns:a16="http://schemas.microsoft.com/office/drawing/2014/main" id="{DABDDF50-BD38-42BA-A764-069CFDA369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" y="3072"/>
              <a:ext cx="1513" cy="202"/>
              <a:chOff x="2976" y="2680"/>
              <a:chExt cx="1872" cy="296"/>
            </a:xfrm>
          </p:grpSpPr>
          <p:sp>
            <p:nvSpPr>
              <p:cNvPr id="34864" name="Rectangle 126">
                <a:extLst>
                  <a:ext uri="{FF2B5EF4-FFF2-40B4-BE49-F238E27FC236}">
                    <a16:creationId xmlns:a16="http://schemas.microsoft.com/office/drawing/2014/main" id="{34630194-0603-4D79-92DB-0BB4927E1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65" name="Text Box 127">
                <a:extLst>
                  <a:ext uri="{FF2B5EF4-FFF2-40B4-BE49-F238E27FC236}">
                    <a16:creationId xmlns:a16="http://schemas.microsoft.com/office/drawing/2014/main" id="{8B376F94-A6AA-42C7-BA4B-7F70CEECD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</a:t>
                </a:r>
              </a:p>
            </p:txBody>
          </p:sp>
          <p:sp>
            <p:nvSpPr>
              <p:cNvPr id="34866" name="Text Box 128">
                <a:extLst>
                  <a:ext uri="{FF2B5EF4-FFF2-40B4-BE49-F238E27FC236}">
                    <a16:creationId xmlns:a16="http://schemas.microsoft.com/office/drawing/2014/main" id="{8B79716B-AA31-429A-8EBC-AC89326FA3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34867" name="Text Box 129">
                <a:extLst>
                  <a:ext uri="{FF2B5EF4-FFF2-40B4-BE49-F238E27FC236}">
                    <a16:creationId xmlns:a16="http://schemas.microsoft.com/office/drawing/2014/main" id="{5913B8DD-B363-49F5-886B-099A17786E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68" name="Text Box 130">
                <a:extLst>
                  <a:ext uri="{FF2B5EF4-FFF2-40B4-BE49-F238E27FC236}">
                    <a16:creationId xmlns:a16="http://schemas.microsoft.com/office/drawing/2014/main" id="{DCE9E9FC-3A23-4D57-BA5F-8B3DE82899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69" name="Line 131">
                <a:extLst>
                  <a:ext uri="{FF2B5EF4-FFF2-40B4-BE49-F238E27FC236}">
                    <a16:creationId xmlns:a16="http://schemas.microsoft.com/office/drawing/2014/main" id="{1CC18A74-9334-49DC-BF0D-BC32244FE3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0" name="Line 132">
                <a:extLst>
                  <a:ext uri="{FF2B5EF4-FFF2-40B4-BE49-F238E27FC236}">
                    <a16:creationId xmlns:a16="http://schemas.microsoft.com/office/drawing/2014/main" id="{315C11EE-F8C1-410D-8450-72DF9FC620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1" name="Line 133">
                <a:extLst>
                  <a:ext uri="{FF2B5EF4-FFF2-40B4-BE49-F238E27FC236}">
                    <a16:creationId xmlns:a16="http://schemas.microsoft.com/office/drawing/2014/main" id="{0A842E6F-9B01-48ED-BD4E-C7A282C44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2" name="Line 134">
                <a:extLst>
                  <a:ext uri="{FF2B5EF4-FFF2-40B4-BE49-F238E27FC236}">
                    <a16:creationId xmlns:a16="http://schemas.microsoft.com/office/drawing/2014/main" id="{7607B0A9-1CE3-4F80-985E-3C0AA0473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3" name="Line 135">
                <a:extLst>
                  <a:ext uri="{FF2B5EF4-FFF2-40B4-BE49-F238E27FC236}">
                    <a16:creationId xmlns:a16="http://schemas.microsoft.com/office/drawing/2014/main" id="{F670F2EE-D813-412E-A74B-A4CDC01FE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4" name="Line 136">
                <a:extLst>
                  <a:ext uri="{FF2B5EF4-FFF2-40B4-BE49-F238E27FC236}">
                    <a16:creationId xmlns:a16="http://schemas.microsoft.com/office/drawing/2014/main" id="{420561AC-CE39-4906-A766-CBCB42215B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5" name="Line 137">
                <a:extLst>
                  <a:ext uri="{FF2B5EF4-FFF2-40B4-BE49-F238E27FC236}">
                    <a16:creationId xmlns:a16="http://schemas.microsoft.com/office/drawing/2014/main" id="{A36D56D6-3BB1-43C4-A092-F138078B2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4876" name="Line 138">
                <a:extLst>
                  <a:ext uri="{FF2B5EF4-FFF2-40B4-BE49-F238E27FC236}">
                    <a16:creationId xmlns:a16="http://schemas.microsoft.com/office/drawing/2014/main" id="{3972CA22-16CF-49AC-8AD8-DAE5C51DF5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4856" name="Line 139">
              <a:extLst>
                <a:ext uri="{FF2B5EF4-FFF2-40B4-BE49-F238E27FC236}">
                  <a16:creationId xmlns:a16="http://schemas.microsoft.com/office/drawing/2014/main" id="{207FCA85-29BD-456E-8012-7BA114B89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5" y="1488"/>
              <a:ext cx="1056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57" name="Line 140">
              <a:extLst>
                <a:ext uri="{FF2B5EF4-FFF2-40B4-BE49-F238E27FC236}">
                  <a16:creationId xmlns:a16="http://schemas.microsoft.com/office/drawing/2014/main" id="{686F6D54-0B28-401B-B419-293E5A1CCC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1488"/>
              <a:ext cx="384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58" name="Line 141">
              <a:extLst>
                <a:ext uri="{FF2B5EF4-FFF2-40B4-BE49-F238E27FC236}">
                  <a16:creationId xmlns:a16="http://schemas.microsoft.com/office/drawing/2014/main" id="{F9EAF967-5E8C-4517-BA3F-11A62FADB7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1" y="1968"/>
              <a:ext cx="336" cy="11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59" name="Line 142">
              <a:extLst>
                <a:ext uri="{FF2B5EF4-FFF2-40B4-BE49-F238E27FC236}">
                  <a16:creationId xmlns:a16="http://schemas.microsoft.com/office/drawing/2014/main" id="{2FEA8715-B070-4DDB-86D6-9A0B9AF08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1" y="1968"/>
              <a:ext cx="144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0" name="Line 143">
              <a:extLst>
                <a:ext uri="{FF2B5EF4-FFF2-40B4-BE49-F238E27FC236}">
                  <a16:creationId xmlns:a16="http://schemas.microsoft.com/office/drawing/2014/main" id="{ECF0F64C-4CCE-4713-9A87-454875029C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1968"/>
              <a:ext cx="192" cy="4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1" name="Line 144">
              <a:extLst>
                <a:ext uri="{FF2B5EF4-FFF2-40B4-BE49-F238E27FC236}">
                  <a16:creationId xmlns:a16="http://schemas.microsoft.com/office/drawing/2014/main" id="{016B1EF2-B1DB-4181-915D-5E7870BC91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968"/>
              <a:ext cx="288" cy="52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2" name="Line 145">
              <a:extLst>
                <a:ext uri="{FF2B5EF4-FFF2-40B4-BE49-F238E27FC236}">
                  <a16:creationId xmlns:a16="http://schemas.microsoft.com/office/drawing/2014/main" id="{AC2453F1-C15D-492E-A4F3-5766DDB22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7" y="1968"/>
              <a:ext cx="336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63" name="Freeform 146">
              <a:extLst>
                <a:ext uri="{FF2B5EF4-FFF2-40B4-BE49-F238E27FC236}">
                  <a16:creationId xmlns:a16="http://schemas.microsoft.com/office/drawing/2014/main" id="{7790BF7C-1B32-4257-90C3-C6BD62504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920"/>
              <a:ext cx="464" cy="1248"/>
            </a:xfrm>
            <a:custGeom>
              <a:avLst/>
              <a:gdLst>
                <a:gd name="T0" fmla="*/ 0 w 464"/>
                <a:gd name="T1" fmla="*/ 0 h 1248"/>
                <a:gd name="T2" fmla="*/ 432 w 464"/>
                <a:gd name="T3" fmla="*/ 576 h 1248"/>
                <a:gd name="T4" fmla="*/ 192 w 464"/>
                <a:gd name="T5" fmla="*/ 1056 h 1248"/>
                <a:gd name="T6" fmla="*/ 336 w 464"/>
                <a:gd name="T7" fmla="*/ 1248 h 1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4"/>
                <a:gd name="T13" fmla="*/ 0 h 1248"/>
                <a:gd name="T14" fmla="*/ 464 w 464"/>
                <a:gd name="T15" fmla="*/ 1248 h 1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4" h="1248">
                  <a:moveTo>
                    <a:pt x="0" y="0"/>
                  </a:moveTo>
                  <a:cubicBezTo>
                    <a:pt x="200" y="200"/>
                    <a:pt x="400" y="400"/>
                    <a:pt x="432" y="576"/>
                  </a:cubicBezTo>
                  <a:cubicBezTo>
                    <a:pt x="464" y="752"/>
                    <a:pt x="208" y="944"/>
                    <a:pt x="192" y="1056"/>
                  </a:cubicBezTo>
                  <a:cubicBezTo>
                    <a:pt x="176" y="1168"/>
                    <a:pt x="256" y="1208"/>
                    <a:pt x="336" y="1248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41" name="Group 148">
            <a:extLst>
              <a:ext uri="{FF2B5EF4-FFF2-40B4-BE49-F238E27FC236}">
                <a16:creationId xmlns:a16="http://schemas.microsoft.com/office/drawing/2014/main" id="{9A17BA3B-B0F5-4E14-B093-B94E8653B0D4}"/>
              </a:ext>
            </a:extLst>
          </p:cNvPr>
          <p:cNvGrpSpPr>
            <a:grpSpLocks/>
          </p:cNvGrpSpPr>
          <p:nvPr/>
        </p:nvGrpSpPr>
        <p:grpSpPr bwMode="auto">
          <a:xfrm>
            <a:off x="8266113" y="5334000"/>
            <a:ext cx="2401887" cy="320675"/>
            <a:chOff x="2976" y="2680"/>
            <a:chExt cx="1872" cy="296"/>
          </a:xfrm>
        </p:grpSpPr>
        <p:sp>
          <p:nvSpPr>
            <p:cNvPr id="34834" name="Rectangle 149">
              <a:extLst>
                <a:ext uri="{FF2B5EF4-FFF2-40B4-BE49-F238E27FC236}">
                  <a16:creationId xmlns:a16="http://schemas.microsoft.com/office/drawing/2014/main" id="{42E53D62-37A5-4150-9235-0A326C2127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5" name="Text Box 150">
              <a:extLst>
                <a:ext uri="{FF2B5EF4-FFF2-40B4-BE49-F238E27FC236}">
                  <a16:creationId xmlns:a16="http://schemas.microsoft.com/office/drawing/2014/main" id="{7826C7FB-BEC0-4A3E-989C-A320F67D8A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6" name="Text Box 151">
              <a:extLst>
                <a:ext uri="{FF2B5EF4-FFF2-40B4-BE49-F238E27FC236}">
                  <a16:creationId xmlns:a16="http://schemas.microsoft.com/office/drawing/2014/main" id="{BB5F2934-421E-46CD-9A6B-A6636ABBB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7" name="Text Box 152">
              <a:extLst>
                <a:ext uri="{FF2B5EF4-FFF2-40B4-BE49-F238E27FC236}">
                  <a16:creationId xmlns:a16="http://schemas.microsoft.com/office/drawing/2014/main" id="{E56E8D73-0D81-447F-B853-F4BC0EB27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8" name="Text Box 153">
              <a:extLst>
                <a:ext uri="{FF2B5EF4-FFF2-40B4-BE49-F238E27FC236}">
                  <a16:creationId xmlns:a16="http://schemas.microsoft.com/office/drawing/2014/main" id="{B44C64C5-8DC7-42CA-889D-737FA194F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39" name="Line 154">
              <a:extLst>
                <a:ext uri="{FF2B5EF4-FFF2-40B4-BE49-F238E27FC236}">
                  <a16:creationId xmlns:a16="http://schemas.microsoft.com/office/drawing/2014/main" id="{711FEEFF-91CF-4718-9AEA-2493690C6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0" name="Line 155">
              <a:extLst>
                <a:ext uri="{FF2B5EF4-FFF2-40B4-BE49-F238E27FC236}">
                  <a16:creationId xmlns:a16="http://schemas.microsoft.com/office/drawing/2014/main" id="{165984DE-9019-47A7-AC30-0D72E3281D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1" name="Line 156">
              <a:extLst>
                <a:ext uri="{FF2B5EF4-FFF2-40B4-BE49-F238E27FC236}">
                  <a16:creationId xmlns:a16="http://schemas.microsoft.com/office/drawing/2014/main" id="{3E5F817A-E7AD-4D9E-AB52-F1EEEDCB3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2" name="Line 157">
              <a:extLst>
                <a:ext uri="{FF2B5EF4-FFF2-40B4-BE49-F238E27FC236}">
                  <a16:creationId xmlns:a16="http://schemas.microsoft.com/office/drawing/2014/main" id="{D42B7A99-6411-401C-BCB4-1C907B192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3" name="Line 158">
              <a:extLst>
                <a:ext uri="{FF2B5EF4-FFF2-40B4-BE49-F238E27FC236}">
                  <a16:creationId xmlns:a16="http://schemas.microsoft.com/office/drawing/2014/main" id="{E4A65EC4-CBCF-49C3-B1D2-555D5555D3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4" name="Line 159">
              <a:extLst>
                <a:ext uri="{FF2B5EF4-FFF2-40B4-BE49-F238E27FC236}">
                  <a16:creationId xmlns:a16="http://schemas.microsoft.com/office/drawing/2014/main" id="{9BA0F9DD-BA2B-4BCE-B2AB-AD9F101372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5" name="Line 160">
              <a:extLst>
                <a:ext uri="{FF2B5EF4-FFF2-40B4-BE49-F238E27FC236}">
                  <a16:creationId xmlns:a16="http://schemas.microsoft.com/office/drawing/2014/main" id="{CEAFD087-5FD5-4EB6-8BA7-5B3CB9FBE3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46" name="Line 161">
              <a:extLst>
                <a:ext uri="{FF2B5EF4-FFF2-40B4-BE49-F238E27FC236}">
                  <a16:creationId xmlns:a16="http://schemas.microsoft.com/office/drawing/2014/main" id="{AE96C2E9-59D0-428A-9282-9850DFCB8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55" name="Group 169">
            <a:extLst>
              <a:ext uri="{FF2B5EF4-FFF2-40B4-BE49-F238E27FC236}">
                <a16:creationId xmlns:a16="http://schemas.microsoft.com/office/drawing/2014/main" id="{D851F3AF-C5EB-4A51-87A4-90C8387D58E2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4114800"/>
            <a:ext cx="2133600" cy="519113"/>
            <a:chOff x="3696" y="2592"/>
            <a:chExt cx="1344" cy="327"/>
          </a:xfrm>
        </p:grpSpPr>
        <p:grpSp>
          <p:nvGrpSpPr>
            <p:cNvPr id="34829" name="Group 165">
              <a:extLst>
                <a:ext uri="{FF2B5EF4-FFF2-40B4-BE49-F238E27FC236}">
                  <a16:creationId xmlns:a16="http://schemas.microsoft.com/office/drawing/2014/main" id="{5704F84D-4B35-4754-A1CD-2B14A0530A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04" y="2688"/>
              <a:ext cx="336" cy="192"/>
              <a:chOff x="3448" y="3456"/>
              <a:chExt cx="336" cy="192"/>
            </a:xfrm>
          </p:grpSpPr>
          <p:sp>
            <p:nvSpPr>
              <p:cNvPr id="34832" name="Rectangle 162">
                <a:extLst>
                  <a:ext uri="{FF2B5EF4-FFF2-40B4-BE49-F238E27FC236}">
                    <a16:creationId xmlns:a16="http://schemas.microsoft.com/office/drawing/2014/main" id="{EC477F4B-1875-4ABD-83BF-3C63A8CC0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6" y="3456"/>
                <a:ext cx="240" cy="192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folHlink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4833" name="Text Box 164">
                <a:extLst>
                  <a:ext uri="{FF2B5EF4-FFF2-40B4-BE49-F238E27FC236}">
                    <a16:creationId xmlns:a16="http://schemas.microsoft.com/office/drawing/2014/main" id="{42EA5830-4418-4DE5-8914-4F3E78521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48" y="3472"/>
                <a:ext cx="3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</p:grpSp>
        <p:sp>
          <p:nvSpPr>
            <p:cNvPr id="34830" name="Line 167">
              <a:extLst>
                <a:ext uri="{FF2B5EF4-FFF2-40B4-BE49-F238E27FC236}">
                  <a16:creationId xmlns:a16="http://schemas.microsoft.com/office/drawing/2014/main" id="{B12D63D3-341D-4055-AB25-27EE986EE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2" y="2592"/>
              <a:ext cx="286" cy="2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31" name="Text Box 168">
              <a:extLst>
                <a:ext uri="{FF2B5EF4-FFF2-40B4-BE49-F238E27FC236}">
                  <a16:creationId xmlns:a16="http://schemas.microsoft.com/office/drawing/2014/main" id="{8A5E7106-1E3E-4C27-822C-0607BB0AF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688"/>
              <a:ext cx="83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hlink"/>
                  </a:solidFill>
                </a:rPr>
                <a:t>median</a:t>
              </a:r>
            </a:p>
          </p:txBody>
        </p:sp>
      </p:grpSp>
      <p:grpSp>
        <p:nvGrpSpPr>
          <p:cNvPr id="161" name="Group 173">
            <a:extLst>
              <a:ext uri="{FF2B5EF4-FFF2-40B4-BE49-F238E27FC236}">
                <a16:creationId xmlns:a16="http://schemas.microsoft.com/office/drawing/2014/main" id="{68A6AAC2-5343-43F3-82D4-FFD77A6BEE3B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3276600"/>
            <a:ext cx="2971800" cy="2057400"/>
            <a:chOff x="3504" y="2064"/>
            <a:chExt cx="1872" cy="1296"/>
          </a:xfrm>
        </p:grpSpPr>
        <p:sp>
          <p:nvSpPr>
            <p:cNvPr id="34826" name="Oval 170">
              <a:extLst>
                <a:ext uri="{FF2B5EF4-FFF2-40B4-BE49-F238E27FC236}">
                  <a16:creationId xmlns:a16="http://schemas.microsoft.com/office/drawing/2014/main" id="{9280DAA8-B48B-4608-BEB9-CC8C6EF7AC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2448"/>
              <a:ext cx="720" cy="576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4827" name="Freeform 171">
              <a:extLst>
                <a:ext uri="{FF2B5EF4-FFF2-40B4-BE49-F238E27FC236}">
                  <a16:creationId xmlns:a16="http://schemas.microsoft.com/office/drawing/2014/main" id="{38A51C07-6AE1-4B2D-A703-F26392735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6" y="2784"/>
              <a:ext cx="696" cy="576"/>
            </a:xfrm>
            <a:custGeom>
              <a:avLst/>
              <a:gdLst>
                <a:gd name="T0" fmla="*/ 432 w 696"/>
                <a:gd name="T1" fmla="*/ 0 h 576"/>
                <a:gd name="T2" fmla="*/ 624 w 696"/>
                <a:gd name="T3" fmla="*/ 240 h 576"/>
                <a:gd name="T4" fmla="*/ 0 w 696"/>
                <a:gd name="T5" fmla="*/ 576 h 576"/>
                <a:gd name="T6" fmla="*/ 0 60000 65536"/>
                <a:gd name="T7" fmla="*/ 0 60000 65536"/>
                <a:gd name="T8" fmla="*/ 0 60000 65536"/>
                <a:gd name="T9" fmla="*/ 0 w 696"/>
                <a:gd name="T10" fmla="*/ 0 h 576"/>
                <a:gd name="T11" fmla="*/ 696 w 696"/>
                <a:gd name="T12" fmla="*/ 576 h 5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6" h="576">
                  <a:moveTo>
                    <a:pt x="432" y="0"/>
                  </a:moveTo>
                  <a:cubicBezTo>
                    <a:pt x="564" y="72"/>
                    <a:pt x="696" y="144"/>
                    <a:pt x="624" y="240"/>
                  </a:cubicBezTo>
                  <a:cubicBezTo>
                    <a:pt x="552" y="336"/>
                    <a:pt x="276" y="456"/>
                    <a:pt x="0" y="576"/>
                  </a:cubicBezTo>
                </a:path>
              </a:pathLst>
            </a:custGeom>
            <a:noFill/>
            <a:ln w="25400">
              <a:solidFill>
                <a:schemeClr val="folHlink"/>
              </a:solidFill>
              <a:prstDash val="sysDot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4828" name="Freeform 172">
              <a:extLst>
                <a:ext uri="{FF2B5EF4-FFF2-40B4-BE49-F238E27FC236}">
                  <a16:creationId xmlns:a16="http://schemas.microsoft.com/office/drawing/2014/main" id="{C24E6160-6EDF-4404-8BDF-5C3522C40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064"/>
              <a:ext cx="1104" cy="432"/>
            </a:xfrm>
            <a:custGeom>
              <a:avLst/>
              <a:gdLst>
                <a:gd name="T0" fmla="*/ 1104 w 1104"/>
                <a:gd name="T1" fmla="*/ 432 h 432"/>
                <a:gd name="T2" fmla="*/ 384 w 1104"/>
                <a:gd name="T3" fmla="*/ 288 h 432"/>
                <a:gd name="T4" fmla="*/ 0 w 1104"/>
                <a:gd name="T5" fmla="*/ 0 h 432"/>
                <a:gd name="T6" fmla="*/ 0 60000 65536"/>
                <a:gd name="T7" fmla="*/ 0 60000 65536"/>
                <a:gd name="T8" fmla="*/ 0 60000 65536"/>
                <a:gd name="T9" fmla="*/ 0 w 1104"/>
                <a:gd name="T10" fmla="*/ 0 h 432"/>
                <a:gd name="T11" fmla="*/ 1104 w 1104"/>
                <a:gd name="T12" fmla="*/ 432 h 4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4" h="432">
                  <a:moveTo>
                    <a:pt x="1104" y="432"/>
                  </a:moveTo>
                  <a:cubicBezTo>
                    <a:pt x="836" y="396"/>
                    <a:pt x="568" y="360"/>
                    <a:pt x="384" y="288"/>
                  </a:cubicBezTo>
                  <a:cubicBezTo>
                    <a:pt x="200" y="216"/>
                    <a:pt x="100" y="108"/>
                    <a:pt x="0" y="0"/>
                  </a:cubicBezTo>
                </a:path>
              </a:pathLst>
            </a:custGeom>
            <a:noFill/>
            <a:ln w="25400">
              <a:solidFill>
                <a:schemeClr val="folHlink"/>
              </a:solidFill>
              <a:prstDash val="sysDot"/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66" name="Rectangle 2">
            <a:extLst>
              <a:ext uri="{FF2B5EF4-FFF2-40B4-BE49-F238E27FC236}">
                <a16:creationId xmlns:a16="http://schemas.microsoft.com/office/drawing/2014/main" id="{694A910D-3465-4CCF-ABF3-5BA18336F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0200"/>
            <a:ext cx="97250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Inserarea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</a:t>
            </a:r>
            <a:r>
              <a:rPr lang="ro-RO" altLang="en-US" kern="0" dirty="0"/>
              <a:t>ă</a:t>
            </a:r>
            <a:r>
              <a:rPr lang="en-US" altLang="en-US" kern="0" dirty="0" err="1"/>
              <a:t>rilor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Arbore-B</a:t>
            </a:r>
          </a:p>
        </p:txBody>
      </p:sp>
    </p:spTree>
    <p:extLst>
      <p:ext uri="{BB962C8B-B14F-4D97-AF65-F5344CB8AC3E}">
        <p14:creationId xmlns:p14="http://schemas.microsoft.com/office/powerpoint/2010/main" val="5598246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535FD1F-4AB8-4C36-9FFC-0A8B53BAD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1885CF-70BB-456E-B8D0-B2CEBF8DAA1D}"/>
              </a:ext>
            </a:extLst>
          </p:cNvPr>
          <p:cNvSpPr txBox="1">
            <a:spLocks noChangeArrowheads="1"/>
          </p:cNvSpPr>
          <p:nvPr/>
        </p:nvSpPr>
        <p:spPr>
          <a:xfrm>
            <a:off x="2133600" y="1295400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… </a:t>
            </a:r>
            <a:r>
              <a:rPr lang="en-US" altLang="en-US" sz="2400" kern="0" dirty="0" err="1"/>
              <a:t>apoi</a:t>
            </a:r>
            <a:r>
              <a:rPr lang="en-US" altLang="en-US" sz="2400" kern="0" dirty="0"/>
              <a:t> se </a:t>
            </a:r>
            <a:r>
              <a:rPr lang="en-US" altLang="en-US" sz="2400" kern="0" dirty="0" err="1"/>
              <a:t>insereaz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nregistrarea</a:t>
            </a:r>
            <a:r>
              <a:rPr lang="en-US" altLang="en-US" sz="2400" kern="0" dirty="0"/>
              <a:t> cu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’72’</a:t>
            </a:r>
          </a:p>
        </p:txBody>
      </p:sp>
      <p:grpSp>
        <p:nvGrpSpPr>
          <p:cNvPr id="35844" name="Group 164">
            <a:extLst>
              <a:ext uri="{FF2B5EF4-FFF2-40B4-BE49-F238E27FC236}">
                <a16:creationId xmlns:a16="http://schemas.microsoft.com/office/drawing/2014/main" id="{C0BD1E94-032F-4217-B02E-9EA9EB8AAB3D}"/>
              </a:ext>
            </a:extLst>
          </p:cNvPr>
          <p:cNvGrpSpPr>
            <a:grpSpLocks/>
          </p:cNvGrpSpPr>
          <p:nvPr/>
        </p:nvGrpSpPr>
        <p:grpSpPr bwMode="auto">
          <a:xfrm>
            <a:off x="2322513" y="2209800"/>
            <a:ext cx="8345487" cy="3444875"/>
            <a:chOff x="503" y="1392"/>
            <a:chExt cx="5257" cy="2170"/>
          </a:xfrm>
        </p:grpSpPr>
        <p:grpSp>
          <p:nvGrpSpPr>
            <p:cNvPr id="35849" name="Group 5">
              <a:extLst>
                <a:ext uri="{FF2B5EF4-FFF2-40B4-BE49-F238E27FC236}">
                  <a16:creationId xmlns:a16="http://schemas.microsoft.com/office/drawing/2014/main" id="{0511D2DF-B7DF-4859-BE5A-5077991CCE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" y="1824"/>
              <a:ext cx="1513" cy="202"/>
              <a:chOff x="2976" y="2680"/>
              <a:chExt cx="1872" cy="296"/>
            </a:xfrm>
          </p:grpSpPr>
          <p:sp>
            <p:nvSpPr>
              <p:cNvPr id="35983" name="Rectangle 6">
                <a:extLst>
                  <a:ext uri="{FF2B5EF4-FFF2-40B4-BE49-F238E27FC236}">
                    <a16:creationId xmlns:a16="http://schemas.microsoft.com/office/drawing/2014/main" id="{250F2482-A3B1-4932-8694-3DE9BA3AA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84" name="Text Box 7">
                <a:extLst>
                  <a:ext uri="{FF2B5EF4-FFF2-40B4-BE49-F238E27FC236}">
                    <a16:creationId xmlns:a16="http://schemas.microsoft.com/office/drawing/2014/main" id="{18C464C2-77A2-43F6-8285-975CAFDEED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71</a:t>
                </a:r>
              </a:p>
            </p:txBody>
          </p:sp>
          <p:sp>
            <p:nvSpPr>
              <p:cNvPr id="35985" name="Text Box 8">
                <a:extLst>
                  <a:ext uri="{FF2B5EF4-FFF2-40B4-BE49-F238E27FC236}">
                    <a16:creationId xmlns:a16="http://schemas.microsoft.com/office/drawing/2014/main" id="{B8DE1827-ADE3-4402-ADDC-3E608A006E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66</a:t>
                </a:r>
              </a:p>
            </p:txBody>
          </p:sp>
          <p:sp>
            <p:nvSpPr>
              <p:cNvPr id="35986" name="Text Box 9">
                <a:extLst>
                  <a:ext uri="{FF2B5EF4-FFF2-40B4-BE49-F238E27FC236}">
                    <a16:creationId xmlns:a16="http://schemas.microsoft.com/office/drawing/2014/main" id="{79B49E25-613F-48DC-B48B-65BB11C98A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35987" name="Text Box 10">
                <a:extLst>
                  <a:ext uri="{FF2B5EF4-FFF2-40B4-BE49-F238E27FC236}">
                    <a16:creationId xmlns:a16="http://schemas.microsoft.com/office/drawing/2014/main" id="{2DE635E7-177F-4AB8-BEAE-2D9DA176C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88" name="Line 11">
                <a:extLst>
                  <a:ext uri="{FF2B5EF4-FFF2-40B4-BE49-F238E27FC236}">
                    <a16:creationId xmlns:a16="http://schemas.microsoft.com/office/drawing/2014/main" id="{798F116B-A4A2-4FD3-BAD2-B868A1E37F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89" name="Line 12">
                <a:extLst>
                  <a:ext uri="{FF2B5EF4-FFF2-40B4-BE49-F238E27FC236}">
                    <a16:creationId xmlns:a16="http://schemas.microsoft.com/office/drawing/2014/main" id="{BCCE7BFE-81F9-401F-BB83-AEE1879CF1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90" name="Line 13">
                <a:extLst>
                  <a:ext uri="{FF2B5EF4-FFF2-40B4-BE49-F238E27FC236}">
                    <a16:creationId xmlns:a16="http://schemas.microsoft.com/office/drawing/2014/main" id="{B3CB8D0D-3640-47B8-81F9-6CCDF9929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91" name="Line 14">
                <a:extLst>
                  <a:ext uri="{FF2B5EF4-FFF2-40B4-BE49-F238E27FC236}">
                    <a16:creationId xmlns:a16="http://schemas.microsoft.com/office/drawing/2014/main" id="{8CF90199-2E7E-48CA-A356-A4D19A124D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92" name="Line 15">
                <a:extLst>
                  <a:ext uri="{FF2B5EF4-FFF2-40B4-BE49-F238E27FC236}">
                    <a16:creationId xmlns:a16="http://schemas.microsoft.com/office/drawing/2014/main" id="{7CA55409-19BB-4CF8-947A-FB18C735F4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93" name="Line 16">
                <a:extLst>
                  <a:ext uri="{FF2B5EF4-FFF2-40B4-BE49-F238E27FC236}">
                    <a16:creationId xmlns:a16="http://schemas.microsoft.com/office/drawing/2014/main" id="{5542F382-67C8-47D5-931D-6ED87400CF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94" name="Line 17">
                <a:extLst>
                  <a:ext uri="{FF2B5EF4-FFF2-40B4-BE49-F238E27FC236}">
                    <a16:creationId xmlns:a16="http://schemas.microsoft.com/office/drawing/2014/main" id="{A4EF018E-B84C-4A44-8562-7449B87BF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95" name="Line 18">
                <a:extLst>
                  <a:ext uri="{FF2B5EF4-FFF2-40B4-BE49-F238E27FC236}">
                    <a16:creationId xmlns:a16="http://schemas.microsoft.com/office/drawing/2014/main" id="{E683ADFD-CF75-4A66-A7B0-51C52A378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0" name="Group 19">
              <a:extLst>
                <a:ext uri="{FF2B5EF4-FFF2-40B4-BE49-F238E27FC236}">
                  <a16:creationId xmlns:a16="http://schemas.microsoft.com/office/drawing/2014/main" id="{8F2436B5-22B3-4EF0-A4F6-3652622EE7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3" y="1392"/>
              <a:ext cx="1513" cy="202"/>
              <a:chOff x="2976" y="2680"/>
              <a:chExt cx="1872" cy="296"/>
            </a:xfrm>
          </p:grpSpPr>
          <p:sp>
            <p:nvSpPr>
              <p:cNvPr id="35970" name="Rectangle 20">
                <a:extLst>
                  <a:ext uri="{FF2B5EF4-FFF2-40B4-BE49-F238E27FC236}">
                    <a16:creationId xmlns:a16="http://schemas.microsoft.com/office/drawing/2014/main" id="{C28C30D7-F3C3-4571-850D-1E0B42A01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71" name="Text Box 21">
                <a:extLst>
                  <a:ext uri="{FF2B5EF4-FFF2-40B4-BE49-F238E27FC236}">
                    <a16:creationId xmlns:a16="http://schemas.microsoft.com/office/drawing/2014/main" id="{B2972F4F-99E7-4DCC-A656-AD8C0B856B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72" name="Text Box 22">
                <a:extLst>
                  <a:ext uri="{FF2B5EF4-FFF2-40B4-BE49-F238E27FC236}">
                    <a16:creationId xmlns:a16="http://schemas.microsoft.com/office/drawing/2014/main" id="{914E9BE4-D82B-4DA5-A1FA-FB33F5A668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51</a:t>
                </a:r>
              </a:p>
            </p:txBody>
          </p:sp>
          <p:sp>
            <p:nvSpPr>
              <p:cNvPr id="35973" name="Text Box 23">
                <a:extLst>
                  <a:ext uri="{FF2B5EF4-FFF2-40B4-BE49-F238E27FC236}">
                    <a16:creationId xmlns:a16="http://schemas.microsoft.com/office/drawing/2014/main" id="{55152625-5088-472C-B5FD-DA8D3B13B3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74" name="Text Box 24">
                <a:extLst>
                  <a:ext uri="{FF2B5EF4-FFF2-40B4-BE49-F238E27FC236}">
                    <a16:creationId xmlns:a16="http://schemas.microsoft.com/office/drawing/2014/main" id="{89273413-087E-4749-ABA5-FFC8BBD5D8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75" name="Line 25">
                <a:extLst>
                  <a:ext uri="{FF2B5EF4-FFF2-40B4-BE49-F238E27FC236}">
                    <a16:creationId xmlns:a16="http://schemas.microsoft.com/office/drawing/2014/main" id="{78680F60-7669-4DE0-95C6-3DDB7DC23A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76" name="Line 26">
                <a:extLst>
                  <a:ext uri="{FF2B5EF4-FFF2-40B4-BE49-F238E27FC236}">
                    <a16:creationId xmlns:a16="http://schemas.microsoft.com/office/drawing/2014/main" id="{23813195-AEAB-42E8-BBBC-01476D19F7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77" name="Line 27">
                <a:extLst>
                  <a:ext uri="{FF2B5EF4-FFF2-40B4-BE49-F238E27FC236}">
                    <a16:creationId xmlns:a16="http://schemas.microsoft.com/office/drawing/2014/main" id="{C133473A-DD60-4482-B464-0B356DE4B1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78" name="Line 28">
                <a:extLst>
                  <a:ext uri="{FF2B5EF4-FFF2-40B4-BE49-F238E27FC236}">
                    <a16:creationId xmlns:a16="http://schemas.microsoft.com/office/drawing/2014/main" id="{534A4220-EB22-49D4-BE29-8BCC09869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79" name="Line 29">
                <a:extLst>
                  <a:ext uri="{FF2B5EF4-FFF2-40B4-BE49-F238E27FC236}">
                    <a16:creationId xmlns:a16="http://schemas.microsoft.com/office/drawing/2014/main" id="{3105CA2D-D548-4582-A86A-07832FDADD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80" name="Line 30">
                <a:extLst>
                  <a:ext uri="{FF2B5EF4-FFF2-40B4-BE49-F238E27FC236}">
                    <a16:creationId xmlns:a16="http://schemas.microsoft.com/office/drawing/2014/main" id="{A5E29948-BA3D-4980-93EA-B4FA7BF44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81" name="Line 31">
                <a:extLst>
                  <a:ext uri="{FF2B5EF4-FFF2-40B4-BE49-F238E27FC236}">
                    <a16:creationId xmlns:a16="http://schemas.microsoft.com/office/drawing/2014/main" id="{D42C1621-2B36-4CB1-8E80-1503C7B26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82" name="Line 32">
                <a:extLst>
                  <a:ext uri="{FF2B5EF4-FFF2-40B4-BE49-F238E27FC236}">
                    <a16:creationId xmlns:a16="http://schemas.microsoft.com/office/drawing/2014/main" id="{3B52226D-5A8E-4AEC-9CF1-B750AD2073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1" name="Group 33">
              <a:extLst>
                <a:ext uri="{FF2B5EF4-FFF2-40B4-BE49-F238E27FC236}">
                  <a16:creationId xmlns:a16="http://schemas.microsoft.com/office/drawing/2014/main" id="{E5119198-48F9-4FE0-A47D-886C3E493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9" y="1824"/>
              <a:ext cx="1513" cy="202"/>
              <a:chOff x="2976" y="2680"/>
              <a:chExt cx="1872" cy="296"/>
            </a:xfrm>
          </p:grpSpPr>
          <p:sp>
            <p:nvSpPr>
              <p:cNvPr id="35957" name="Rectangle 34">
                <a:extLst>
                  <a:ext uri="{FF2B5EF4-FFF2-40B4-BE49-F238E27FC236}">
                    <a16:creationId xmlns:a16="http://schemas.microsoft.com/office/drawing/2014/main" id="{70CBCAC7-3D0D-4EB0-9DF8-1BBC74901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58" name="Text Box 35">
                <a:extLst>
                  <a:ext uri="{FF2B5EF4-FFF2-40B4-BE49-F238E27FC236}">
                    <a16:creationId xmlns:a16="http://schemas.microsoft.com/office/drawing/2014/main" id="{CA5CDE10-806F-4F53-AD7B-9D44924ADD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30</a:t>
                </a:r>
              </a:p>
            </p:txBody>
          </p:sp>
          <p:sp>
            <p:nvSpPr>
              <p:cNvPr id="35959" name="Text Box 36">
                <a:extLst>
                  <a:ext uri="{FF2B5EF4-FFF2-40B4-BE49-F238E27FC236}">
                    <a16:creationId xmlns:a16="http://schemas.microsoft.com/office/drawing/2014/main" id="{45E4E48B-B75E-46C5-8D09-A88E2B9FE8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11</a:t>
                </a:r>
              </a:p>
            </p:txBody>
          </p:sp>
          <p:sp>
            <p:nvSpPr>
              <p:cNvPr id="35960" name="Text Box 37">
                <a:extLst>
                  <a:ext uri="{FF2B5EF4-FFF2-40B4-BE49-F238E27FC236}">
                    <a16:creationId xmlns:a16="http://schemas.microsoft.com/office/drawing/2014/main" id="{1F8DA90B-ED1D-403A-A7FE-2DBD7D34E1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61" name="Text Box 38">
                <a:extLst>
                  <a:ext uri="{FF2B5EF4-FFF2-40B4-BE49-F238E27FC236}">
                    <a16:creationId xmlns:a16="http://schemas.microsoft.com/office/drawing/2014/main" id="{F361DCAB-E686-4CCC-91DB-5034B86948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62" name="Line 39">
                <a:extLst>
                  <a:ext uri="{FF2B5EF4-FFF2-40B4-BE49-F238E27FC236}">
                    <a16:creationId xmlns:a16="http://schemas.microsoft.com/office/drawing/2014/main" id="{5AB4F6BC-CCC3-42EB-89FA-035AC0157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3" name="Line 40">
                <a:extLst>
                  <a:ext uri="{FF2B5EF4-FFF2-40B4-BE49-F238E27FC236}">
                    <a16:creationId xmlns:a16="http://schemas.microsoft.com/office/drawing/2014/main" id="{CB6859C1-34B3-41DC-BEC0-ECD6B08D2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4" name="Line 41">
                <a:extLst>
                  <a:ext uri="{FF2B5EF4-FFF2-40B4-BE49-F238E27FC236}">
                    <a16:creationId xmlns:a16="http://schemas.microsoft.com/office/drawing/2014/main" id="{578194B8-B668-45B7-BDFA-033DC7F38D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5" name="Line 42">
                <a:extLst>
                  <a:ext uri="{FF2B5EF4-FFF2-40B4-BE49-F238E27FC236}">
                    <a16:creationId xmlns:a16="http://schemas.microsoft.com/office/drawing/2014/main" id="{B0889E88-8D28-4562-8A9F-047AD51D35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6" name="Line 43">
                <a:extLst>
                  <a:ext uri="{FF2B5EF4-FFF2-40B4-BE49-F238E27FC236}">
                    <a16:creationId xmlns:a16="http://schemas.microsoft.com/office/drawing/2014/main" id="{CAF0C192-09C2-4200-A5CD-7C91707C51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7" name="Line 44">
                <a:extLst>
                  <a:ext uri="{FF2B5EF4-FFF2-40B4-BE49-F238E27FC236}">
                    <a16:creationId xmlns:a16="http://schemas.microsoft.com/office/drawing/2014/main" id="{A21A562D-5361-4D62-8CF8-8F4E1648D5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8" name="Line 45">
                <a:extLst>
                  <a:ext uri="{FF2B5EF4-FFF2-40B4-BE49-F238E27FC236}">
                    <a16:creationId xmlns:a16="http://schemas.microsoft.com/office/drawing/2014/main" id="{1FFE6225-6FA9-46D8-AB5B-3268B2E198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69" name="Line 46">
                <a:extLst>
                  <a:ext uri="{FF2B5EF4-FFF2-40B4-BE49-F238E27FC236}">
                    <a16:creationId xmlns:a16="http://schemas.microsoft.com/office/drawing/2014/main" id="{118E3F1E-B2B6-4D06-8B63-6F54FA2C99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2" name="Group 47">
              <a:extLst>
                <a:ext uri="{FF2B5EF4-FFF2-40B4-BE49-F238E27FC236}">
                  <a16:creationId xmlns:a16="http://schemas.microsoft.com/office/drawing/2014/main" id="{636458E2-9049-4373-A992-4AD522B37D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99" y="2400"/>
              <a:ext cx="1513" cy="202"/>
              <a:chOff x="2976" y="2680"/>
              <a:chExt cx="1872" cy="296"/>
            </a:xfrm>
          </p:grpSpPr>
          <p:sp>
            <p:nvSpPr>
              <p:cNvPr id="35944" name="Rectangle 48">
                <a:extLst>
                  <a:ext uri="{FF2B5EF4-FFF2-40B4-BE49-F238E27FC236}">
                    <a16:creationId xmlns:a16="http://schemas.microsoft.com/office/drawing/2014/main" id="{984E9221-D967-4207-AE33-DFEC4695B8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45" name="Text Box 49">
                <a:extLst>
                  <a:ext uri="{FF2B5EF4-FFF2-40B4-BE49-F238E27FC236}">
                    <a16:creationId xmlns:a16="http://schemas.microsoft.com/office/drawing/2014/main" id="{7DD7792C-BFBB-4AD5-8F04-C3D3216A2B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44</a:t>
                </a:r>
              </a:p>
            </p:txBody>
          </p:sp>
          <p:sp>
            <p:nvSpPr>
              <p:cNvPr id="35946" name="Text Box 50">
                <a:extLst>
                  <a:ext uri="{FF2B5EF4-FFF2-40B4-BE49-F238E27FC236}">
                    <a16:creationId xmlns:a16="http://schemas.microsoft.com/office/drawing/2014/main" id="{01C9EEF1-FBE3-42B0-B79D-53A987B8B9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35947" name="Text Box 51">
                <a:extLst>
                  <a:ext uri="{FF2B5EF4-FFF2-40B4-BE49-F238E27FC236}">
                    <a16:creationId xmlns:a16="http://schemas.microsoft.com/office/drawing/2014/main" id="{842210F3-4DCA-4DB1-B9B9-3007E50027A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48" name="Text Box 52">
                <a:extLst>
                  <a:ext uri="{FF2B5EF4-FFF2-40B4-BE49-F238E27FC236}">
                    <a16:creationId xmlns:a16="http://schemas.microsoft.com/office/drawing/2014/main" id="{98D735C6-ECF0-44FD-A255-6B2121E1A0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49" name="Line 53">
                <a:extLst>
                  <a:ext uri="{FF2B5EF4-FFF2-40B4-BE49-F238E27FC236}">
                    <a16:creationId xmlns:a16="http://schemas.microsoft.com/office/drawing/2014/main" id="{5006AB56-46CA-4686-B739-DD47D3A6C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0" name="Line 54">
                <a:extLst>
                  <a:ext uri="{FF2B5EF4-FFF2-40B4-BE49-F238E27FC236}">
                    <a16:creationId xmlns:a16="http://schemas.microsoft.com/office/drawing/2014/main" id="{EC3F322A-EC3C-4847-A08B-939CE830EA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1" name="Line 55">
                <a:extLst>
                  <a:ext uri="{FF2B5EF4-FFF2-40B4-BE49-F238E27FC236}">
                    <a16:creationId xmlns:a16="http://schemas.microsoft.com/office/drawing/2014/main" id="{A312B2F2-2F38-4267-8251-6DD8AF621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2" name="Line 56">
                <a:extLst>
                  <a:ext uri="{FF2B5EF4-FFF2-40B4-BE49-F238E27FC236}">
                    <a16:creationId xmlns:a16="http://schemas.microsoft.com/office/drawing/2014/main" id="{DFC54879-0B7E-4E39-AFB8-AD1E563D23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3" name="Line 57">
                <a:extLst>
                  <a:ext uri="{FF2B5EF4-FFF2-40B4-BE49-F238E27FC236}">
                    <a16:creationId xmlns:a16="http://schemas.microsoft.com/office/drawing/2014/main" id="{C8810BBE-B2D4-4799-8F35-D05E89B97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4" name="Line 58">
                <a:extLst>
                  <a:ext uri="{FF2B5EF4-FFF2-40B4-BE49-F238E27FC236}">
                    <a16:creationId xmlns:a16="http://schemas.microsoft.com/office/drawing/2014/main" id="{DB3D491D-AFBB-4FDB-9920-AEB97E99F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5" name="Line 59">
                <a:extLst>
                  <a:ext uri="{FF2B5EF4-FFF2-40B4-BE49-F238E27FC236}">
                    <a16:creationId xmlns:a16="http://schemas.microsoft.com/office/drawing/2014/main" id="{63C65AF8-0B3C-471F-8B89-5799B8CF6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56" name="Line 60">
                <a:extLst>
                  <a:ext uri="{FF2B5EF4-FFF2-40B4-BE49-F238E27FC236}">
                    <a16:creationId xmlns:a16="http://schemas.microsoft.com/office/drawing/2014/main" id="{3A193B09-BA51-40DC-80D8-006BF84890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3" name="Group 61">
              <a:extLst>
                <a:ext uri="{FF2B5EF4-FFF2-40B4-BE49-F238E27FC236}">
                  <a16:creationId xmlns:a16="http://schemas.microsoft.com/office/drawing/2014/main" id="{E123D5A1-0FF1-448C-9D96-3A67B399B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67" y="2688"/>
              <a:ext cx="1513" cy="202"/>
              <a:chOff x="2976" y="2680"/>
              <a:chExt cx="1872" cy="296"/>
            </a:xfrm>
          </p:grpSpPr>
          <p:sp>
            <p:nvSpPr>
              <p:cNvPr id="35931" name="Rectangle 62">
                <a:extLst>
                  <a:ext uri="{FF2B5EF4-FFF2-40B4-BE49-F238E27FC236}">
                    <a16:creationId xmlns:a16="http://schemas.microsoft.com/office/drawing/2014/main" id="{76A91975-4B48-4B48-BD5A-AA3EE05E2A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32" name="Text Box 63">
                <a:extLst>
                  <a:ext uri="{FF2B5EF4-FFF2-40B4-BE49-F238E27FC236}">
                    <a16:creationId xmlns:a16="http://schemas.microsoft.com/office/drawing/2014/main" id="{35B2BD0F-F281-400A-862E-29D1ACD7F9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35933" name="Text Box 64">
                <a:extLst>
                  <a:ext uri="{FF2B5EF4-FFF2-40B4-BE49-F238E27FC236}">
                    <a16:creationId xmlns:a16="http://schemas.microsoft.com/office/drawing/2014/main" id="{D2038534-7553-4B25-8905-972A34A473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35934" name="Text Box 65">
                <a:extLst>
                  <a:ext uri="{FF2B5EF4-FFF2-40B4-BE49-F238E27FC236}">
                    <a16:creationId xmlns:a16="http://schemas.microsoft.com/office/drawing/2014/main" id="{AFDC3503-C29F-40D7-A404-06745F1CF4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35935" name="Text Box 66">
                <a:extLst>
                  <a:ext uri="{FF2B5EF4-FFF2-40B4-BE49-F238E27FC236}">
                    <a16:creationId xmlns:a16="http://schemas.microsoft.com/office/drawing/2014/main" id="{5D5DF38A-C343-45A1-B604-381306DE1B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36" name="Line 67">
                <a:extLst>
                  <a:ext uri="{FF2B5EF4-FFF2-40B4-BE49-F238E27FC236}">
                    <a16:creationId xmlns:a16="http://schemas.microsoft.com/office/drawing/2014/main" id="{689D8F54-FE21-4DBA-B9E4-554D75DB69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37" name="Line 68">
                <a:extLst>
                  <a:ext uri="{FF2B5EF4-FFF2-40B4-BE49-F238E27FC236}">
                    <a16:creationId xmlns:a16="http://schemas.microsoft.com/office/drawing/2014/main" id="{68642432-87F8-4870-A4C6-4D8A7CB6CE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38" name="Line 69">
                <a:extLst>
                  <a:ext uri="{FF2B5EF4-FFF2-40B4-BE49-F238E27FC236}">
                    <a16:creationId xmlns:a16="http://schemas.microsoft.com/office/drawing/2014/main" id="{07F803B1-6FD7-40E1-A46E-A4B8CEBF22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39" name="Line 70">
                <a:extLst>
                  <a:ext uri="{FF2B5EF4-FFF2-40B4-BE49-F238E27FC236}">
                    <a16:creationId xmlns:a16="http://schemas.microsoft.com/office/drawing/2014/main" id="{F3C93032-3DCB-4B3B-85ED-174C8E60B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40" name="Line 71">
                <a:extLst>
                  <a:ext uri="{FF2B5EF4-FFF2-40B4-BE49-F238E27FC236}">
                    <a16:creationId xmlns:a16="http://schemas.microsoft.com/office/drawing/2014/main" id="{71844A03-9872-49B4-8E66-14DD52562B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41" name="Line 72">
                <a:extLst>
                  <a:ext uri="{FF2B5EF4-FFF2-40B4-BE49-F238E27FC236}">
                    <a16:creationId xmlns:a16="http://schemas.microsoft.com/office/drawing/2014/main" id="{52B6D196-D2DB-4EE0-82D3-EDBE192F01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42" name="Line 73">
                <a:extLst>
                  <a:ext uri="{FF2B5EF4-FFF2-40B4-BE49-F238E27FC236}">
                    <a16:creationId xmlns:a16="http://schemas.microsoft.com/office/drawing/2014/main" id="{E784144A-013B-4F44-AACB-7CABF4268D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43" name="Line 74">
                <a:extLst>
                  <a:ext uri="{FF2B5EF4-FFF2-40B4-BE49-F238E27FC236}">
                    <a16:creationId xmlns:a16="http://schemas.microsoft.com/office/drawing/2014/main" id="{7C3CD5B0-B463-4D61-AAD9-1679952F5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4" name="Group 75">
              <a:extLst>
                <a:ext uri="{FF2B5EF4-FFF2-40B4-BE49-F238E27FC236}">
                  <a16:creationId xmlns:a16="http://schemas.microsoft.com/office/drawing/2014/main" id="{2E6C53A7-CA77-407E-9C6A-7D9B083E9F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03" y="2160"/>
              <a:ext cx="1513" cy="202"/>
              <a:chOff x="2976" y="2680"/>
              <a:chExt cx="1872" cy="296"/>
            </a:xfrm>
          </p:grpSpPr>
          <p:sp>
            <p:nvSpPr>
              <p:cNvPr id="35918" name="Rectangle 76">
                <a:extLst>
                  <a:ext uri="{FF2B5EF4-FFF2-40B4-BE49-F238E27FC236}">
                    <a16:creationId xmlns:a16="http://schemas.microsoft.com/office/drawing/2014/main" id="{93796CA3-B3A5-4446-9213-42DE4DF7CF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19" name="Text Box 77">
                <a:extLst>
                  <a:ext uri="{FF2B5EF4-FFF2-40B4-BE49-F238E27FC236}">
                    <a16:creationId xmlns:a16="http://schemas.microsoft.com/office/drawing/2014/main" id="{E133368A-45CF-4083-B7A6-734AC459A8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84</a:t>
                </a:r>
              </a:p>
            </p:txBody>
          </p:sp>
          <p:sp>
            <p:nvSpPr>
              <p:cNvPr id="35920" name="Text Box 78">
                <a:extLst>
                  <a:ext uri="{FF2B5EF4-FFF2-40B4-BE49-F238E27FC236}">
                    <a16:creationId xmlns:a16="http://schemas.microsoft.com/office/drawing/2014/main" id="{72976DDB-6020-4C0A-B962-C15A7D8203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79</a:t>
                </a:r>
              </a:p>
            </p:txBody>
          </p:sp>
          <p:sp>
            <p:nvSpPr>
              <p:cNvPr id="35921" name="Text Box 79">
                <a:extLst>
                  <a:ext uri="{FF2B5EF4-FFF2-40B4-BE49-F238E27FC236}">
                    <a16:creationId xmlns:a16="http://schemas.microsoft.com/office/drawing/2014/main" id="{B0A22B42-E256-455A-BCE9-783B9F5AD7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93</a:t>
                </a:r>
              </a:p>
            </p:txBody>
          </p:sp>
          <p:sp>
            <p:nvSpPr>
              <p:cNvPr id="35922" name="Text Box 80">
                <a:extLst>
                  <a:ext uri="{FF2B5EF4-FFF2-40B4-BE49-F238E27FC236}">
                    <a16:creationId xmlns:a16="http://schemas.microsoft.com/office/drawing/2014/main" id="{CB086B74-0E69-4EF2-B9E1-05D26E68D3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23" name="Line 81">
                <a:extLst>
                  <a:ext uri="{FF2B5EF4-FFF2-40B4-BE49-F238E27FC236}">
                    <a16:creationId xmlns:a16="http://schemas.microsoft.com/office/drawing/2014/main" id="{E584761D-A4B1-4223-BCA9-C38FC47A5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24" name="Line 82">
                <a:extLst>
                  <a:ext uri="{FF2B5EF4-FFF2-40B4-BE49-F238E27FC236}">
                    <a16:creationId xmlns:a16="http://schemas.microsoft.com/office/drawing/2014/main" id="{06B502F7-A66A-4ABB-AE9F-0BF831C2A2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25" name="Line 83">
                <a:extLst>
                  <a:ext uri="{FF2B5EF4-FFF2-40B4-BE49-F238E27FC236}">
                    <a16:creationId xmlns:a16="http://schemas.microsoft.com/office/drawing/2014/main" id="{B6AD0095-D6FA-4AAF-BB1E-A735979132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26" name="Line 84">
                <a:extLst>
                  <a:ext uri="{FF2B5EF4-FFF2-40B4-BE49-F238E27FC236}">
                    <a16:creationId xmlns:a16="http://schemas.microsoft.com/office/drawing/2014/main" id="{E9409047-13E2-4A57-9B2C-4D1691019D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27" name="Line 85">
                <a:extLst>
                  <a:ext uri="{FF2B5EF4-FFF2-40B4-BE49-F238E27FC236}">
                    <a16:creationId xmlns:a16="http://schemas.microsoft.com/office/drawing/2014/main" id="{51362578-C69D-4C10-A69D-BE83FDEA33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28" name="Line 86">
                <a:extLst>
                  <a:ext uri="{FF2B5EF4-FFF2-40B4-BE49-F238E27FC236}">
                    <a16:creationId xmlns:a16="http://schemas.microsoft.com/office/drawing/2014/main" id="{31D10F73-DD23-43B3-838D-04F0AF0ADA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29" name="Line 87">
                <a:extLst>
                  <a:ext uri="{FF2B5EF4-FFF2-40B4-BE49-F238E27FC236}">
                    <a16:creationId xmlns:a16="http://schemas.microsoft.com/office/drawing/2014/main" id="{C5E50B6C-733B-4B83-8F4E-5BE7F2BA0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30" name="Line 88">
                <a:extLst>
                  <a:ext uri="{FF2B5EF4-FFF2-40B4-BE49-F238E27FC236}">
                    <a16:creationId xmlns:a16="http://schemas.microsoft.com/office/drawing/2014/main" id="{F25F2DCF-6CC1-49B7-A569-96485840F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5" name="Group 89">
              <a:extLst>
                <a:ext uri="{FF2B5EF4-FFF2-40B4-BE49-F238E27FC236}">
                  <a16:creationId xmlns:a16="http://schemas.microsoft.com/office/drawing/2014/main" id="{4598F06F-18E0-49E2-BC26-069CE3590D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9" y="2448"/>
              <a:ext cx="1513" cy="202"/>
              <a:chOff x="2976" y="2680"/>
              <a:chExt cx="1872" cy="296"/>
            </a:xfrm>
          </p:grpSpPr>
          <p:sp>
            <p:nvSpPr>
              <p:cNvPr id="35905" name="Rectangle 90">
                <a:extLst>
                  <a:ext uri="{FF2B5EF4-FFF2-40B4-BE49-F238E27FC236}">
                    <a16:creationId xmlns:a16="http://schemas.microsoft.com/office/drawing/2014/main" id="{E8772336-7965-497B-899D-4171DE3DC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06" name="Text Box 91">
                <a:extLst>
                  <a:ext uri="{FF2B5EF4-FFF2-40B4-BE49-F238E27FC236}">
                    <a16:creationId xmlns:a16="http://schemas.microsoft.com/office/drawing/2014/main" id="{8CD978C5-4E67-4E85-88AB-115B4E11C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69</a:t>
                </a:r>
              </a:p>
            </p:txBody>
          </p:sp>
          <p:sp>
            <p:nvSpPr>
              <p:cNvPr id="35907" name="Text Box 92">
                <a:extLst>
                  <a:ext uri="{FF2B5EF4-FFF2-40B4-BE49-F238E27FC236}">
                    <a16:creationId xmlns:a16="http://schemas.microsoft.com/office/drawing/2014/main" id="{9911AD7C-BA0A-43D9-A893-BFEFD295E9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68</a:t>
                </a:r>
              </a:p>
            </p:txBody>
          </p:sp>
          <p:sp>
            <p:nvSpPr>
              <p:cNvPr id="35908" name="Text Box 93">
                <a:extLst>
                  <a:ext uri="{FF2B5EF4-FFF2-40B4-BE49-F238E27FC236}">
                    <a16:creationId xmlns:a16="http://schemas.microsoft.com/office/drawing/2014/main" id="{1330C0A7-D028-4882-9FDE-19599660E0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09" name="Text Box 94">
                <a:extLst>
                  <a:ext uri="{FF2B5EF4-FFF2-40B4-BE49-F238E27FC236}">
                    <a16:creationId xmlns:a16="http://schemas.microsoft.com/office/drawing/2014/main" id="{E5AF8F02-D2C4-4DAD-8BC7-868ADDD67B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910" name="Line 95">
                <a:extLst>
                  <a:ext uri="{FF2B5EF4-FFF2-40B4-BE49-F238E27FC236}">
                    <a16:creationId xmlns:a16="http://schemas.microsoft.com/office/drawing/2014/main" id="{3F170063-2739-493C-9C81-FDEFD46EB7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1" name="Line 96">
                <a:extLst>
                  <a:ext uri="{FF2B5EF4-FFF2-40B4-BE49-F238E27FC236}">
                    <a16:creationId xmlns:a16="http://schemas.microsoft.com/office/drawing/2014/main" id="{98005D1A-0F3C-4C1E-99F5-A42E7CAFF1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2" name="Line 97">
                <a:extLst>
                  <a:ext uri="{FF2B5EF4-FFF2-40B4-BE49-F238E27FC236}">
                    <a16:creationId xmlns:a16="http://schemas.microsoft.com/office/drawing/2014/main" id="{362A8800-12F9-4E74-9D77-098570FA8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3" name="Line 98">
                <a:extLst>
                  <a:ext uri="{FF2B5EF4-FFF2-40B4-BE49-F238E27FC236}">
                    <a16:creationId xmlns:a16="http://schemas.microsoft.com/office/drawing/2014/main" id="{4FF4AE45-259A-4B3A-8C12-AEA4B22B4E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4" name="Line 99">
                <a:extLst>
                  <a:ext uri="{FF2B5EF4-FFF2-40B4-BE49-F238E27FC236}">
                    <a16:creationId xmlns:a16="http://schemas.microsoft.com/office/drawing/2014/main" id="{35D4A17E-98A8-44A1-8D22-870367A8D3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5" name="Line 100">
                <a:extLst>
                  <a:ext uri="{FF2B5EF4-FFF2-40B4-BE49-F238E27FC236}">
                    <a16:creationId xmlns:a16="http://schemas.microsoft.com/office/drawing/2014/main" id="{18DA63FC-635B-4722-B83D-AFD679AD1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6" name="Line 101">
                <a:extLst>
                  <a:ext uri="{FF2B5EF4-FFF2-40B4-BE49-F238E27FC236}">
                    <a16:creationId xmlns:a16="http://schemas.microsoft.com/office/drawing/2014/main" id="{DAB72A0A-7804-46FD-908C-7CD3C739C8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17" name="Line 102">
                <a:extLst>
                  <a:ext uri="{FF2B5EF4-FFF2-40B4-BE49-F238E27FC236}">
                    <a16:creationId xmlns:a16="http://schemas.microsoft.com/office/drawing/2014/main" id="{B9941611-290E-4C39-9DE2-E232382EE0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6" name="Group 103">
              <a:extLst>
                <a:ext uri="{FF2B5EF4-FFF2-40B4-BE49-F238E27FC236}">
                  <a16:creationId xmlns:a16="http://schemas.microsoft.com/office/drawing/2014/main" id="{5E538679-DCAF-4784-9522-2D76AE8590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83" y="3024"/>
              <a:ext cx="1513" cy="202"/>
              <a:chOff x="2976" y="2680"/>
              <a:chExt cx="1872" cy="296"/>
            </a:xfrm>
          </p:grpSpPr>
          <p:sp>
            <p:nvSpPr>
              <p:cNvPr id="35892" name="Rectangle 104">
                <a:extLst>
                  <a:ext uri="{FF2B5EF4-FFF2-40B4-BE49-F238E27FC236}">
                    <a16:creationId xmlns:a16="http://schemas.microsoft.com/office/drawing/2014/main" id="{C25BEC42-6AC0-4FB3-8381-F54ACE3C60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93" name="Text Box 105">
                <a:extLst>
                  <a:ext uri="{FF2B5EF4-FFF2-40B4-BE49-F238E27FC236}">
                    <a16:creationId xmlns:a16="http://schemas.microsoft.com/office/drawing/2014/main" id="{80105810-7539-4FBA-B56A-EA7B823778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54</a:t>
                </a:r>
              </a:p>
            </p:txBody>
          </p:sp>
          <p:sp>
            <p:nvSpPr>
              <p:cNvPr id="35894" name="Text Box 106">
                <a:extLst>
                  <a:ext uri="{FF2B5EF4-FFF2-40B4-BE49-F238E27FC236}">
                    <a16:creationId xmlns:a16="http://schemas.microsoft.com/office/drawing/2014/main" id="{B9E67F21-703E-4EBA-927C-37336C5CFD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53</a:t>
                </a:r>
              </a:p>
            </p:txBody>
          </p:sp>
          <p:sp>
            <p:nvSpPr>
              <p:cNvPr id="35895" name="Text Box 107">
                <a:extLst>
                  <a:ext uri="{FF2B5EF4-FFF2-40B4-BE49-F238E27FC236}">
                    <a16:creationId xmlns:a16="http://schemas.microsoft.com/office/drawing/2014/main" id="{60DA55FC-6D2F-4682-9D62-B474125DA8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57</a:t>
                </a:r>
              </a:p>
            </p:txBody>
          </p:sp>
          <p:sp>
            <p:nvSpPr>
              <p:cNvPr id="35896" name="Text Box 108">
                <a:extLst>
                  <a:ext uri="{FF2B5EF4-FFF2-40B4-BE49-F238E27FC236}">
                    <a16:creationId xmlns:a16="http://schemas.microsoft.com/office/drawing/2014/main" id="{FF29411A-BEDD-4D72-AAE4-1408A2ED75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35897" name="Line 109">
                <a:extLst>
                  <a:ext uri="{FF2B5EF4-FFF2-40B4-BE49-F238E27FC236}">
                    <a16:creationId xmlns:a16="http://schemas.microsoft.com/office/drawing/2014/main" id="{DDF5AFCD-A7B0-406E-94FB-86787CEA6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98" name="Line 110">
                <a:extLst>
                  <a:ext uri="{FF2B5EF4-FFF2-40B4-BE49-F238E27FC236}">
                    <a16:creationId xmlns:a16="http://schemas.microsoft.com/office/drawing/2014/main" id="{F91580FA-23A7-48B6-9C45-F37C27F1B5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99" name="Line 111">
                <a:extLst>
                  <a:ext uri="{FF2B5EF4-FFF2-40B4-BE49-F238E27FC236}">
                    <a16:creationId xmlns:a16="http://schemas.microsoft.com/office/drawing/2014/main" id="{1110E348-9665-4D3B-9FFD-FAD7844C34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00" name="Line 112">
                <a:extLst>
                  <a:ext uri="{FF2B5EF4-FFF2-40B4-BE49-F238E27FC236}">
                    <a16:creationId xmlns:a16="http://schemas.microsoft.com/office/drawing/2014/main" id="{E8156FEF-93DE-43B6-B629-CA266C4F65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01" name="Line 113">
                <a:extLst>
                  <a:ext uri="{FF2B5EF4-FFF2-40B4-BE49-F238E27FC236}">
                    <a16:creationId xmlns:a16="http://schemas.microsoft.com/office/drawing/2014/main" id="{4009A50A-4F69-4AFD-8775-E13BB518D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02" name="Line 114">
                <a:extLst>
                  <a:ext uri="{FF2B5EF4-FFF2-40B4-BE49-F238E27FC236}">
                    <a16:creationId xmlns:a16="http://schemas.microsoft.com/office/drawing/2014/main" id="{6735CBC0-E7CB-4A4A-8152-23CBC61799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03" name="Line 115">
                <a:extLst>
                  <a:ext uri="{FF2B5EF4-FFF2-40B4-BE49-F238E27FC236}">
                    <a16:creationId xmlns:a16="http://schemas.microsoft.com/office/drawing/2014/main" id="{F7256D91-AEE7-46CC-B437-3755290FB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904" name="Line 116">
                <a:extLst>
                  <a:ext uri="{FF2B5EF4-FFF2-40B4-BE49-F238E27FC236}">
                    <a16:creationId xmlns:a16="http://schemas.microsoft.com/office/drawing/2014/main" id="{919DCE73-FC35-47EA-8E1C-063F369D6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5857" name="Group 117">
              <a:extLst>
                <a:ext uri="{FF2B5EF4-FFF2-40B4-BE49-F238E27FC236}">
                  <a16:creationId xmlns:a16="http://schemas.microsoft.com/office/drawing/2014/main" id="{005D6C8D-D86B-43F6-B6CD-0FFC8FAD7CE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3" y="3072"/>
              <a:ext cx="1513" cy="202"/>
              <a:chOff x="2976" y="2680"/>
              <a:chExt cx="1872" cy="296"/>
            </a:xfrm>
          </p:grpSpPr>
          <p:sp>
            <p:nvSpPr>
              <p:cNvPr id="35879" name="Rectangle 118">
                <a:extLst>
                  <a:ext uri="{FF2B5EF4-FFF2-40B4-BE49-F238E27FC236}">
                    <a16:creationId xmlns:a16="http://schemas.microsoft.com/office/drawing/2014/main" id="{49C9202B-526F-4E8A-8E62-091C3B37D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80" name="Text Box 119">
                <a:extLst>
                  <a:ext uri="{FF2B5EF4-FFF2-40B4-BE49-F238E27FC236}">
                    <a16:creationId xmlns:a16="http://schemas.microsoft.com/office/drawing/2014/main" id="{2B35FD27-9C60-499E-A52E-610671F12E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</a:t>
                </a:r>
              </a:p>
            </p:txBody>
          </p:sp>
          <p:sp>
            <p:nvSpPr>
              <p:cNvPr id="35881" name="Text Box 120">
                <a:extLst>
                  <a:ext uri="{FF2B5EF4-FFF2-40B4-BE49-F238E27FC236}">
                    <a16:creationId xmlns:a16="http://schemas.microsoft.com/office/drawing/2014/main" id="{DC9A5571-0494-4860-A78E-C245BA656A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</a:t>
                </a:r>
              </a:p>
            </p:txBody>
          </p:sp>
          <p:sp>
            <p:nvSpPr>
              <p:cNvPr id="35882" name="Text Box 121">
                <a:extLst>
                  <a:ext uri="{FF2B5EF4-FFF2-40B4-BE49-F238E27FC236}">
                    <a16:creationId xmlns:a16="http://schemas.microsoft.com/office/drawing/2014/main" id="{16EFB9DF-6574-42A2-8825-2FE9B2BBA8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83" name="Text Box 122">
                <a:extLst>
                  <a:ext uri="{FF2B5EF4-FFF2-40B4-BE49-F238E27FC236}">
                    <a16:creationId xmlns:a16="http://schemas.microsoft.com/office/drawing/2014/main" id="{941C40FF-1C87-4A2A-A1E9-BC9DB65664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84" name="Line 123">
                <a:extLst>
                  <a:ext uri="{FF2B5EF4-FFF2-40B4-BE49-F238E27FC236}">
                    <a16:creationId xmlns:a16="http://schemas.microsoft.com/office/drawing/2014/main" id="{09CC4B5E-5340-47F2-AFD0-A62E1B80F1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85" name="Line 124">
                <a:extLst>
                  <a:ext uri="{FF2B5EF4-FFF2-40B4-BE49-F238E27FC236}">
                    <a16:creationId xmlns:a16="http://schemas.microsoft.com/office/drawing/2014/main" id="{37CCF319-2E64-46D5-95BD-76167333C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86" name="Line 125">
                <a:extLst>
                  <a:ext uri="{FF2B5EF4-FFF2-40B4-BE49-F238E27FC236}">
                    <a16:creationId xmlns:a16="http://schemas.microsoft.com/office/drawing/2014/main" id="{B72AB40E-D879-4B0B-AF27-CD0A3721D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87" name="Line 126">
                <a:extLst>
                  <a:ext uri="{FF2B5EF4-FFF2-40B4-BE49-F238E27FC236}">
                    <a16:creationId xmlns:a16="http://schemas.microsoft.com/office/drawing/2014/main" id="{890C960D-EE35-403A-B73E-3B1194EA1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88" name="Line 127">
                <a:extLst>
                  <a:ext uri="{FF2B5EF4-FFF2-40B4-BE49-F238E27FC236}">
                    <a16:creationId xmlns:a16="http://schemas.microsoft.com/office/drawing/2014/main" id="{1C809357-7079-4907-A830-EE8000CA1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89" name="Line 128">
                <a:extLst>
                  <a:ext uri="{FF2B5EF4-FFF2-40B4-BE49-F238E27FC236}">
                    <a16:creationId xmlns:a16="http://schemas.microsoft.com/office/drawing/2014/main" id="{119473F9-D247-42F3-BF60-9FB1D53A9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90" name="Line 129">
                <a:extLst>
                  <a:ext uri="{FF2B5EF4-FFF2-40B4-BE49-F238E27FC236}">
                    <a16:creationId xmlns:a16="http://schemas.microsoft.com/office/drawing/2014/main" id="{30CCF757-ED77-4778-BC83-A50519E9A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91" name="Line 130">
                <a:extLst>
                  <a:ext uri="{FF2B5EF4-FFF2-40B4-BE49-F238E27FC236}">
                    <a16:creationId xmlns:a16="http://schemas.microsoft.com/office/drawing/2014/main" id="{32E65F6F-F13F-469D-A7AA-687D81028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5858" name="Line 131">
              <a:extLst>
                <a:ext uri="{FF2B5EF4-FFF2-40B4-BE49-F238E27FC236}">
                  <a16:creationId xmlns:a16="http://schemas.microsoft.com/office/drawing/2014/main" id="{6E54B70D-0036-4398-8B26-EA2656047A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75" y="1488"/>
              <a:ext cx="1056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59" name="Line 132">
              <a:extLst>
                <a:ext uri="{FF2B5EF4-FFF2-40B4-BE49-F238E27FC236}">
                  <a16:creationId xmlns:a16="http://schemas.microsoft.com/office/drawing/2014/main" id="{E5884AFC-5EE9-4FA8-BCDF-DC67A8B379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5" y="1488"/>
              <a:ext cx="384" cy="33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60" name="Line 133">
              <a:extLst>
                <a:ext uri="{FF2B5EF4-FFF2-40B4-BE49-F238E27FC236}">
                  <a16:creationId xmlns:a16="http://schemas.microsoft.com/office/drawing/2014/main" id="{46544DC1-BC9E-48FE-B4BC-F9A50B94C4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1" y="1968"/>
              <a:ext cx="336" cy="1104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61" name="Line 134">
              <a:extLst>
                <a:ext uri="{FF2B5EF4-FFF2-40B4-BE49-F238E27FC236}">
                  <a16:creationId xmlns:a16="http://schemas.microsoft.com/office/drawing/2014/main" id="{012AF59B-A2A6-4C3D-9C7F-A451039155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1" y="1968"/>
              <a:ext cx="144" cy="72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62" name="Line 135">
              <a:extLst>
                <a:ext uri="{FF2B5EF4-FFF2-40B4-BE49-F238E27FC236}">
                  <a16:creationId xmlns:a16="http://schemas.microsoft.com/office/drawing/2014/main" id="{1F636947-1B39-42D6-A37F-F8BC43BCD1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7" y="1968"/>
              <a:ext cx="192" cy="4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63" name="Line 136">
              <a:extLst>
                <a:ext uri="{FF2B5EF4-FFF2-40B4-BE49-F238E27FC236}">
                  <a16:creationId xmlns:a16="http://schemas.microsoft.com/office/drawing/2014/main" id="{C4FB5B5B-2B65-4BEB-87DE-F927F2089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1" y="1968"/>
              <a:ext cx="288" cy="52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64" name="Freeform 138">
              <a:extLst>
                <a:ext uri="{FF2B5EF4-FFF2-40B4-BE49-F238E27FC236}">
                  <a16:creationId xmlns:a16="http://schemas.microsoft.com/office/drawing/2014/main" id="{49DD4123-525A-4F34-80B1-26AE39616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920"/>
              <a:ext cx="464" cy="1248"/>
            </a:xfrm>
            <a:custGeom>
              <a:avLst/>
              <a:gdLst>
                <a:gd name="T0" fmla="*/ 0 w 464"/>
                <a:gd name="T1" fmla="*/ 0 h 1248"/>
                <a:gd name="T2" fmla="*/ 432 w 464"/>
                <a:gd name="T3" fmla="*/ 576 h 1248"/>
                <a:gd name="T4" fmla="*/ 192 w 464"/>
                <a:gd name="T5" fmla="*/ 1056 h 1248"/>
                <a:gd name="T6" fmla="*/ 336 w 464"/>
                <a:gd name="T7" fmla="*/ 1248 h 12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4"/>
                <a:gd name="T13" fmla="*/ 0 h 1248"/>
                <a:gd name="T14" fmla="*/ 464 w 464"/>
                <a:gd name="T15" fmla="*/ 1248 h 12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4" h="1248">
                  <a:moveTo>
                    <a:pt x="0" y="0"/>
                  </a:moveTo>
                  <a:cubicBezTo>
                    <a:pt x="200" y="200"/>
                    <a:pt x="400" y="400"/>
                    <a:pt x="432" y="576"/>
                  </a:cubicBezTo>
                  <a:cubicBezTo>
                    <a:pt x="464" y="752"/>
                    <a:pt x="208" y="944"/>
                    <a:pt x="192" y="1056"/>
                  </a:cubicBezTo>
                  <a:cubicBezTo>
                    <a:pt x="176" y="1168"/>
                    <a:pt x="256" y="1208"/>
                    <a:pt x="336" y="1248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35865" name="Group 140">
              <a:extLst>
                <a:ext uri="{FF2B5EF4-FFF2-40B4-BE49-F238E27FC236}">
                  <a16:creationId xmlns:a16="http://schemas.microsoft.com/office/drawing/2014/main" id="{1A0E70CD-2138-47AF-BAA5-CD413FE15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7" y="3360"/>
              <a:ext cx="1513" cy="202"/>
              <a:chOff x="2976" y="2680"/>
              <a:chExt cx="1872" cy="296"/>
            </a:xfrm>
          </p:grpSpPr>
          <p:sp>
            <p:nvSpPr>
              <p:cNvPr id="35866" name="Rectangle 141">
                <a:extLst>
                  <a:ext uri="{FF2B5EF4-FFF2-40B4-BE49-F238E27FC236}">
                    <a16:creationId xmlns:a16="http://schemas.microsoft.com/office/drawing/2014/main" id="{5307F488-4DC6-413E-94B8-2CEC4657A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67" name="Text Box 142">
                <a:extLst>
                  <a:ext uri="{FF2B5EF4-FFF2-40B4-BE49-F238E27FC236}">
                    <a16:creationId xmlns:a16="http://schemas.microsoft.com/office/drawing/2014/main" id="{ED82171C-57CE-495B-A3C1-DABE0DFADBD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76</a:t>
                </a:r>
              </a:p>
            </p:txBody>
          </p:sp>
          <p:sp>
            <p:nvSpPr>
              <p:cNvPr id="35868" name="Text Box 143">
                <a:extLst>
                  <a:ext uri="{FF2B5EF4-FFF2-40B4-BE49-F238E27FC236}">
                    <a16:creationId xmlns:a16="http://schemas.microsoft.com/office/drawing/2014/main" id="{E6245B77-2C7A-4915-8ADC-5A80A1A69E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35869" name="Text Box 144">
                <a:extLst>
                  <a:ext uri="{FF2B5EF4-FFF2-40B4-BE49-F238E27FC236}">
                    <a16:creationId xmlns:a16="http://schemas.microsoft.com/office/drawing/2014/main" id="{4DC17F7F-B9D4-4A67-8E89-191E5B736A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70" name="Text Box 145">
                <a:extLst>
                  <a:ext uri="{FF2B5EF4-FFF2-40B4-BE49-F238E27FC236}">
                    <a16:creationId xmlns:a16="http://schemas.microsoft.com/office/drawing/2014/main" id="{3AAB588B-A7C4-45BE-B08C-26429B03D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35871" name="Line 146">
                <a:extLst>
                  <a:ext uri="{FF2B5EF4-FFF2-40B4-BE49-F238E27FC236}">
                    <a16:creationId xmlns:a16="http://schemas.microsoft.com/office/drawing/2014/main" id="{9767360B-C425-4EF8-890D-4B65D8B684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2" name="Line 147">
                <a:extLst>
                  <a:ext uri="{FF2B5EF4-FFF2-40B4-BE49-F238E27FC236}">
                    <a16:creationId xmlns:a16="http://schemas.microsoft.com/office/drawing/2014/main" id="{0CBB0E9A-272B-4B98-8836-6F63650911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3" name="Line 148">
                <a:extLst>
                  <a:ext uri="{FF2B5EF4-FFF2-40B4-BE49-F238E27FC236}">
                    <a16:creationId xmlns:a16="http://schemas.microsoft.com/office/drawing/2014/main" id="{0578A8DE-C6E3-4CF3-8620-D52067BE8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4" name="Line 149">
                <a:extLst>
                  <a:ext uri="{FF2B5EF4-FFF2-40B4-BE49-F238E27FC236}">
                    <a16:creationId xmlns:a16="http://schemas.microsoft.com/office/drawing/2014/main" id="{ECDE3A82-0095-4660-B2F6-B07B19615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5" name="Line 150">
                <a:extLst>
                  <a:ext uri="{FF2B5EF4-FFF2-40B4-BE49-F238E27FC236}">
                    <a16:creationId xmlns:a16="http://schemas.microsoft.com/office/drawing/2014/main" id="{62952FB5-C661-4E3A-9F0B-8343E2B987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6" name="Line 151">
                <a:extLst>
                  <a:ext uri="{FF2B5EF4-FFF2-40B4-BE49-F238E27FC236}">
                    <a16:creationId xmlns:a16="http://schemas.microsoft.com/office/drawing/2014/main" id="{149DD1E5-9C1F-4813-976E-11C923258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7" name="Line 152">
                <a:extLst>
                  <a:ext uri="{FF2B5EF4-FFF2-40B4-BE49-F238E27FC236}">
                    <a16:creationId xmlns:a16="http://schemas.microsoft.com/office/drawing/2014/main" id="{EDA28C57-D1F2-4A1A-BF42-A40A6F93C3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35878" name="Line 153">
                <a:extLst>
                  <a:ext uri="{FF2B5EF4-FFF2-40B4-BE49-F238E27FC236}">
                    <a16:creationId xmlns:a16="http://schemas.microsoft.com/office/drawing/2014/main" id="{4C28F56F-2A49-4225-A410-0BC08D6A1D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grpSp>
        <p:nvGrpSpPr>
          <p:cNvPr id="153" name="Group 169">
            <a:extLst>
              <a:ext uri="{FF2B5EF4-FFF2-40B4-BE49-F238E27FC236}">
                <a16:creationId xmlns:a16="http://schemas.microsoft.com/office/drawing/2014/main" id="{C1AFC4F1-5647-4123-9F27-B00F768639DC}"/>
              </a:ext>
            </a:extLst>
          </p:cNvPr>
          <p:cNvGrpSpPr>
            <a:grpSpLocks/>
          </p:cNvGrpSpPr>
          <p:nvPr/>
        </p:nvGrpSpPr>
        <p:grpSpPr bwMode="auto">
          <a:xfrm>
            <a:off x="7035800" y="3048000"/>
            <a:ext cx="1193800" cy="2438400"/>
            <a:chOff x="3472" y="1920"/>
            <a:chExt cx="752" cy="1536"/>
          </a:xfrm>
        </p:grpSpPr>
        <p:sp>
          <p:nvSpPr>
            <p:cNvPr id="35847" name="Freeform 167">
              <a:extLst>
                <a:ext uri="{FF2B5EF4-FFF2-40B4-BE49-F238E27FC236}">
                  <a16:creationId xmlns:a16="http://schemas.microsoft.com/office/drawing/2014/main" id="{8C8EA9D8-AFDB-4630-8C3C-06694E30D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68"/>
              <a:ext cx="752" cy="1488"/>
            </a:xfrm>
            <a:custGeom>
              <a:avLst/>
              <a:gdLst>
                <a:gd name="T0" fmla="*/ 272 w 752"/>
                <a:gd name="T1" fmla="*/ 0 h 1488"/>
                <a:gd name="T2" fmla="*/ 80 w 752"/>
                <a:gd name="T3" fmla="*/ 816 h 1488"/>
                <a:gd name="T4" fmla="*/ 752 w 752"/>
                <a:gd name="T5" fmla="*/ 1488 h 1488"/>
                <a:gd name="T6" fmla="*/ 0 60000 65536"/>
                <a:gd name="T7" fmla="*/ 0 60000 65536"/>
                <a:gd name="T8" fmla="*/ 0 60000 65536"/>
                <a:gd name="T9" fmla="*/ 0 w 752"/>
                <a:gd name="T10" fmla="*/ 0 h 1488"/>
                <a:gd name="T11" fmla="*/ 752 w 752"/>
                <a:gd name="T12" fmla="*/ 1488 h 1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2" h="1488">
                  <a:moveTo>
                    <a:pt x="272" y="0"/>
                  </a:moveTo>
                  <a:cubicBezTo>
                    <a:pt x="136" y="284"/>
                    <a:pt x="0" y="568"/>
                    <a:pt x="80" y="816"/>
                  </a:cubicBezTo>
                  <a:cubicBezTo>
                    <a:pt x="160" y="1064"/>
                    <a:pt x="456" y="1276"/>
                    <a:pt x="752" y="1488"/>
                  </a:cubicBezTo>
                </a:path>
              </a:pathLst>
            </a:cu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5848" name="Line 168">
              <a:extLst>
                <a:ext uri="{FF2B5EF4-FFF2-40B4-BE49-F238E27FC236}">
                  <a16:creationId xmlns:a16="http://schemas.microsoft.com/office/drawing/2014/main" id="{E4A336C2-C162-48D3-A0B4-A1908335B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0" y="1920"/>
              <a:ext cx="96" cy="24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157" name="Rectangle 2">
            <a:extLst>
              <a:ext uri="{FF2B5EF4-FFF2-40B4-BE49-F238E27FC236}">
                <a16:creationId xmlns:a16="http://schemas.microsoft.com/office/drawing/2014/main" id="{2DC52898-7DD1-45AA-B553-1D20E5023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30200"/>
            <a:ext cx="97250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Inserarea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</a:t>
            </a:r>
            <a:r>
              <a:rPr lang="ro-RO" altLang="en-US" kern="0" dirty="0"/>
              <a:t>ă</a:t>
            </a:r>
            <a:r>
              <a:rPr lang="en-US" altLang="en-US" kern="0" dirty="0" err="1"/>
              <a:t>rilor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/>
              <a:t>n Arbore-B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B430D45-FBDE-45FF-AD54-1956BB13CD78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2362200"/>
            <a:ext cx="8839200" cy="3962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>
                <a:latin typeface="BookmanOldStyle" charset="0"/>
              </a:rPr>
              <a:t>Pa</a:t>
            </a:r>
            <a:r>
              <a:rPr lang="ro-RO" altLang="en-US" sz="2800" kern="0" dirty="0">
                <a:latin typeface="BookmanOldStyle" charset="0"/>
              </a:rPr>
              <a:t>ș</a:t>
            </a:r>
            <a:r>
              <a:rPr lang="en-US" altLang="en-US" sz="2800" kern="0" dirty="0" err="1">
                <a:latin typeface="BookmanOldStyle" charset="0"/>
              </a:rPr>
              <a:t>i</a:t>
            </a:r>
            <a:r>
              <a:rPr lang="en-US" altLang="en-US" sz="2800" kern="0" dirty="0">
                <a:latin typeface="BookmanOldStyle" charset="0"/>
              </a:rPr>
              <a:t> de </a:t>
            </a:r>
            <a:r>
              <a:rPr lang="ro-RO" altLang="en-US" sz="2800" kern="0" dirty="0">
                <a:latin typeface="BookmanOldStyle" charset="0"/>
              </a:rPr>
              <a:t>ș</a:t>
            </a:r>
            <a:r>
              <a:rPr lang="en-US" altLang="en-US" sz="2800" kern="0" dirty="0" err="1">
                <a:latin typeface="BookmanOldStyle" charset="0"/>
              </a:rPr>
              <a:t>tergere</a:t>
            </a:r>
            <a:r>
              <a:rPr lang="en-US" altLang="en-US" sz="2800" kern="0" dirty="0">
                <a:latin typeface="BookmanOldStyle" charset="0"/>
              </a:rPr>
              <a:t>:</a:t>
            </a:r>
          </a:p>
          <a:p>
            <a:pPr marL="457200" lvl="1" indent="0" eaLnBrk="1" hangingPunct="1">
              <a:defRPr/>
            </a:pPr>
            <a:r>
              <a:rPr lang="en-US" altLang="en-US" sz="2400" kern="0" dirty="0">
                <a:latin typeface="BookmanOldStyle" charset="0"/>
              </a:rPr>
              <a:t> se </a:t>
            </a:r>
            <a:r>
              <a:rPr lang="en-US" altLang="en-US" sz="2400" kern="0" dirty="0" err="1">
                <a:latin typeface="BookmanOldStyle" charset="0"/>
              </a:rPr>
              <a:t>indentific</a:t>
            </a:r>
            <a:r>
              <a:rPr lang="ro-RO" altLang="en-US" sz="2400" kern="0" dirty="0">
                <a:latin typeface="BookmanOldStyle" charset="0"/>
              </a:rPr>
              <a:t>ă</a:t>
            </a: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en-US" altLang="en-US" sz="2400" kern="0" dirty="0" err="1">
                <a:latin typeface="BookmanOldStyle" charset="0"/>
              </a:rPr>
              <a:t>nodul</a:t>
            </a: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en-US" altLang="en-US" sz="2400" kern="0" dirty="0" err="1">
                <a:latin typeface="BookmanOldStyle" charset="0"/>
              </a:rPr>
              <a:t>ce</a:t>
            </a:r>
            <a:r>
              <a:rPr lang="en-US" altLang="en-US" sz="2400" kern="0" dirty="0">
                <a:latin typeface="BookmanOldStyle" charset="0"/>
              </a:rPr>
              <a:t> con</a:t>
            </a:r>
            <a:r>
              <a:rPr lang="ro-RO" altLang="en-US" sz="2400" kern="0" dirty="0">
                <a:latin typeface="BookmanOldStyle" charset="0"/>
              </a:rPr>
              <a:t>ț</a:t>
            </a:r>
            <a:r>
              <a:rPr lang="en-US" altLang="en-US" sz="2400" kern="0" dirty="0" err="1">
                <a:latin typeface="BookmanOldStyle" charset="0"/>
              </a:rPr>
              <a:t>ine</a:t>
            </a: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en-US" altLang="en-US" sz="2400" kern="0" dirty="0" err="1">
                <a:latin typeface="BookmanOldStyle" charset="0"/>
              </a:rPr>
              <a:t>valoarea</a:t>
            </a: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en-US" altLang="en-US" sz="2400" kern="0" dirty="0" err="1">
                <a:latin typeface="BookmanOldStyle" charset="0"/>
              </a:rPr>
              <a:t>ce</a:t>
            </a:r>
            <a:r>
              <a:rPr lang="en-US" altLang="en-US" sz="2400" kern="0" dirty="0">
                <a:latin typeface="BookmanOldStyle" charset="0"/>
              </a:rPr>
              <a:t> trebuie </a:t>
            </a:r>
            <a:r>
              <a:rPr lang="ro-RO" altLang="en-US" sz="2400" kern="0" dirty="0">
                <a:latin typeface="BookmanOldStyle" charset="0"/>
              </a:rPr>
              <a:t>ș</a:t>
            </a:r>
            <a:r>
              <a:rPr lang="en-US" altLang="en-US" sz="2400" kern="0" dirty="0">
                <a:latin typeface="BookmanOldStyle" charset="0"/>
              </a:rPr>
              <a:t>tears</a:t>
            </a:r>
            <a:r>
              <a:rPr lang="ro-RO" altLang="en-US" sz="2400" kern="0" dirty="0">
                <a:latin typeface="BookmanOldStyle" charset="0"/>
              </a:rPr>
              <a:t>ă</a:t>
            </a:r>
            <a:endParaRPr lang="en-US" altLang="en-US" sz="2400" kern="0" dirty="0">
              <a:latin typeface="BookmanOldStyle" charset="0"/>
            </a:endParaRPr>
          </a:p>
          <a:p>
            <a:pPr marL="457200" lvl="1" indent="0" eaLnBrk="1" hangingPunct="1">
              <a:defRPr/>
            </a:pP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en-US" altLang="en-US" sz="2400" kern="0" dirty="0" err="1">
                <a:latin typeface="BookmanOldStyle" charset="0"/>
              </a:rPr>
              <a:t>dac</a:t>
            </a:r>
            <a:r>
              <a:rPr lang="ro-RO" altLang="en-US" sz="2400" kern="0" dirty="0">
                <a:latin typeface="BookmanOldStyle" charset="0"/>
              </a:rPr>
              <a:t>ă</a:t>
            </a:r>
            <a:r>
              <a:rPr lang="en-US" altLang="en-US" sz="2400" kern="0" dirty="0">
                <a:latin typeface="BookmanOldStyle" charset="0"/>
              </a:rPr>
              <a:t> e un nod intern, </a:t>
            </a:r>
            <a:r>
              <a:rPr lang="en-US" altLang="en-US" sz="2400" i="1" kern="0" dirty="0">
                <a:latin typeface="BookmanOldStyle" charset="0"/>
              </a:rPr>
              <a:t>se transfer</a:t>
            </a:r>
            <a:r>
              <a:rPr lang="ro-RO" altLang="en-US" sz="2400" i="1" kern="0" dirty="0">
                <a:latin typeface="BookmanOldStyle" charset="0"/>
              </a:rPr>
              <a:t>ă</a:t>
            </a:r>
            <a:r>
              <a:rPr lang="en-US" altLang="en-US" sz="2400" kern="0" dirty="0">
                <a:latin typeface="BookmanOldStyle" charset="0"/>
              </a:rPr>
              <a:t> o </a:t>
            </a:r>
            <a:r>
              <a:rPr lang="en-US" altLang="en-US" sz="2400" kern="0" dirty="0" err="1">
                <a:latin typeface="BookmanOldStyle" charset="0"/>
              </a:rPr>
              <a:t>valoare</a:t>
            </a:r>
            <a:r>
              <a:rPr lang="en-US" altLang="en-US" sz="2400" kern="0" dirty="0">
                <a:latin typeface="BookmanOldStyle" charset="0"/>
              </a:rPr>
              <a:t> din </a:t>
            </a:r>
            <a:r>
              <a:rPr lang="en-US" altLang="en-US" sz="2400" kern="0" dirty="0" err="1">
                <a:latin typeface="BookmanOldStyle" charset="0"/>
              </a:rPr>
              <a:t>frunze</a:t>
            </a:r>
            <a:endParaRPr lang="en-US" altLang="en-US" sz="2400" kern="0" dirty="0">
              <a:latin typeface="BookmanOldStyle" charset="0"/>
            </a:endParaRPr>
          </a:p>
          <a:p>
            <a:pPr marL="457200" lvl="1" indent="0" eaLnBrk="1" hangingPunct="1">
              <a:defRPr/>
            </a:pP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ro-RO" altLang="en-US" sz="2400" kern="0" dirty="0">
                <a:latin typeface="BookmanOldStyle" charset="0"/>
              </a:rPr>
              <a:t>î</a:t>
            </a:r>
            <a:r>
              <a:rPr lang="en-US" altLang="en-US" sz="2400" kern="0" dirty="0">
                <a:latin typeface="BookmanOldStyle" charset="0"/>
              </a:rPr>
              <a:t>n </a:t>
            </a:r>
            <a:r>
              <a:rPr lang="en-US" altLang="en-US" sz="2400" kern="0" dirty="0" err="1">
                <a:latin typeface="BookmanOldStyle" charset="0"/>
              </a:rPr>
              <a:t>caz</a:t>
            </a:r>
            <a:r>
              <a:rPr lang="en-US" altLang="en-US" sz="2400" kern="0" dirty="0">
                <a:latin typeface="BookmanOldStyle" charset="0"/>
              </a:rPr>
              <a:t> de </a:t>
            </a:r>
            <a:r>
              <a:rPr lang="en-US" altLang="en-US" sz="2400" i="1" kern="0" dirty="0" err="1">
                <a:latin typeface="BookmanOldStyle" charset="0"/>
              </a:rPr>
              <a:t>subdimensionare</a:t>
            </a:r>
            <a:r>
              <a:rPr lang="en-US" altLang="en-US" sz="2400" kern="0" dirty="0">
                <a:latin typeface="BookmanOldStyle" charset="0"/>
              </a:rPr>
              <a:t>, se </a:t>
            </a:r>
            <a:r>
              <a:rPr lang="en-US" altLang="en-US" sz="2400" kern="0" dirty="0" err="1">
                <a:latin typeface="BookmanOldStyle" charset="0"/>
              </a:rPr>
              <a:t>realizeaz</a:t>
            </a:r>
            <a:r>
              <a:rPr lang="ro-RO" altLang="en-US" sz="2400" kern="0" dirty="0">
                <a:latin typeface="BookmanOldStyle" charset="0"/>
              </a:rPr>
              <a:t>ă</a:t>
            </a:r>
            <a:r>
              <a:rPr lang="en-US" altLang="en-US" sz="2400" kern="0" dirty="0">
                <a:latin typeface="BookmanOldStyle" charset="0"/>
              </a:rPr>
              <a:t> o </a:t>
            </a:r>
            <a:r>
              <a:rPr lang="en-US" altLang="en-US" sz="2400" i="1" kern="0" dirty="0" err="1">
                <a:latin typeface="BookmanOldStyle" charset="0"/>
              </a:rPr>
              <a:t>redistribuire</a:t>
            </a:r>
            <a:r>
              <a:rPr lang="en-US" altLang="en-US" sz="2400" kern="0" dirty="0">
                <a:latin typeface="BookmanOldStyle" charset="0"/>
              </a:rPr>
              <a:t> </a:t>
            </a:r>
            <a:r>
              <a:rPr lang="en-US" altLang="en-US" sz="2400" kern="0" dirty="0" err="1">
                <a:latin typeface="BookmanOldStyle" charset="0"/>
              </a:rPr>
              <a:t>sau</a:t>
            </a:r>
            <a:r>
              <a:rPr lang="en-US" altLang="en-US" sz="2400" kern="0" dirty="0">
                <a:latin typeface="BookmanOldStyle" charset="0"/>
              </a:rPr>
              <a:t> o </a:t>
            </a:r>
            <a:r>
              <a:rPr lang="en-US" altLang="en-US" sz="2400" i="1" kern="0" dirty="0" err="1">
                <a:latin typeface="BookmanOldStyle" charset="0"/>
              </a:rPr>
              <a:t>concatenare</a:t>
            </a:r>
            <a:endParaRPr lang="en-US" altLang="en-US" sz="2400" i="1" kern="0" dirty="0">
              <a:latin typeface="BookmanOldStyle" charset="0"/>
            </a:endParaRPr>
          </a:p>
        </p:txBody>
      </p:sp>
      <p:sp>
        <p:nvSpPr>
          <p:cNvPr id="40" name="Rectangle 2">
            <a:extLst>
              <a:ext uri="{FF2B5EF4-FFF2-40B4-BE49-F238E27FC236}">
                <a16:creationId xmlns:a16="http://schemas.microsoft.com/office/drawing/2014/main" id="{150BD4B2-E1BC-41DD-9608-D776DE97C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D0FD59-1234-4BBA-817F-38558B1481BF}"/>
              </a:ext>
            </a:extLst>
          </p:cNvPr>
          <p:cNvSpPr txBox="1">
            <a:spLocks noChangeArrowheads="1"/>
          </p:cNvSpPr>
          <p:nvPr/>
        </p:nvSpPr>
        <p:spPr>
          <a:xfrm>
            <a:off x="1828800" y="1143000"/>
            <a:ext cx="8839200" cy="5181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endParaRPr lang="ro-RO" altLang="en-US" sz="2800" b="1" kern="0" dirty="0"/>
          </a:p>
          <a:p>
            <a:pPr eaLnBrk="1" hangingPunct="1">
              <a:defRPr/>
            </a:pPr>
            <a:endParaRPr lang="ro-RO" altLang="en-US" sz="2800" b="1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b="1" kern="0" dirty="0" err="1"/>
              <a:t>Algoritm</a:t>
            </a:r>
            <a:r>
              <a:rPr lang="en-US" altLang="en-US" sz="2800" b="1" kern="0" dirty="0"/>
              <a:t> de </a:t>
            </a:r>
            <a:r>
              <a:rPr lang="ro-RO" altLang="en-US" sz="2800" b="1" kern="0" dirty="0"/>
              <a:t>ș</a:t>
            </a:r>
            <a:r>
              <a:rPr lang="en-US" altLang="en-US" sz="2800" b="1" kern="0" dirty="0" err="1"/>
              <a:t>tergere</a:t>
            </a:r>
            <a:endParaRPr lang="en-US" altLang="en-US" sz="2800" b="1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b="1" kern="0" dirty="0"/>
              <a:t>1.</a:t>
            </a:r>
            <a:r>
              <a:rPr lang="en-US" altLang="en-US" sz="2000" kern="0" dirty="0"/>
              <a:t> Se </a:t>
            </a:r>
            <a:r>
              <a:rPr lang="en-US" altLang="en-US" sz="2000" kern="0" dirty="0" err="1"/>
              <a:t>caut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valoare</a:t>
            </a:r>
            <a:r>
              <a:rPr lang="ro-RO" altLang="en-US" sz="2000" kern="0" dirty="0"/>
              <a:t>a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ce</a:t>
            </a:r>
            <a:r>
              <a:rPr lang="en-US" altLang="en-US" sz="2000" kern="0" dirty="0"/>
              <a:t> trebuie </a:t>
            </a:r>
            <a:r>
              <a:rPr lang="ro-RO" altLang="en-US" sz="2000" kern="0" dirty="0"/>
              <a:t>ș</a:t>
            </a:r>
            <a:r>
              <a:rPr lang="en-US" altLang="en-US" sz="2000" kern="0" dirty="0"/>
              <a:t>tears</a:t>
            </a:r>
            <a:r>
              <a:rPr lang="ro-RO" altLang="en-US" sz="2000" kern="0" dirty="0"/>
              <a:t>ă.</a:t>
            </a:r>
            <a:endParaRPr lang="en-US" altLang="en-US" sz="2000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kern="0" dirty="0" err="1"/>
              <a:t>Dac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se </a:t>
            </a:r>
            <a:r>
              <a:rPr lang="en-US" altLang="en-US" sz="2000" kern="0" dirty="0" err="1"/>
              <a:t>afl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 err="1"/>
              <a:t>ntr</a:t>
            </a:r>
            <a:r>
              <a:rPr lang="en-US" altLang="en-US" sz="2000" kern="0" dirty="0"/>
              <a:t>-un nod intern</a:t>
            </a:r>
            <a:r>
              <a:rPr lang="ro-RO" altLang="en-US" sz="2000" kern="0" dirty="0"/>
              <a:t> </a:t>
            </a:r>
            <a:br>
              <a:rPr lang="ro-RO" altLang="en-US" sz="2000" kern="0" dirty="0"/>
            </a:br>
            <a:r>
              <a:rPr lang="en-US" altLang="en-US" sz="2000" kern="0" dirty="0"/>
              <a:t>se </a:t>
            </a:r>
            <a:r>
              <a:rPr lang="ro-RO" altLang="en-US" sz="2000" kern="0" dirty="0"/>
              <a:t>î</a:t>
            </a:r>
            <a:r>
              <a:rPr lang="en-US" altLang="en-US" sz="2000" kern="0" dirty="0" err="1"/>
              <a:t>nlocuie</a:t>
            </a:r>
            <a:r>
              <a:rPr lang="ro-RO" altLang="en-US" sz="2000" kern="0" dirty="0"/>
              <a:t>ș</a:t>
            </a:r>
            <a:r>
              <a:rPr lang="en-US" altLang="en-US" sz="2000" kern="0" dirty="0"/>
              <a:t>te cu </a:t>
            </a:r>
            <a:r>
              <a:rPr lang="en-US" altLang="en-US" sz="2000" kern="0" dirty="0" err="1"/>
              <a:t>valoarea</a:t>
            </a:r>
            <a:r>
              <a:rPr lang="en-US" altLang="en-US" sz="2000" kern="0" dirty="0"/>
              <a:t> </a:t>
            </a:r>
            <a:r>
              <a:rPr lang="en-US" altLang="en-US" sz="2000" i="1" kern="0" dirty="0" err="1"/>
              <a:t>vecin</a:t>
            </a:r>
            <a:r>
              <a:rPr lang="ro-RO" altLang="en-US" sz="2000" i="1" kern="0" dirty="0"/>
              <a:t>ă</a:t>
            </a:r>
            <a:r>
              <a:rPr lang="en-US" altLang="en-US" sz="2000" i="1" kern="0" dirty="0"/>
              <a:t> </a:t>
            </a:r>
            <a:r>
              <a:rPr lang="en-US" altLang="en-US" sz="2000" i="1" kern="0" dirty="0" err="1"/>
              <a:t>mai</a:t>
            </a:r>
            <a:r>
              <a:rPr lang="en-US" altLang="en-US" sz="2000" i="1" kern="0" dirty="0"/>
              <a:t> mare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kern="0" dirty="0"/>
              <a:t>	(</a:t>
            </a:r>
            <a:r>
              <a:rPr lang="en-US" altLang="en-US" sz="2000" kern="0" dirty="0" err="1"/>
              <a:t>adic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cu </a:t>
            </a:r>
            <a:r>
              <a:rPr lang="en-US" altLang="en-US" sz="2000" i="1" kern="0" dirty="0" err="1"/>
              <a:t>cea</a:t>
            </a:r>
            <a:r>
              <a:rPr lang="en-US" altLang="en-US" sz="2000" i="1" kern="0" dirty="0"/>
              <a:t> </a:t>
            </a:r>
            <a:r>
              <a:rPr lang="en-US" altLang="en-US" sz="2000" i="1" kern="0" dirty="0" err="1"/>
              <a:t>mai</a:t>
            </a:r>
            <a:r>
              <a:rPr lang="en-US" altLang="en-US" sz="2000" i="1" kern="0" dirty="0"/>
              <a:t> din </a:t>
            </a:r>
            <a:r>
              <a:rPr lang="en-US" altLang="en-US" sz="2000" i="1" kern="0" dirty="0" err="1"/>
              <a:t>st</a:t>
            </a:r>
            <a:r>
              <a:rPr lang="ro-RO" altLang="en-US" sz="2000" i="1" kern="0" dirty="0"/>
              <a:t>â</a:t>
            </a:r>
            <a:r>
              <a:rPr lang="en-US" altLang="en-US" sz="2000" i="1" kern="0" dirty="0" err="1"/>
              <a:t>nga</a:t>
            </a:r>
            <a:r>
              <a:rPr lang="en-US" altLang="en-US" sz="2000" i="1" kern="0" dirty="0"/>
              <a:t> </a:t>
            </a:r>
            <a:r>
              <a:rPr lang="en-US" altLang="en-US" sz="2000" i="1" kern="0" dirty="0" err="1"/>
              <a:t>valoare</a:t>
            </a:r>
            <a:r>
              <a:rPr lang="en-US" altLang="en-US" sz="2000" kern="0" dirty="0"/>
              <a:t>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kern="0" dirty="0"/>
              <a:t>	        a </a:t>
            </a:r>
            <a:r>
              <a:rPr lang="en-US" altLang="en-US" sz="2000" i="1" kern="0" dirty="0" err="1"/>
              <a:t>celei</a:t>
            </a:r>
            <a:r>
              <a:rPr lang="en-US" altLang="en-US" sz="2000" i="1" kern="0" dirty="0"/>
              <a:t> </a:t>
            </a:r>
            <a:r>
              <a:rPr lang="en-US" altLang="en-US" sz="2000" i="1" kern="0" dirty="0" err="1"/>
              <a:t>mai</a:t>
            </a:r>
            <a:r>
              <a:rPr lang="en-US" altLang="en-US" sz="2000" i="1" kern="0" dirty="0"/>
              <a:t> din </a:t>
            </a:r>
            <a:r>
              <a:rPr lang="en-US" altLang="en-US" sz="2000" i="1" kern="0" dirty="0" err="1"/>
              <a:t>st</a:t>
            </a:r>
            <a:r>
              <a:rPr lang="ro-RO" altLang="en-US" sz="2000" i="1" kern="0" dirty="0"/>
              <a:t>â</a:t>
            </a:r>
            <a:r>
              <a:rPr lang="en-US" altLang="en-US" sz="2000" i="1" kern="0" dirty="0" err="1"/>
              <a:t>nga</a:t>
            </a:r>
            <a:r>
              <a:rPr lang="en-US" altLang="en-US" sz="2000" i="1" kern="0" dirty="0"/>
              <a:t> </a:t>
            </a:r>
            <a:r>
              <a:rPr lang="en-US" altLang="en-US" sz="2000" i="1" kern="0" dirty="0" err="1"/>
              <a:t>frunze</a:t>
            </a:r>
            <a:endParaRPr lang="en-US" altLang="en-US" sz="2000" i="1" kern="0" dirty="0"/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i="1" kern="0" dirty="0"/>
              <a:t>	        </a:t>
            </a:r>
            <a:r>
              <a:rPr lang="en-US" altLang="en-US" sz="2000" kern="0" dirty="0"/>
              <a:t>a </a:t>
            </a:r>
            <a:r>
              <a:rPr lang="en-US" altLang="en-US" sz="2000" i="1" kern="0" dirty="0" err="1"/>
              <a:t>subarborelui</a:t>
            </a:r>
            <a:r>
              <a:rPr lang="en-US" altLang="en-US" sz="2000" i="1" kern="0" dirty="0"/>
              <a:t> </a:t>
            </a:r>
            <a:r>
              <a:rPr lang="en-US" altLang="en-US" sz="2000" i="1" kern="0" dirty="0" err="1"/>
              <a:t>drept</a:t>
            </a:r>
            <a:r>
              <a:rPr lang="en-US" altLang="en-US" sz="2000" i="1" kern="0" dirty="0"/>
              <a:t> </a:t>
            </a:r>
            <a:r>
              <a:rPr lang="en-US" altLang="en-US" sz="2000" kern="0" dirty="0"/>
              <a:t>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000" kern="0" dirty="0"/>
          </a:p>
        </p:txBody>
      </p:sp>
      <p:grpSp>
        <p:nvGrpSpPr>
          <p:cNvPr id="37891" name="Group 20">
            <a:extLst>
              <a:ext uri="{FF2B5EF4-FFF2-40B4-BE49-F238E27FC236}">
                <a16:creationId xmlns:a16="http://schemas.microsoft.com/office/drawing/2014/main" id="{B78AB43F-F71E-415E-B2B4-31073021B1B8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514600"/>
            <a:ext cx="2971800" cy="469900"/>
            <a:chOff x="2976" y="2680"/>
            <a:chExt cx="1872" cy="296"/>
          </a:xfrm>
        </p:grpSpPr>
        <p:sp>
          <p:nvSpPr>
            <p:cNvPr id="37913" name="Rectangle 5">
              <a:extLst>
                <a:ext uri="{FF2B5EF4-FFF2-40B4-BE49-F238E27FC236}">
                  <a16:creationId xmlns:a16="http://schemas.microsoft.com/office/drawing/2014/main" id="{2BBF7BFD-CA21-4C08-B172-749930F557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7914" name="Text Box 6">
              <a:extLst>
                <a:ext uri="{FF2B5EF4-FFF2-40B4-BE49-F238E27FC236}">
                  <a16:creationId xmlns:a16="http://schemas.microsoft.com/office/drawing/2014/main" id="{63CEEC0C-BA73-4A42-9D65-C534774425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13</a:t>
              </a:r>
            </a:p>
          </p:txBody>
        </p:sp>
        <p:sp>
          <p:nvSpPr>
            <p:cNvPr id="37915" name="Text Box 7">
              <a:extLst>
                <a:ext uri="{FF2B5EF4-FFF2-40B4-BE49-F238E27FC236}">
                  <a16:creationId xmlns:a16="http://schemas.microsoft.com/office/drawing/2014/main" id="{54A332FB-94B9-4D75-84F8-A059A39E1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11</a:t>
              </a:r>
            </a:p>
          </p:txBody>
        </p:sp>
        <p:sp>
          <p:nvSpPr>
            <p:cNvPr id="37916" name="Text Box 8">
              <a:extLst>
                <a:ext uri="{FF2B5EF4-FFF2-40B4-BE49-F238E27FC236}">
                  <a16:creationId xmlns:a16="http://schemas.microsoft.com/office/drawing/2014/main" id="{7BAB0398-86BF-408B-AD08-D213EF0FC2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17</a:t>
              </a:r>
            </a:p>
          </p:txBody>
        </p:sp>
        <p:sp>
          <p:nvSpPr>
            <p:cNvPr id="37917" name="Text Box 9">
              <a:extLst>
                <a:ext uri="{FF2B5EF4-FFF2-40B4-BE49-F238E27FC236}">
                  <a16:creationId xmlns:a16="http://schemas.microsoft.com/office/drawing/2014/main" id="{15B9CC77-C513-4E67-B467-DD8FE6B02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45</a:t>
              </a:r>
            </a:p>
          </p:txBody>
        </p:sp>
        <p:sp>
          <p:nvSpPr>
            <p:cNvPr id="37918" name="Line 11">
              <a:extLst>
                <a:ext uri="{FF2B5EF4-FFF2-40B4-BE49-F238E27FC236}">
                  <a16:creationId xmlns:a16="http://schemas.microsoft.com/office/drawing/2014/main" id="{A0E1C1DD-261F-4D59-9296-2CFC3523B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19" name="Line 12">
              <a:extLst>
                <a:ext uri="{FF2B5EF4-FFF2-40B4-BE49-F238E27FC236}">
                  <a16:creationId xmlns:a16="http://schemas.microsoft.com/office/drawing/2014/main" id="{2EA23FA3-D70E-465A-A6AF-B36C0C2D1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20" name="Line 13">
              <a:extLst>
                <a:ext uri="{FF2B5EF4-FFF2-40B4-BE49-F238E27FC236}">
                  <a16:creationId xmlns:a16="http://schemas.microsoft.com/office/drawing/2014/main" id="{5411EF63-6572-45B6-A32C-7B1888AC8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21" name="Line 14">
              <a:extLst>
                <a:ext uri="{FF2B5EF4-FFF2-40B4-BE49-F238E27FC236}">
                  <a16:creationId xmlns:a16="http://schemas.microsoft.com/office/drawing/2014/main" id="{85D9077C-835E-4EE6-8BBB-378C38E15B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22" name="Line 16">
              <a:extLst>
                <a:ext uri="{FF2B5EF4-FFF2-40B4-BE49-F238E27FC236}">
                  <a16:creationId xmlns:a16="http://schemas.microsoft.com/office/drawing/2014/main" id="{BCD8C124-BE6B-4943-97E3-9C8A33FDD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23" name="Line 17">
              <a:extLst>
                <a:ext uri="{FF2B5EF4-FFF2-40B4-BE49-F238E27FC236}">
                  <a16:creationId xmlns:a16="http://schemas.microsoft.com/office/drawing/2014/main" id="{85CEAF10-C147-4735-9935-D62FC5DE87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24" name="Line 18">
              <a:extLst>
                <a:ext uri="{FF2B5EF4-FFF2-40B4-BE49-F238E27FC236}">
                  <a16:creationId xmlns:a16="http://schemas.microsoft.com/office/drawing/2014/main" id="{952C022C-8DB4-448E-B9E5-88FB416BDD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25" name="Line 19">
              <a:extLst>
                <a:ext uri="{FF2B5EF4-FFF2-40B4-BE49-F238E27FC236}">
                  <a16:creationId xmlns:a16="http://schemas.microsoft.com/office/drawing/2014/main" id="{A9723F8E-88EC-4339-BB39-BAE21BF5E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7892" name="Group 21">
            <a:extLst>
              <a:ext uri="{FF2B5EF4-FFF2-40B4-BE49-F238E27FC236}">
                <a16:creationId xmlns:a16="http://schemas.microsoft.com/office/drawing/2014/main" id="{28479691-489D-479D-9600-A4DEA9E1F998}"/>
              </a:ext>
            </a:extLst>
          </p:cNvPr>
          <p:cNvGrpSpPr>
            <a:grpSpLocks/>
          </p:cNvGrpSpPr>
          <p:nvPr/>
        </p:nvGrpSpPr>
        <p:grpSpPr bwMode="auto">
          <a:xfrm>
            <a:off x="7543800" y="4343400"/>
            <a:ext cx="2971800" cy="469900"/>
            <a:chOff x="2976" y="2680"/>
            <a:chExt cx="1872" cy="296"/>
          </a:xfrm>
        </p:grpSpPr>
        <p:sp>
          <p:nvSpPr>
            <p:cNvPr id="37900" name="Rectangle 22">
              <a:extLst>
                <a:ext uri="{FF2B5EF4-FFF2-40B4-BE49-F238E27FC236}">
                  <a16:creationId xmlns:a16="http://schemas.microsoft.com/office/drawing/2014/main" id="{DAFA3282-C898-4309-B16E-BEF2022990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7901" name="Text Box 23">
              <a:extLst>
                <a:ext uri="{FF2B5EF4-FFF2-40B4-BE49-F238E27FC236}">
                  <a16:creationId xmlns:a16="http://schemas.microsoft.com/office/drawing/2014/main" id="{D80668D6-5B87-4965-977D-1262F17FDE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23</a:t>
              </a:r>
            </a:p>
          </p:txBody>
        </p:sp>
        <p:sp>
          <p:nvSpPr>
            <p:cNvPr id="37902" name="Text Box 24">
              <a:extLst>
                <a:ext uri="{FF2B5EF4-FFF2-40B4-BE49-F238E27FC236}">
                  <a16:creationId xmlns:a16="http://schemas.microsoft.com/office/drawing/2014/main" id="{7D43E1F3-18D2-4C38-954E-C397ED847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21</a:t>
              </a:r>
            </a:p>
          </p:txBody>
        </p:sp>
        <p:sp>
          <p:nvSpPr>
            <p:cNvPr id="37903" name="Text Box 25">
              <a:extLst>
                <a:ext uri="{FF2B5EF4-FFF2-40B4-BE49-F238E27FC236}">
                  <a16:creationId xmlns:a16="http://schemas.microsoft.com/office/drawing/2014/main" id="{C6217613-352D-44E1-874C-5BA72CEFB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24</a:t>
              </a:r>
            </a:p>
          </p:txBody>
        </p:sp>
        <p:sp>
          <p:nvSpPr>
            <p:cNvPr id="37904" name="Text Box 26">
              <a:extLst>
                <a:ext uri="{FF2B5EF4-FFF2-40B4-BE49-F238E27FC236}">
                  <a16:creationId xmlns:a16="http://schemas.microsoft.com/office/drawing/2014/main" id="{9EF447CD-954E-4052-A5EA-D3969F6C0C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Verdana" panose="020B0604030504040204" pitchFamily="34" charset="0"/>
                </a:rPr>
                <a:t>26</a:t>
              </a:r>
            </a:p>
          </p:txBody>
        </p:sp>
        <p:sp>
          <p:nvSpPr>
            <p:cNvPr id="37905" name="Line 27">
              <a:extLst>
                <a:ext uri="{FF2B5EF4-FFF2-40B4-BE49-F238E27FC236}">
                  <a16:creationId xmlns:a16="http://schemas.microsoft.com/office/drawing/2014/main" id="{C2D3C007-178C-4404-A966-B077AC119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06" name="Line 28">
              <a:extLst>
                <a:ext uri="{FF2B5EF4-FFF2-40B4-BE49-F238E27FC236}">
                  <a16:creationId xmlns:a16="http://schemas.microsoft.com/office/drawing/2014/main" id="{FD5DDAF3-E411-4599-B19D-19A62B104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07" name="Line 29">
              <a:extLst>
                <a:ext uri="{FF2B5EF4-FFF2-40B4-BE49-F238E27FC236}">
                  <a16:creationId xmlns:a16="http://schemas.microsoft.com/office/drawing/2014/main" id="{03862AE0-630F-4066-B1AC-1CC9E5E3F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08" name="Line 30">
              <a:extLst>
                <a:ext uri="{FF2B5EF4-FFF2-40B4-BE49-F238E27FC236}">
                  <a16:creationId xmlns:a16="http://schemas.microsoft.com/office/drawing/2014/main" id="{89C65391-520F-4D95-8E0F-7845A8638E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09" name="Line 31">
              <a:extLst>
                <a:ext uri="{FF2B5EF4-FFF2-40B4-BE49-F238E27FC236}">
                  <a16:creationId xmlns:a16="http://schemas.microsoft.com/office/drawing/2014/main" id="{C56E16CD-E651-4E93-97F2-D0C845BFE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10" name="Line 32">
              <a:extLst>
                <a:ext uri="{FF2B5EF4-FFF2-40B4-BE49-F238E27FC236}">
                  <a16:creationId xmlns:a16="http://schemas.microsoft.com/office/drawing/2014/main" id="{405933BD-9FE9-4028-8505-08016E7ECB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11" name="Line 33">
              <a:extLst>
                <a:ext uri="{FF2B5EF4-FFF2-40B4-BE49-F238E27FC236}">
                  <a16:creationId xmlns:a16="http://schemas.microsoft.com/office/drawing/2014/main" id="{35488CA7-F324-4554-8381-06DFB18BB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7912" name="Line 34">
              <a:extLst>
                <a:ext uri="{FF2B5EF4-FFF2-40B4-BE49-F238E27FC236}">
                  <a16:creationId xmlns:a16="http://schemas.microsoft.com/office/drawing/2014/main" id="{5A82B023-573B-4CA3-AE1F-75C653AEB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37893" name="Rectangle 35">
            <a:extLst>
              <a:ext uri="{FF2B5EF4-FFF2-40B4-BE49-F238E27FC236}">
                <a16:creationId xmlns:a16="http://schemas.microsoft.com/office/drawing/2014/main" id="{D18AEDB1-C166-405F-919B-B253F85D4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4400" y="3505200"/>
            <a:ext cx="1905000" cy="4572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254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37894" name="Line 36">
            <a:extLst>
              <a:ext uri="{FF2B5EF4-FFF2-40B4-BE49-F238E27FC236}">
                <a16:creationId xmlns:a16="http://schemas.microsoft.com/office/drawing/2014/main" id="{6091281C-0E75-413E-9423-C61B7CDA5B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448800" y="2819400"/>
            <a:ext cx="76200" cy="7620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7895" name="Text Box 37">
            <a:extLst>
              <a:ext uri="{FF2B5EF4-FFF2-40B4-BE49-F238E27FC236}">
                <a16:creationId xmlns:a16="http://schemas.microsoft.com/office/drawing/2014/main" id="{622632BB-CD89-4736-9C10-8774CC73B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0" y="35052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latin typeface="Verdana" panose="020B0604030504040204" pitchFamily="34" charset="0"/>
              </a:rPr>
              <a:t>. . .</a:t>
            </a:r>
          </a:p>
        </p:txBody>
      </p:sp>
      <p:sp>
        <p:nvSpPr>
          <p:cNvPr id="37896" name="Line 38">
            <a:extLst>
              <a:ext uri="{FF2B5EF4-FFF2-40B4-BE49-F238E27FC236}">
                <a16:creationId xmlns:a16="http://schemas.microsoft.com/office/drawing/2014/main" id="{FF79814B-4AB1-4BEE-A308-FF74456AB9F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20000" y="3733800"/>
            <a:ext cx="990600" cy="6096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7897" name="Oval 39">
            <a:extLst>
              <a:ext uri="{FF2B5EF4-FFF2-40B4-BE49-F238E27FC236}">
                <a16:creationId xmlns:a16="http://schemas.microsoft.com/office/drawing/2014/main" id="{13716342-84B0-4F1B-8993-6C5873076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4267200"/>
            <a:ext cx="762000" cy="685800"/>
          </a:xfrm>
          <a:prstGeom prst="ellipse">
            <a:avLst/>
          </a:prstGeom>
          <a:noFill/>
          <a:ln w="1270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cxnSp>
        <p:nvCxnSpPr>
          <p:cNvPr id="37898" name="AutoShape 40">
            <a:extLst>
              <a:ext uri="{FF2B5EF4-FFF2-40B4-BE49-F238E27FC236}">
                <a16:creationId xmlns:a16="http://schemas.microsoft.com/office/drawing/2014/main" id="{8048DC5D-E08F-4528-8353-2A72024AE082}"/>
              </a:ext>
            </a:extLst>
          </p:cNvPr>
          <p:cNvCxnSpPr>
            <a:cxnSpLocks noChangeShapeType="1"/>
            <a:stCxn id="37897" idx="0"/>
            <a:endCxn id="37916" idx="2"/>
          </p:cNvCxnSpPr>
          <p:nvPr/>
        </p:nvCxnSpPr>
        <p:spPr bwMode="auto">
          <a:xfrm rot="-5400000">
            <a:off x="7934325" y="2981325"/>
            <a:ext cx="1352550" cy="1219200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chemeClr val="fol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" name="Rectangle 2">
            <a:extLst>
              <a:ext uri="{FF2B5EF4-FFF2-40B4-BE49-F238E27FC236}">
                <a16:creationId xmlns:a16="http://schemas.microsoft.com/office/drawing/2014/main" id="{27055782-24B0-4E8B-8293-5A6E01856C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D667A8-80AB-4A9B-8C4B-0E677C57BEBB}"/>
              </a:ext>
            </a:extLst>
          </p:cNvPr>
          <p:cNvSpPr txBox="1">
            <a:spLocks noChangeArrowheads="1"/>
          </p:cNvSpPr>
          <p:nvPr/>
        </p:nvSpPr>
        <p:spPr>
          <a:xfrm>
            <a:off x="2895600" y="1600200"/>
            <a:ext cx="8458200" cy="224313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b="1" kern="0" dirty="0"/>
              <a:t>2. </a:t>
            </a:r>
            <a:r>
              <a:rPr lang="en-US" altLang="en-US" sz="2000" kern="0" dirty="0"/>
              <a:t>Se </a:t>
            </a:r>
            <a:r>
              <a:rPr lang="en-US" altLang="en-US" sz="2000" kern="0" dirty="0" err="1"/>
              <a:t>repet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acest</a:t>
            </a:r>
            <a:r>
              <a:rPr lang="en-US" altLang="en-US" sz="2000" kern="0" dirty="0"/>
              <a:t> pas p</a:t>
            </a:r>
            <a:r>
              <a:rPr lang="ro-RO" altLang="en-US" sz="2000" kern="0" dirty="0"/>
              <a:t>â</a:t>
            </a:r>
            <a:r>
              <a:rPr lang="en-US" altLang="en-US" sz="2000" kern="0" dirty="0"/>
              <a:t>n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se </a:t>
            </a:r>
            <a:r>
              <a:rPr lang="en-US" altLang="en-US" sz="2000" kern="0" dirty="0" err="1"/>
              <a:t>ajunge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/>
              <a:t>n </a:t>
            </a:r>
            <a:r>
              <a:rPr lang="en-US" altLang="en-US" sz="2000" kern="0" dirty="0" err="1"/>
              <a:t>cazurile</a:t>
            </a:r>
            <a:r>
              <a:rPr lang="en-US" altLang="en-US" sz="2000" kern="0" dirty="0"/>
              <a:t> A) </a:t>
            </a:r>
            <a:r>
              <a:rPr lang="en-US" altLang="en-US" sz="2000" kern="0" dirty="0" err="1"/>
              <a:t>sau</a:t>
            </a:r>
            <a:r>
              <a:rPr lang="en-US" altLang="en-US" sz="2000" kern="0" dirty="0"/>
              <a:t> B)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kern="0" dirty="0"/>
              <a:t>	A) </a:t>
            </a:r>
            <a:r>
              <a:rPr lang="en-US" altLang="en-US" sz="2000" kern="0" dirty="0" err="1"/>
              <a:t>Dac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nodul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ce</a:t>
            </a:r>
            <a:r>
              <a:rPr lang="en-US" altLang="en-US" sz="2000" kern="0" dirty="0"/>
              <a:t> con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ine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valoarea</a:t>
            </a:r>
            <a:r>
              <a:rPr lang="en-US" altLang="en-US" sz="2000" kern="0" dirty="0"/>
              <a:t> de </a:t>
            </a:r>
            <a:r>
              <a:rPr lang="ro-RO" altLang="en-US" sz="2000" kern="0" dirty="0"/>
              <a:t>ș</a:t>
            </a:r>
            <a:r>
              <a:rPr lang="en-US" altLang="en-US" sz="2000" kern="0" dirty="0" err="1"/>
              <a:t>ter</a:t>
            </a:r>
            <a:r>
              <a:rPr lang="ro-RO" altLang="en-US" sz="2000" kern="0" dirty="0"/>
              <a:t>s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este</a:t>
            </a:r>
            <a:r>
              <a:rPr lang="en-US" altLang="en-US" sz="2000" kern="0" dirty="0"/>
              <a:t> r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d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cina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sau</a:t>
            </a:r>
            <a:r>
              <a:rPr lang="en-US" altLang="en-US" sz="2000" kern="0" dirty="0"/>
              <a:t> num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rul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valorilor</a:t>
            </a:r>
            <a:r>
              <a:rPr lang="en-US" altLang="en-US" sz="2000" kern="0" dirty="0"/>
              <a:t> r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mase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/>
              <a:t>n nod </a:t>
            </a:r>
            <a:r>
              <a:rPr lang="en-US" altLang="en-US" sz="2000" kern="0" dirty="0" err="1"/>
              <a:t>este</a:t>
            </a:r>
            <a:r>
              <a:rPr lang="en-US" altLang="en-US" sz="2000" kern="0" dirty="0"/>
              <a:t> </a:t>
            </a:r>
            <a:r>
              <a:rPr lang="en-US" altLang="en-US" sz="2000" kern="0" dirty="0">
                <a:sym typeface="Symbol" pitchFamily="18" charset="2"/>
              </a:rPr>
              <a:t></a:t>
            </a:r>
            <a:r>
              <a:rPr lang="en-US" altLang="en-US" sz="2000" kern="0" dirty="0"/>
              <a:t> [m/2]:</a:t>
            </a:r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kern="0" dirty="0" err="1"/>
              <a:t>elimin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valoarea</a:t>
            </a:r>
            <a:endParaRPr lang="en-US" altLang="en-US" sz="1800" kern="0" dirty="0"/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i="1" kern="0" dirty="0"/>
              <a:t>re-</a:t>
            </a:r>
            <a:r>
              <a:rPr lang="en-US" altLang="en-US" sz="1800" i="1" kern="0" dirty="0" err="1"/>
              <a:t>aranjeaz</a:t>
            </a:r>
            <a:r>
              <a:rPr lang="ro-RO" altLang="en-US" sz="1800" i="1" kern="0" dirty="0"/>
              <a:t>ă</a:t>
            </a:r>
            <a:r>
              <a:rPr lang="en-US" altLang="en-US" sz="1800" i="1" kern="0" dirty="0"/>
              <a:t> </a:t>
            </a:r>
            <a:r>
              <a:rPr lang="en-US" altLang="en-US" sz="1800" i="1" kern="0" dirty="0" err="1"/>
              <a:t>valorile</a:t>
            </a:r>
            <a:r>
              <a:rPr lang="en-US" altLang="en-US" sz="1800" i="1" kern="0" dirty="0"/>
              <a:t> </a:t>
            </a:r>
            <a:r>
              <a:rPr lang="ro-RO" altLang="en-US" sz="1800" i="1" kern="0" dirty="0"/>
              <a:t>ș</a:t>
            </a:r>
            <a:r>
              <a:rPr lang="en-US" altLang="en-US" sz="1800" i="1" kern="0" dirty="0" err="1"/>
              <a:t>i</a:t>
            </a:r>
            <a:r>
              <a:rPr lang="en-US" altLang="en-US" sz="1800" i="1" kern="0" dirty="0"/>
              <a:t> </a:t>
            </a:r>
            <a:r>
              <a:rPr lang="en-US" altLang="en-US" sz="1800" i="1" kern="0" dirty="0" err="1"/>
              <a:t>pointerii</a:t>
            </a:r>
            <a:r>
              <a:rPr lang="en-US" altLang="en-US" sz="1800" kern="0" dirty="0"/>
              <a:t> din nod</a:t>
            </a:r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kern="0" dirty="0" err="1"/>
              <a:t>termin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algoritmul</a:t>
            </a:r>
            <a:endParaRPr lang="en-US" altLang="en-US" sz="1400" kern="0" dirty="0"/>
          </a:p>
        </p:txBody>
      </p:sp>
      <p:grpSp>
        <p:nvGrpSpPr>
          <p:cNvPr id="38915" name="Group 5">
            <a:extLst>
              <a:ext uri="{FF2B5EF4-FFF2-40B4-BE49-F238E27FC236}">
                <a16:creationId xmlns:a16="http://schemas.microsoft.com/office/drawing/2014/main" id="{AB7D805C-DCEE-4CC2-A922-BABB35FECEA1}"/>
              </a:ext>
            </a:extLst>
          </p:cNvPr>
          <p:cNvGrpSpPr>
            <a:grpSpLocks/>
          </p:cNvGrpSpPr>
          <p:nvPr/>
        </p:nvGrpSpPr>
        <p:grpSpPr bwMode="auto">
          <a:xfrm>
            <a:off x="3386138" y="4102100"/>
            <a:ext cx="2611437" cy="411163"/>
            <a:chOff x="2976" y="2680"/>
            <a:chExt cx="1872" cy="296"/>
          </a:xfrm>
        </p:grpSpPr>
        <p:sp>
          <p:nvSpPr>
            <p:cNvPr id="38971" name="Rectangle 6">
              <a:extLst>
                <a:ext uri="{FF2B5EF4-FFF2-40B4-BE49-F238E27FC236}">
                  <a16:creationId xmlns:a16="http://schemas.microsoft.com/office/drawing/2014/main" id="{405EC9F5-F65A-41B7-9D92-5FE8F25CD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8972" name="Text Box 7">
              <a:extLst>
                <a:ext uri="{FF2B5EF4-FFF2-40B4-BE49-F238E27FC236}">
                  <a16:creationId xmlns:a16="http://schemas.microsoft.com/office/drawing/2014/main" id="{265D817A-C4E7-48BE-9739-71F8B6CF04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19"/>
              <a:ext cx="28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15</a:t>
              </a:r>
            </a:p>
          </p:txBody>
        </p:sp>
        <p:sp>
          <p:nvSpPr>
            <p:cNvPr id="38973" name="Text Box 8">
              <a:extLst>
                <a:ext uri="{FF2B5EF4-FFF2-40B4-BE49-F238E27FC236}">
                  <a16:creationId xmlns:a16="http://schemas.microsoft.com/office/drawing/2014/main" id="{EB053B19-F856-4918-8AA8-EA6B5119FF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" y="2719"/>
              <a:ext cx="28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9</a:t>
              </a:r>
            </a:p>
          </p:txBody>
        </p:sp>
        <p:sp>
          <p:nvSpPr>
            <p:cNvPr id="38974" name="Text Box 9">
              <a:extLst>
                <a:ext uri="{FF2B5EF4-FFF2-40B4-BE49-F238E27FC236}">
                  <a16:creationId xmlns:a16="http://schemas.microsoft.com/office/drawing/2014/main" id="{FE384F3E-D220-499E-A407-1C4B7784D3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2719"/>
              <a:ext cx="28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27</a:t>
              </a:r>
            </a:p>
          </p:txBody>
        </p:sp>
        <p:sp>
          <p:nvSpPr>
            <p:cNvPr id="38975" name="Text Box 10">
              <a:extLst>
                <a:ext uri="{FF2B5EF4-FFF2-40B4-BE49-F238E27FC236}">
                  <a16:creationId xmlns:a16="http://schemas.microsoft.com/office/drawing/2014/main" id="{F2C09680-0729-4BD1-88B9-335EFBF04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19"/>
              <a:ext cx="28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38976" name="Line 11">
              <a:extLst>
                <a:ext uri="{FF2B5EF4-FFF2-40B4-BE49-F238E27FC236}">
                  <a16:creationId xmlns:a16="http://schemas.microsoft.com/office/drawing/2014/main" id="{FB9B08FF-C974-490E-9E14-A45302B1FA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77" name="Line 12">
              <a:extLst>
                <a:ext uri="{FF2B5EF4-FFF2-40B4-BE49-F238E27FC236}">
                  <a16:creationId xmlns:a16="http://schemas.microsoft.com/office/drawing/2014/main" id="{5CAF1B13-7DB7-44D5-9CB5-232D7D50E5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78" name="Line 13">
              <a:extLst>
                <a:ext uri="{FF2B5EF4-FFF2-40B4-BE49-F238E27FC236}">
                  <a16:creationId xmlns:a16="http://schemas.microsoft.com/office/drawing/2014/main" id="{D0984731-6FF1-4A55-BA4E-BA285614B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79" name="Line 14">
              <a:extLst>
                <a:ext uri="{FF2B5EF4-FFF2-40B4-BE49-F238E27FC236}">
                  <a16:creationId xmlns:a16="http://schemas.microsoft.com/office/drawing/2014/main" id="{16FECCCC-8071-49D8-B9DD-02CFB2B91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80" name="Line 15">
              <a:extLst>
                <a:ext uri="{FF2B5EF4-FFF2-40B4-BE49-F238E27FC236}">
                  <a16:creationId xmlns:a16="http://schemas.microsoft.com/office/drawing/2014/main" id="{208028A1-BE72-4790-936D-72ECB1D71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81" name="Line 16">
              <a:extLst>
                <a:ext uri="{FF2B5EF4-FFF2-40B4-BE49-F238E27FC236}">
                  <a16:creationId xmlns:a16="http://schemas.microsoft.com/office/drawing/2014/main" id="{FBD20BF0-804C-4E44-A868-06DC32240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82" name="Line 17">
              <a:extLst>
                <a:ext uri="{FF2B5EF4-FFF2-40B4-BE49-F238E27FC236}">
                  <a16:creationId xmlns:a16="http://schemas.microsoft.com/office/drawing/2014/main" id="{E3A6409C-F25F-4AAC-B8B6-084E9F4AB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83" name="Line 18">
              <a:extLst>
                <a:ext uri="{FF2B5EF4-FFF2-40B4-BE49-F238E27FC236}">
                  <a16:creationId xmlns:a16="http://schemas.microsoft.com/office/drawing/2014/main" id="{57886A98-5695-41F0-A238-DE78C4D5C3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8916" name="Group 19">
            <a:extLst>
              <a:ext uri="{FF2B5EF4-FFF2-40B4-BE49-F238E27FC236}">
                <a16:creationId xmlns:a16="http://schemas.microsoft.com/office/drawing/2014/main" id="{4CCD5B57-952F-4DF9-86F3-FA775B850723}"/>
              </a:ext>
            </a:extLst>
          </p:cNvPr>
          <p:cNvGrpSpPr>
            <a:grpSpLocks/>
          </p:cNvGrpSpPr>
          <p:nvPr/>
        </p:nvGrpSpPr>
        <p:grpSpPr bwMode="auto">
          <a:xfrm>
            <a:off x="3251200" y="5762625"/>
            <a:ext cx="2611438" cy="409575"/>
            <a:chOff x="2976" y="2680"/>
            <a:chExt cx="1872" cy="296"/>
          </a:xfrm>
        </p:grpSpPr>
        <p:sp>
          <p:nvSpPr>
            <p:cNvPr id="38958" name="Rectangle 20">
              <a:extLst>
                <a:ext uri="{FF2B5EF4-FFF2-40B4-BE49-F238E27FC236}">
                  <a16:creationId xmlns:a16="http://schemas.microsoft.com/office/drawing/2014/main" id="{5D42A5A2-A359-45B5-ADDF-F4F403B17D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8959" name="Text Box 21">
              <a:extLst>
                <a:ext uri="{FF2B5EF4-FFF2-40B4-BE49-F238E27FC236}">
                  <a16:creationId xmlns:a16="http://schemas.microsoft.com/office/drawing/2014/main" id="{77BA3E29-605A-4199-B4E2-90ADE9B79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0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11</a:t>
              </a:r>
            </a:p>
          </p:txBody>
        </p:sp>
        <p:sp>
          <p:nvSpPr>
            <p:cNvPr id="38960" name="Text Box 22">
              <a:extLst>
                <a:ext uri="{FF2B5EF4-FFF2-40B4-BE49-F238E27FC236}">
                  <a16:creationId xmlns:a16="http://schemas.microsoft.com/office/drawing/2014/main" id="{8AD2F9EE-C7F5-4814-AE98-86C3C72E2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10</a:t>
              </a:r>
            </a:p>
          </p:txBody>
        </p:sp>
        <p:sp>
          <p:nvSpPr>
            <p:cNvPr id="38961" name="Text Box 23">
              <a:extLst>
                <a:ext uri="{FF2B5EF4-FFF2-40B4-BE49-F238E27FC236}">
                  <a16:creationId xmlns:a16="http://schemas.microsoft.com/office/drawing/2014/main" id="{83E52CC2-B6D5-459B-B509-648B860FD0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38962" name="Text Box 24">
              <a:extLst>
                <a:ext uri="{FF2B5EF4-FFF2-40B4-BE49-F238E27FC236}">
                  <a16:creationId xmlns:a16="http://schemas.microsoft.com/office/drawing/2014/main" id="{C5270AFB-60E8-41CD-B0FE-6B6BBF8FA4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14</a:t>
              </a:r>
            </a:p>
          </p:txBody>
        </p:sp>
        <p:sp>
          <p:nvSpPr>
            <p:cNvPr id="38963" name="Line 25">
              <a:extLst>
                <a:ext uri="{FF2B5EF4-FFF2-40B4-BE49-F238E27FC236}">
                  <a16:creationId xmlns:a16="http://schemas.microsoft.com/office/drawing/2014/main" id="{9248ECF1-253B-4828-A6BF-4FEBAAF33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64" name="Line 26">
              <a:extLst>
                <a:ext uri="{FF2B5EF4-FFF2-40B4-BE49-F238E27FC236}">
                  <a16:creationId xmlns:a16="http://schemas.microsoft.com/office/drawing/2014/main" id="{41AEE0F7-E487-4BB3-AFA5-9D7BC4944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65" name="Line 27">
              <a:extLst>
                <a:ext uri="{FF2B5EF4-FFF2-40B4-BE49-F238E27FC236}">
                  <a16:creationId xmlns:a16="http://schemas.microsoft.com/office/drawing/2014/main" id="{0A092437-70FD-48E6-88B8-7AA89ED8BB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66" name="Line 28">
              <a:extLst>
                <a:ext uri="{FF2B5EF4-FFF2-40B4-BE49-F238E27FC236}">
                  <a16:creationId xmlns:a16="http://schemas.microsoft.com/office/drawing/2014/main" id="{2E740378-E513-4C45-B3B0-E64A639D97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67" name="Line 29">
              <a:extLst>
                <a:ext uri="{FF2B5EF4-FFF2-40B4-BE49-F238E27FC236}">
                  <a16:creationId xmlns:a16="http://schemas.microsoft.com/office/drawing/2014/main" id="{84196ADC-758B-4898-8AE4-DA652A2D9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68" name="Line 30">
              <a:extLst>
                <a:ext uri="{FF2B5EF4-FFF2-40B4-BE49-F238E27FC236}">
                  <a16:creationId xmlns:a16="http://schemas.microsoft.com/office/drawing/2014/main" id="{2F6439A0-C342-4260-931D-79C9A47DEF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69" name="Line 31">
              <a:extLst>
                <a:ext uri="{FF2B5EF4-FFF2-40B4-BE49-F238E27FC236}">
                  <a16:creationId xmlns:a16="http://schemas.microsoft.com/office/drawing/2014/main" id="{C3D41A7C-3A5B-440D-AC33-CBE822B63A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70" name="Line 32">
              <a:extLst>
                <a:ext uri="{FF2B5EF4-FFF2-40B4-BE49-F238E27FC236}">
                  <a16:creationId xmlns:a16="http://schemas.microsoft.com/office/drawing/2014/main" id="{A44ED83F-01A8-4DAD-9601-6ADB97117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38917" name="Line 47">
            <a:extLst>
              <a:ext uri="{FF2B5EF4-FFF2-40B4-BE49-F238E27FC236}">
                <a16:creationId xmlns:a16="http://schemas.microsoft.com/office/drawing/2014/main" id="{D1082158-5313-415C-9C6D-C6D3BAA0B4D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4302125"/>
            <a:ext cx="266700" cy="598488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18" name="Line 48">
            <a:extLst>
              <a:ext uri="{FF2B5EF4-FFF2-40B4-BE49-F238E27FC236}">
                <a16:creationId xmlns:a16="http://schemas.microsoft.com/office/drawing/2014/main" id="{56988646-6AFB-4B94-9ED7-657EE86DC4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1200" y="4368800"/>
            <a:ext cx="869950" cy="1393825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19" name="Line 49">
            <a:extLst>
              <a:ext uri="{FF2B5EF4-FFF2-40B4-BE49-F238E27FC236}">
                <a16:creationId xmlns:a16="http://schemas.microsoft.com/office/drawing/2014/main" id="{FC6DBE5C-F4D1-48B3-858C-CB5CC8FFBAB7}"/>
              </a:ext>
            </a:extLst>
          </p:cNvPr>
          <p:cNvSpPr>
            <a:spLocks noChangeShapeType="1"/>
          </p:cNvSpPr>
          <p:nvPr/>
        </p:nvSpPr>
        <p:spPr bwMode="auto">
          <a:xfrm>
            <a:off x="4735513" y="4302125"/>
            <a:ext cx="131762" cy="650875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20" name="Line 50">
            <a:extLst>
              <a:ext uri="{FF2B5EF4-FFF2-40B4-BE49-F238E27FC236}">
                <a16:creationId xmlns:a16="http://schemas.microsoft.com/office/drawing/2014/main" id="{F782213D-D8EC-4079-B432-0A523943A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6850" y="4302125"/>
            <a:ext cx="200025" cy="465138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21" name="Oval 51">
            <a:extLst>
              <a:ext uri="{FF2B5EF4-FFF2-40B4-BE49-F238E27FC236}">
                <a16:creationId xmlns:a16="http://schemas.microsoft.com/office/drawing/2014/main" id="{194003FA-831A-4F6F-B4AB-54B88D4EC6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5975" y="5727700"/>
            <a:ext cx="468313" cy="463550"/>
          </a:xfrm>
          <a:prstGeom prst="ellips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38922" name="Line 53">
            <a:extLst>
              <a:ext uri="{FF2B5EF4-FFF2-40B4-BE49-F238E27FC236}">
                <a16:creationId xmlns:a16="http://schemas.microsoft.com/office/drawing/2014/main" id="{2ED505EA-F559-4D25-ACC0-C19192BC50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67275" y="5410200"/>
            <a:ext cx="762000" cy="381000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23" name="Text Box 54">
            <a:extLst>
              <a:ext uri="{FF2B5EF4-FFF2-40B4-BE49-F238E27FC236}">
                <a16:creationId xmlns:a16="http://schemas.microsoft.com/office/drawing/2014/main" id="{BBD1B83D-B60A-4141-9A31-20DF369B5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0675" y="5105400"/>
            <a:ext cx="8477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valoare de </a:t>
            </a:r>
            <a:b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</a:br>
            <a:r>
              <a:rPr lang="ro-RO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ș</a:t>
            </a: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ters</a:t>
            </a:r>
          </a:p>
        </p:txBody>
      </p:sp>
      <p:grpSp>
        <p:nvGrpSpPr>
          <p:cNvPr id="38924" name="Group 58">
            <a:extLst>
              <a:ext uri="{FF2B5EF4-FFF2-40B4-BE49-F238E27FC236}">
                <a16:creationId xmlns:a16="http://schemas.microsoft.com/office/drawing/2014/main" id="{60C71AAD-ED92-4BDB-9EEC-13417B205F66}"/>
              </a:ext>
            </a:extLst>
          </p:cNvPr>
          <p:cNvGrpSpPr>
            <a:grpSpLocks/>
          </p:cNvGrpSpPr>
          <p:nvPr/>
        </p:nvGrpSpPr>
        <p:grpSpPr bwMode="auto">
          <a:xfrm>
            <a:off x="7907338" y="4330700"/>
            <a:ext cx="2611437" cy="411163"/>
            <a:chOff x="2976" y="2680"/>
            <a:chExt cx="1872" cy="296"/>
          </a:xfrm>
        </p:grpSpPr>
        <p:sp>
          <p:nvSpPr>
            <p:cNvPr id="38945" name="Rectangle 59">
              <a:extLst>
                <a:ext uri="{FF2B5EF4-FFF2-40B4-BE49-F238E27FC236}">
                  <a16:creationId xmlns:a16="http://schemas.microsoft.com/office/drawing/2014/main" id="{89B7A855-5625-4C76-B6C5-46D5A48432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8946" name="Text Box 60">
              <a:extLst>
                <a:ext uri="{FF2B5EF4-FFF2-40B4-BE49-F238E27FC236}">
                  <a16:creationId xmlns:a16="http://schemas.microsoft.com/office/drawing/2014/main" id="{628D10C1-A816-4793-8665-7199CA2261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19"/>
              <a:ext cx="28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15</a:t>
              </a:r>
            </a:p>
          </p:txBody>
        </p:sp>
        <p:sp>
          <p:nvSpPr>
            <p:cNvPr id="38947" name="Text Box 61">
              <a:extLst>
                <a:ext uri="{FF2B5EF4-FFF2-40B4-BE49-F238E27FC236}">
                  <a16:creationId xmlns:a16="http://schemas.microsoft.com/office/drawing/2014/main" id="{FE050445-83B3-4254-AEDE-44EEF5BE3A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" y="2719"/>
              <a:ext cx="28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9</a:t>
              </a:r>
            </a:p>
          </p:txBody>
        </p:sp>
        <p:sp>
          <p:nvSpPr>
            <p:cNvPr id="38948" name="Text Box 62">
              <a:extLst>
                <a:ext uri="{FF2B5EF4-FFF2-40B4-BE49-F238E27FC236}">
                  <a16:creationId xmlns:a16="http://schemas.microsoft.com/office/drawing/2014/main" id="{BE540644-C95F-4316-AC60-D1D4AD589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2719"/>
              <a:ext cx="28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27</a:t>
              </a:r>
            </a:p>
          </p:txBody>
        </p:sp>
        <p:sp>
          <p:nvSpPr>
            <p:cNvPr id="38949" name="Text Box 63">
              <a:extLst>
                <a:ext uri="{FF2B5EF4-FFF2-40B4-BE49-F238E27FC236}">
                  <a16:creationId xmlns:a16="http://schemas.microsoft.com/office/drawing/2014/main" id="{70A2E1C1-BA8B-4C24-B18B-26AEADC60F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19"/>
              <a:ext cx="28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38950" name="Line 64">
              <a:extLst>
                <a:ext uri="{FF2B5EF4-FFF2-40B4-BE49-F238E27FC236}">
                  <a16:creationId xmlns:a16="http://schemas.microsoft.com/office/drawing/2014/main" id="{83CE1F79-EBE0-47A8-B104-98D724A19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1" name="Line 65">
              <a:extLst>
                <a:ext uri="{FF2B5EF4-FFF2-40B4-BE49-F238E27FC236}">
                  <a16:creationId xmlns:a16="http://schemas.microsoft.com/office/drawing/2014/main" id="{DE151D60-E2EE-40D4-A91B-04A1BBA5B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2" name="Line 66">
              <a:extLst>
                <a:ext uri="{FF2B5EF4-FFF2-40B4-BE49-F238E27FC236}">
                  <a16:creationId xmlns:a16="http://schemas.microsoft.com/office/drawing/2014/main" id="{802C7585-4CCE-4204-9CDA-A8C0690BA3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3" name="Line 67">
              <a:extLst>
                <a:ext uri="{FF2B5EF4-FFF2-40B4-BE49-F238E27FC236}">
                  <a16:creationId xmlns:a16="http://schemas.microsoft.com/office/drawing/2014/main" id="{1218820F-CE19-4470-9DC0-417C24409E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4" name="Line 68">
              <a:extLst>
                <a:ext uri="{FF2B5EF4-FFF2-40B4-BE49-F238E27FC236}">
                  <a16:creationId xmlns:a16="http://schemas.microsoft.com/office/drawing/2014/main" id="{40AFF422-F49E-4ADA-9B32-E7A74E75E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5" name="Line 69">
              <a:extLst>
                <a:ext uri="{FF2B5EF4-FFF2-40B4-BE49-F238E27FC236}">
                  <a16:creationId xmlns:a16="http://schemas.microsoft.com/office/drawing/2014/main" id="{DD5D3B29-5BB0-486C-B3C6-6ECF1F5B0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6" name="Line 70">
              <a:extLst>
                <a:ext uri="{FF2B5EF4-FFF2-40B4-BE49-F238E27FC236}">
                  <a16:creationId xmlns:a16="http://schemas.microsoft.com/office/drawing/2014/main" id="{A8045007-FFAC-4609-9C55-2312A76FDE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57" name="Line 71">
              <a:extLst>
                <a:ext uri="{FF2B5EF4-FFF2-40B4-BE49-F238E27FC236}">
                  <a16:creationId xmlns:a16="http://schemas.microsoft.com/office/drawing/2014/main" id="{F4FCC538-987F-422C-ACB2-5AD85F9E3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8925" name="Group 72">
            <a:extLst>
              <a:ext uri="{FF2B5EF4-FFF2-40B4-BE49-F238E27FC236}">
                <a16:creationId xmlns:a16="http://schemas.microsoft.com/office/drawing/2014/main" id="{29B87C78-6A77-4FF9-BF23-DC2B29B27420}"/>
              </a:ext>
            </a:extLst>
          </p:cNvPr>
          <p:cNvGrpSpPr>
            <a:grpSpLocks/>
          </p:cNvGrpSpPr>
          <p:nvPr/>
        </p:nvGrpSpPr>
        <p:grpSpPr bwMode="auto">
          <a:xfrm>
            <a:off x="8285163" y="5534025"/>
            <a:ext cx="2611437" cy="409575"/>
            <a:chOff x="2976" y="2680"/>
            <a:chExt cx="1872" cy="296"/>
          </a:xfrm>
        </p:grpSpPr>
        <p:sp>
          <p:nvSpPr>
            <p:cNvPr id="38932" name="Rectangle 73">
              <a:extLst>
                <a:ext uri="{FF2B5EF4-FFF2-40B4-BE49-F238E27FC236}">
                  <a16:creationId xmlns:a16="http://schemas.microsoft.com/office/drawing/2014/main" id="{711517B4-C471-4D64-A6EB-E0AC8BB84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8933" name="Text Box 74">
              <a:extLst>
                <a:ext uri="{FF2B5EF4-FFF2-40B4-BE49-F238E27FC236}">
                  <a16:creationId xmlns:a16="http://schemas.microsoft.com/office/drawing/2014/main" id="{2D6E459F-9927-4D25-8CE6-E4A5CCEB0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0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11</a:t>
              </a:r>
            </a:p>
          </p:txBody>
        </p:sp>
        <p:sp>
          <p:nvSpPr>
            <p:cNvPr id="38934" name="Text Box 75">
              <a:extLst>
                <a:ext uri="{FF2B5EF4-FFF2-40B4-BE49-F238E27FC236}">
                  <a16:creationId xmlns:a16="http://schemas.microsoft.com/office/drawing/2014/main" id="{2FE4D9E5-279A-4382-A551-FE75F6676E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10</a:t>
              </a:r>
            </a:p>
          </p:txBody>
        </p:sp>
        <p:sp>
          <p:nvSpPr>
            <p:cNvPr id="38935" name="Text Box 76">
              <a:extLst>
                <a:ext uri="{FF2B5EF4-FFF2-40B4-BE49-F238E27FC236}">
                  <a16:creationId xmlns:a16="http://schemas.microsoft.com/office/drawing/2014/main" id="{144F42E0-4A0D-4BB7-82D9-A02D1C3C3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14</a:t>
              </a:r>
            </a:p>
          </p:txBody>
        </p:sp>
        <p:sp>
          <p:nvSpPr>
            <p:cNvPr id="38936" name="Text Box 77">
              <a:extLst>
                <a:ext uri="{FF2B5EF4-FFF2-40B4-BE49-F238E27FC236}">
                  <a16:creationId xmlns:a16="http://schemas.microsoft.com/office/drawing/2014/main" id="{ADF76DDF-91AB-4BCE-A637-2C0A0BF9D2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38937" name="Line 78">
              <a:extLst>
                <a:ext uri="{FF2B5EF4-FFF2-40B4-BE49-F238E27FC236}">
                  <a16:creationId xmlns:a16="http://schemas.microsoft.com/office/drawing/2014/main" id="{A0C0E7D4-1DB9-4646-8EFB-91175B18AD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38" name="Line 79">
              <a:extLst>
                <a:ext uri="{FF2B5EF4-FFF2-40B4-BE49-F238E27FC236}">
                  <a16:creationId xmlns:a16="http://schemas.microsoft.com/office/drawing/2014/main" id="{F9D03F67-DC9A-4DFB-A960-22BC21BB31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39" name="Line 80">
              <a:extLst>
                <a:ext uri="{FF2B5EF4-FFF2-40B4-BE49-F238E27FC236}">
                  <a16:creationId xmlns:a16="http://schemas.microsoft.com/office/drawing/2014/main" id="{097BDCD5-F524-4195-8DC3-9B7A11149D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40" name="Line 81">
              <a:extLst>
                <a:ext uri="{FF2B5EF4-FFF2-40B4-BE49-F238E27FC236}">
                  <a16:creationId xmlns:a16="http://schemas.microsoft.com/office/drawing/2014/main" id="{FE3FC504-5D9A-4BCA-9A84-F990FC3921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41" name="Line 82">
              <a:extLst>
                <a:ext uri="{FF2B5EF4-FFF2-40B4-BE49-F238E27FC236}">
                  <a16:creationId xmlns:a16="http://schemas.microsoft.com/office/drawing/2014/main" id="{2C438565-C097-4BD7-BCEC-7AA20CBD7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42" name="Line 83">
              <a:extLst>
                <a:ext uri="{FF2B5EF4-FFF2-40B4-BE49-F238E27FC236}">
                  <a16:creationId xmlns:a16="http://schemas.microsoft.com/office/drawing/2014/main" id="{C081F50B-3F40-4C33-AF41-1B23B99D7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43" name="Line 84">
              <a:extLst>
                <a:ext uri="{FF2B5EF4-FFF2-40B4-BE49-F238E27FC236}">
                  <a16:creationId xmlns:a16="http://schemas.microsoft.com/office/drawing/2014/main" id="{6100BC55-8361-4B60-8755-5D2E8E45F0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8944" name="Line 85">
              <a:extLst>
                <a:ext uri="{FF2B5EF4-FFF2-40B4-BE49-F238E27FC236}">
                  <a16:creationId xmlns:a16="http://schemas.microsoft.com/office/drawing/2014/main" id="{F3743E2C-39FB-48F0-9C84-F5819EEFF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38926" name="Line 86">
            <a:extLst>
              <a:ext uri="{FF2B5EF4-FFF2-40B4-BE49-F238E27FC236}">
                <a16:creationId xmlns:a16="http://schemas.microsoft.com/office/drawing/2014/main" id="{F3EECA33-F99F-438D-9526-1A6AE016CC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2400" y="4530725"/>
            <a:ext cx="266700" cy="598488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27" name="Line 87">
            <a:extLst>
              <a:ext uri="{FF2B5EF4-FFF2-40B4-BE49-F238E27FC236}">
                <a16:creationId xmlns:a16="http://schemas.microsoft.com/office/drawing/2014/main" id="{A33982A4-CC2F-478D-936B-6FC8404247C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05800" y="4597400"/>
            <a:ext cx="336550" cy="936625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28" name="Line 88">
            <a:extLst>
              <a:ext uri="{FF2B5EF4-FFF2-40B4-BE49-F238E27FC236}">
                <a16:creationId xmlns:a16="http://schemas.microsoft.com/office/drawing/2014/main" id="{30A0E952-0978-41F2-BEF6-FC03DFECD964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6713" y="4530725"/>
            <a:ext cx="131762" cy="650875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29" name="Line 89">
            <a:extLst>
              <a:ext uri="{FF2B5EF4-FFF2-40B4-BE49-F238E27FC236}">
                <a16:creationId xmlns:a16="http://schemas.microsoft.com/office/drawing/2014/main" id="{AEE395B6-06B8-4542-B6F0-87A35CDD6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8050" y="4530725"/>
            <a:ext cx="200025" cy="465138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8930" name="Line 93">
            <a:extLst>
              <a:ext uri="{FF2B5EF4-FFF2-40B4-BE49-F238E27FC236}">
                <a16:creationId xmlns:a16="http://schemas.microsoft.com/office/drawing/2014/main" id="{185FF8AF-AEE7-470F-A68A-FC59FE66E4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181600"/>
            <a:ext cx="7620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72" name="Rectangle 2">
            <a:extLst>
              <a:ext uri="{FF2B5EF4-FFF2-40B4-BE49-F238E27FC236}">
                <a16:creationId xmlns:a16="http://schemas.microsoft.com/office/drawing/2014/main" id="{C426F1C2-DA6F-4461-BCCE-21BDE15BA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A0A08FF-014A-498C-8615-30785C149107}"/>
              </a:ext>
            </a:extLst>
          </p:cNvPr>
          <p:cNvSpPr txBox="1">
            <a:spLocks noChangeArrowheads="1"/>
          </p:cNvSpPr>
          <p:nvPr/>
        </p:nvSpPr>
        <p:spPr>
          <a:xfrm>
            <a:off x="2590800" y="1371600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kern="0" dirty="0"/>
              <a:t>B) </a:t>
            </a:r>
            <a:r>
              <a:rPr lang="en-US" altLang="en-US" sz="2000" kern="0" dirty="0" err="1"/>
              <a:t>Dac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num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rul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valorilor</a:t>
            </a:r>
            <a:r>
              <a:rPr lang="en-US" altLang="en-US" sz="2000" kern="0" dirty="0"/>
              <a:t> r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mase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/>
              <a:t>n nod </a:t>
            </a:r>
            <a:r>
              <a:rPr lang="en-US" altLang="en-US" sz="2000" kern="0" dirty="0" err="1"/>
              <a:t>este</a:t>
            </a:r>
            <a:r>
              <a:rPr lang="en-US" altLang="en-US" sz="2000" kern="0" dirty="0"/>
              <a:t> &lt; [m/2] </a:t>
            </a:r>
            <a:r>
              <a:rPr lang="en-US" altLang="en-US" sz="2000" kern="0" dirty="0" err="1"/>
              <a:t>unul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dintre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nodurile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vecine</a:t>
            </a:r>
            <a:r>
              <a:rPr lang="en-US" altLang="en-US" sz="2000" kern="0" dirty="0"/>
              <a:t> con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ine</a:t>
            </a:r>
            <a:r>
              <a:rPr lang="en-US" altLang="en-US" sz="2000" kern="0" dirty="0"/>
              <a:t> &gt; [m/2] </a:t>
            </a:r>
            <a:r>
              <a:rPr lang="en-US" altLang="en-US" sz="2000" kern="0" dirty="0" err="1"/>
              <a:t>valori</a:t>
            </a:r>
            <a:r>
              <a:rPr lang="en-US" altLang="en-US" sz="2000" kern="0" dirty="0"/>
              <a:t> </a:t>
            </a:r>
            <a:r>
              <a:rPr lang="en-US" altLang="en-US" sz="2000" kern="0" dirty="0">
                <a:sym typeface="Symbol" pitchFamily="18" charset="2"/>
              </a:rPr>
              <a:t> </a:t>
            </a:r>
            <a:r>
              <a:rPr lang="en-US" altLang="en-US" sz="2000" i="1" kern="0" dirty="0" err="1">
                <a:sym typeface="Symbol" pitchFamily="18" charset="2"/>
              </a:rPr>
              <a:t>redistribuire</a:t>
            </a:r>
            <a:endParaRPr lang="en-US" altLang="en-US" sz="2000" i="1" kern="0" dirty="0">
              <a:sym typeface="Symbol" pitchFamily="18" charset="2"/>
            </a:endParaRPr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kern="0" dirty="0" err="1"/>
              <a:t>ordoneaz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valorile</a:t>
            </a:r>
            <a:r>
              <a:rPr lang="en-US" altLang="en-US" sz="1800" kern="0" dirty="0"/>
              <a:t> din </a:t>
            </a:r>
            <a:r>
              <a:rPr lang="en-US" altLang="en-US" sz="1800" kern="0" dirty="0" err="1"/>
              <a:t>ambele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noduri</a:t>
            </a:r>
            <a:r>
              <a:rPr lang="en-US" altLang="en-US" sz="1800" kern="0" dirty="0"/>
              <a:t> + </a:t>
            </a:r>
            <a:r>
              <a:rPr lang="en-US" altLang="en-US" sz="1800" kern="0" dirty="0" err="1"/>
              <a:t>valoarea</a:t>
            </a:r>
            <a:r>
              <a:rPr lang="en-US" altLang="en-US" sz="1800" kern="0" dirty="0"/>
              <a:t> separator din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endParaRPr lang="en-US" altLang="en-US" sz="1800" kern="0" dirty="0"/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kern="0" dirty="0" err="1"/>
              <a:t>alege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valoarea</a:t>
            </a:r>
            <a:r>
              <a:rPr lang="en-US" altLang="en-US" sz="1800" kern="0" dirty="0"/>
              <a:t> median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ro-RO" altLang="en-US" sz="1800" kern="0" dirty="0"/>
              <a:t>ș</a:t>
            </a:r>
            <a:r>
              <a:rPr lang="en-US" altLang="en-US" sz="1800" kern="0" dirty="0" err="1"/>
              <a:t>i</a:t>
            </a:r>
            <a:r>
              <a:rPr lang="en-US" altLang="en-US" sz="1800" kern="0" dirty="0"/>
              <a:t> se </a:t>
            </a:r>
            <a:r>
              <a:rPr lang="en-US" altLang="en-US" sz="1800" kern="0" dirty="0" err="1"/>
              <a:t>adaug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la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r>
              <a:rPr lang="en-US" altLang="en-US" sz="1800" kern="0" dirty="0"/>
              <a:t>, </a:t>
            </a:r>
            <a:r>
              <a:rPr lang="en-US" altLang="en-US" sz="1800" kern="0" dirty="0" err="1"/>
              <a:t>iar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celelalte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valori</a:t>
            </a:r>
            <a:r>
              <a:rPr lang="en-US" altLang="en-US" sz="1800" kern="0" dirty="0"/>
              <a:t> se </a:t>
            </a:r>
            <a:r>
              <a:rPr lang="en-US" altLang="en-US" sz="1800" kern="0" dirty="0" err="1"/>
              <a:t>insereaz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ro-RO" altLang="en-US" sz="1800" kern="0" dirty="0"/>
              <a:t>î</a:t>
            </a:r>
            <a:r>
              <a:rPr lang="en-US" altLang="en-US" sz="1800" kern="0" dirty="0"/>
              <a:t>n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st</a:t>
            </a:r>
            <a:r>
              <a:rPr lang="ro-RO" altLang="en-US" sz="1800" kern="0" dirty="0"/>
              <a:t>â</a:t>
            </a:r>
            <a:r>
              <a:rPr lang="en-US" altLang="en-US" sz="1800" kern="0" dirty="0"/>
              <a:t>ng, </a:t>
            </a:r>
            <a:r>
              <a:rPr lang="en-US" altLang="en-US" sz="1800" kern="0" dirty="0" err="1"/>
              <a:t>respectiv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drept</a:t>
            </a:r>
            <a:endParaRPr lang="en-US" altLang="en-US" sz="1800" kern="0" dirty="0"/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</a:t>
            </a:r>
            <a:r>
              <a:rPr lang="en-US" altLang="en-US" sz="1800" kern="0" dirty="0" err="1"/>
              <a:t>algoritmul</a:t>
            </a:r>
            <a:r>
              <a:rPr lang="en-US" altLang="en-US" sz="1800" kern="0" dirty="0"/>
              <a:t> se </a:t>
            </a:r>
            <a:r>
              <a:rPr lang="en-US" altLang="en-US" sz="1800" kern="0" dirty="0" err="1"/>
              <a:t>termin</a:t>
            </a:r>
            <a:r>
              <a:rPr lang="ro-RO" altLang="en-US" sz="1800" kern="0" dirty="0"/>
              <a:t>ă</a:t>
            </a:r>
            <a:endParaRPr lang="en-US" altLang="en-US" sz="1800" kern="0" dirty="0"/>
          </a:p>
        </p:txBody>
      </p:sp>
      <p:grpSp>
        <p:nvGrpSpPr>
          <p:cNvPr id="39939" name="Group 110">
            <a:extLst>
              <a:ext uri="{FF2B5EF4-FFF2-40B4-BE49-F238E27FC236}">
                <a16:creationId xmlns:a16="http://schemas.microsoft.com/office/drawing/2014/main" id="{37513B3A-2372-4EF7-A3C3-1EFF94FA3923}"/>
              </a:ext>
            </a:extLst>
          </p:cNvPr>
          <p:cNvGrpSpPr>
            <a:grpSpLocks/>
          </p:cNvGrpSpPr>
          <p:nvPr/>
        </p:nvGrpSpPr>
        <p:grpSpPr bwMode="auto">
          <a:xfrm>
            <a:off x="7467600" y="4037013"/>
            <a:ext cx="3657600" cy="1982787"/>
            <a:chOff x="3228" y="2399"/>
            <a:chExt cx="2532" cy="1378"/>
          </a:xfrm>
        </p:grpSpPr>
        <p:grpSp>
          <p:nvGrpSpPr>
            <p:cNvPr id="39995" name="Group 56">
              <a:extLst>
                <a:ext uri="{FF2B5EF4-FFF2-40B4-BE49-F238E27FC236}">
                  <a16:creationId xmlns:a16="http://schemas.microsoft.com/office/drawing/2014/main" id="{B72169B9-3A8B-4FA3-9D59-CCFE981ED1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7" y="2399"/>
              <a:ext cx="1728" cy="273"/>
              <a:chOff x="2976" y="2680"/>
              <a:chExt cx="1872" cy="296"/>
            </a:xfrm>
          </p:grpSpPr>
          <p:sp>
            <p:nvSpPr>
              <p:cNvPr id="40028" name="Rectangle 57">
                <a:extLst>
                  <a:ext uri="{FF2B5EF4-FFF2-40B4-BE49-F238E27FC236}">
                    <a16:creationId xmlns:a16="http://schemas.microsoft.com/office/drawing/2014/main" id="{CE0F991D-1B84-4359-8622-F0B3E8139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0029" name="Text Box 58">
                <a:extLst>
                  <a:ext uri="{FF2B5EF4-FFF2-40B4-BE49-F238E27FC236}">
                    <a16:creationId xmlns:a16="http://schemas.microsoft.com/office/drawing/2014/main" id="{86466D5D-0F21-4DF6-B748-50F7739D80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19"/>
                <a:ext cx="287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40030" name="Text Box 59">
                <a:extLst>
                  <a:ext uri="{FF2B5EF4-FFF2-40B4-BE49-F238E27FC236}">
                    <a16:creationId xmlns:a16="http://schemas.microsoft.com/office/drawing/2014/main" id="{3EE63802-6A1B-494A-BA5F-E5245C4370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719"/>
                <a:ext cx="28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0031" name="Text Box 60">
                <a:extLst>
                  <a:ext uri="{FF2B5EF4-FFF2-40B4-BE49-F238E27FC236}">
                    <a16:creationId xmlns:a16="http://schemas.microsoft.com/office/drawing/2014/main" id="{93F1AB99-CF84-4876-B31C-E481853F5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719"/>
                <a:ext cx="28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27</a:t>
                </a:r>
              </a:p>
            </p:txBody>
          </p:sp>
          <p:sp>
            <p:nvSpPr>
              <p:cNvPr id="40032" name="Text Box 61">
                <a:extLst>
                  <a:ext uri="{FF2B5EF4-FFF2-40B4-BE49-F238E27FC236}">
                    <a16:creationId xmlns:a16="http://schemas.microsoft.com/office/drawing/2014/main" id="{F471B612-106A-4769-B973-EBBBD1C925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7" y="2719"/>
                <a:ext cx="28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200">
                  <a:latin typeface="Verdana" panose="020B0604030504040204" pitchFamily="34" charset="0"/>
                </a:endParaRPr>
              </a:p>
            </p:txBody>
          </p:sp>
          <p:sp>
            <p:nvSpPr>
              <p:cNvPr id="40033" name="Line 62">
                <a:extLst>
                  <a:ext uri="{FF2B5EF4-FFF2-40B4-BE49-F238E27FC236}">
                    <a16:creationId xmlns:a16="http://schemas.microsoft.com/office/drawing/2014/main" id="{477202F6-2BB2-4C85-A748-650B6D7CD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34" name="Line 63">
                <a:extLst>
                  <a:ext uri="{FF2B5EF4-FFF2-40B4-BE49-F238E27FC236}">
                    <a16:creationId xmlns:a16="http://schemas.microsoft.com/office/drawing/2014/main" id="{155C934D-F2F5-4285-B7FF-7C33EF3EB7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35" name="Line 64">
                <a:extLst>
                  <a:ext uri="{FF2B5EF4-FFF2-40B4-BE49-F238E27FC236}">
                    <a16:creationId xmlns:a16="http://schemas.microsoft.com/office/drawing/2014/main" id="{848FFEC1-738F-43B0-BAB6-BE1F3FBF5A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36" name="Line 65">
                <a:extLst>
                  <a:ext uri="{FF2B5EF4-FFF2-40B4-BE49-F238E27FC236}">
                    <a16:creationId xmlns:a16="http://schemas.microsoft.com/office/drawing/2014/main" id="{6894FB70-26DF-4907-98A3-FF06A92066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37" name="Line 66">
                <a:extLst>
                  <a:ext uri="{FF2B5EF4-FFF2-40B4-BE49-F238E27FC236}">
                    <a16:creationId xmlns:a16="http://schemas.microsoft.com/office/drawing/2014/main" id="{CD463B0B-764D-4244-8380-585901E6E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38" name="Line 67">
                <a:extLst>
                  <a:ext uri="{FF2B5EF4-FFF2-40B4-BE49-F238E27FC236}">
                    <a16:creationId xmlns:a16="http://schemas.microsoft.com/office/drawing/2014/main" id="{D6FAB6CE-4B11-4FC9-80B3-4B2BF205D5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39" name="Line 68">
                <a:extLst>
                  <a:ext uri="{FF2B5EF4-FFF2-40B4-BE49-F238E27FC236}">
                    <a16:creationId xmlns:a16="http://schemas.microsoft.com/office/drawing/2014/main" id="{7BCE2B08-DFC3-4835-9EC5-4D616A5E05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40" name="Line 69">
                <a:extLst>
                  <a:ext uri="{FF2B5EF4-FFF2-40B4-BE49-F238E27FC236}">
                    <a16:creationId xmlns:a16="http://schemas.microsoft.com/office/drawing/2014/main" id="{B652795B-12B8-4EFC-A609-547983795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9996" name="Group 70">
              <a:extLst>
                <a:ext uri="{FF2B5EF4-FFF2-40B4-BE49-F238E27FC236}">
                  <a16:creationId xmlns:a16="http://schemas.microsoft.com/office/drawing/2014/main" id="{6B334063-A5CF-4C50-B5D5-3675B28A5C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8" y="3504"/>
              <a:ext cx="1728" cy="273"/>
              <a:chOff x="2976" y="2680"/>
              <a:chExt cx="1872" cy="296"/>
            </a:xfrm>
          </p:grpSpPr>
          <p:sp>
            <p:nvSpPr>
              <p:cNvPr id="40015" name="Rectangle 71">
                <a:extLst>
                  <a:ext uri="{FF2B5EF4-FFF2-40B4-BE49-F238E27FC236}">
                    <a16:creationId xmlns:a16="http://schemas.microsoft.com/office/drawing/2014/main" id="{BF9B55DC-1189-4BEE-9E5B-AA099FCAE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0016" name="Text Box 72">
                <a:extLst>
                  <a:ext uri="{FF2B5EF4-FFF2-40B4-BE49-F238E27FC236}">
                    <a16:creationId xmlns:a16="http://schemas.microsoft.com/office/drawing/2014/main" id="{093AB17F-5B2F-444D-98B4-FDC102FE88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20"/>
                <a:ext cx="289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11</a:t>
                </a:r>
              </a:p>
            </p:txBody>
          </p:sp>
          <p:sp>
            <p:nvSpPr>
              <p:cNvPr id="40017" name="Text Box 73">
                <a:extLst>
                  <a:ext uri="{FF2B5EF4-FFF2-40B4-BE49-F238E27FC236}">
                    <a16:creationId xmlns:a16="http://schemas.microsoft.com/office/drawing/2014/main" id="{88AFB6EA-D8EA-4B83-9087-96822FDF82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0018" name="Text Box 74">
                <a:extLst>
                  <a:ext uri="{FF2B5EF4-FFF2-40B4-BE49-F238E27FC236}">
                    <a16:creationId xmlns:a16="http://schemas.microsoft.com/office/drawing/2014/main" id="{B231ED7E-3468-452A-BD16-363452070E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8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200">
                  <a:latin typeface="Verdana" panose="020B0604030504040204" pitchFamily="34" charset="0"/>
                </a:endParaRPr>
              </a:p>
            </p:txBody>
          </p:sp>
          <p:sp>
            <p:nvSpPr>
              <p:cNvPr id="40019" name="Text Box 75">
                <a:extLst>
                  <a:ext uri="{FF2B5EF4-FFF2-40B4-BE49-F238E27FC236}">
                    <a16:creationId xmlns:a16="http://schemas.microsoft.com/office/drawing/2014/main" id="{6C63CA99-18F1-4DC9-8E33-16EB121DDA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7" y="2720"/>
                <a:ext cx="287" cy="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200">
                  <a:latin typeface="Verdana" panose="020B0604030504040204" pitchFamily="34" charset="0"/>
                </a:endParaRPr>
              </a:p>
            </p:txBody>
          </p:sp>
          <p:sp>
            <p:nvSpPr>
              <p:cNvPr id="40020" name="Line 76">
                <a:extLst>
                  <a:ext uri="{FF2B5EF4-FFF2-40B4-BE49-F238E27FC236}">
                    <a16:creationId xmlns:a16="http://schemas.microsoft.com/office/drawing/2014/main" id="{F43BDF0D-D6F2-497D-9E63-BF99ECFC3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1" name="Line 77">
                <a:extLst>
                  <a:ext uri="{FF2B5EF4-FFF2-40B4-BE49-F238E27FC236}">
                    <a16:creationId xmlns:a16="http://schemas.microsoft.com/office/drawing/2014/main" id="{2F348E7C-DF69-4247-BC80-9507ED8AA9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2" name="Line 78">
                <a:extLst>
                  <a:ext uri="{FF2B5EF4-FFF2-40B4-BE49-F238E27FC236}">
                    <a16:creationId xmlns:a16="http://schemas.microsoft.com/office/drawing/2014/main" id="{390DDCE8-C789-48B2-BAED-2D1B21771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3" name="Line 79">
                <a:extLst>
                  <a:ext uri="{FF2B5EF4-FFF2-40B4-BE49-F238E27FC236}">
                    <a16:creationId xmlns:a16="http://schemas.microsoft.com/office/drawing/2014/main" id="{09D8284A-0DCC-4E9E-9F04-B3A17E650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4" name="Line 80">
                <a:extLst>
                  <a:ext uri="{FF2B5EF4-FFF2-40B4-BE49-F238E27FC236}">
                    <a16:creationId xmlns:a16="http://schemas.microsoft.com/office/drawing/2014/main" id="{715BAF8A-4570-44B1-882E-9EFC09D35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5" name="Line 81">
                <a:extLst>
                  <a:ext uri="{FF2B5EF4-FFF2-40B4-BE49-F238E27FC236}">
                    <a16:creationId xmlns:a16="http://schemas.microsoft.com/office/drawing/2014/main" id="{54C60226-CC4B-4868-A22A-1114CC9A9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6" name="Line 82">
                <a:extLst>
                  <a:ext uri="{FF2B5EF4-FFF2-40B4-BE49-F238E27FC236}">
                    <a16:creationId xmlns:a16="http://schemas.microsoft.com/office/drawing/2014/main" id="{991AE099-C571-4B18-A933-9D38D4CB67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27" name="Line 83">
                <a:extLst>
                  <a:ext uri="{FF2B5EF4-FFF2-40B4-BE49-F238E27FC236}">
                    <a16:creationId xmlns:a16="http://schemas.microsoft.com/office/drawing/2014/main" id="{5E5541DF-8105-40CE-81F2-3167C6F29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39997" name="Group 84">
              <a:extLst>
                <a:ext uri="{FF2B5EF4-FFF2-40B4-BE49-F238E27FC236}">
                  <a16:creationId xmlns:a16="http://schemas.microsoft.com/office/drawing/2014/main" id="{CE52B4A6-72FB-4F0D-8688-A91563B03D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974"/>
              <a:ext cx="1728" cy="272"/>
              <a:chOff x="2976" y="2680"/>
              <a:chExt cx="1872" cy="296"/>
            </a:xfrm>
          </p:grpSpPr>
          <p:sp>
            <p:nvSpPr>
              <p:cNvPr id="40002" name="Rectangle 85">
                <a:extLst>
                  <a:ext uri="{FF2B5EF4-FFF2-40B4-BE49-F238E27FC236}">
                    <a16:creationId xmlns:a16="http://schemas.microsoft.com/office/drawing/2014/main" id="{975DDCDF-8911-4563-8B0D-E508E84A22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0003" name="Text Box 86">
                <a:extLst>
                  <a:ext uri="{FF2B5EF4-FFF2-40B4-BE49-F238E27FC236}">
                    <a16:creationId xmlns:a16="http://schemas.microsoft.com/office/drawing/2014/main" id="{E1589535-BD59-4188-83E8-DB4236305C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19"/>
                <a:ext cx="287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0004" name="Text Box 87">
                <a:extLst>
                  <a:ext uri="{FF2B5EF4-FFF2-40B4-BE49-F238E27FC236}">
                    <a16:creationId xmlns:a16="http://schemas.microsoft.com/office/drawing/2014/main" id="{65F0A41F-6A03-43DD-8A84-B6DD2F58DE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719"/>
                <a:ext cx="287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14</a:t>
                </a:r>
              </a:p>
            </p:txBody>
          </p:sp>
          <p:sp>
            <p:nvSpPr>
              <p:cNvPr id="40005" name="Text Box 88">
                <a:extLst>
                  <a:ext uri="{FF2B5EF4-FFF2-40B4-BE49-F238E27FC236}">
                    <a16:creationId xmlns:a16="http://schemas.microsoft.com/office/drawing/2014/main" id="{7FD6C803-2472-468E-8C43-2215155AC9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4" y="2719"/>
                <a:ext cx="28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0006" name="Text Box 89">
                <a:extLst>
                  <a:ext uri="{FF2B5EF4-FFF2-40B4-BE49-F238E27FC236}">
                    <a16:creationId xmlns:a16="http://schemas.microsoft.com/office/drawing/2014/main" id="{4ADFB335-C612-447A-BA17-3B217ED788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7" y="2719"/>
                <a:ext cx="288" cy="2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200">
                  <a:latin typeface="Verdana" panose="020B0604030504040204" pitchFamily="34" charset="0"/>
                </a:endParaRPr>
              </a:p>
            </p:txBody>
          </p:sp>
          <p:sp>
            <p:nvSpPr>
              <p:cNvPr id="40007" name="Line 90">
                <a:extLst>
                  <a:ext uri="{FF2B5EF4-FFF2-40B4-BE49-F238E27FC236}">
                    <a16:creationId xmlns:a16="http://schemas.microsoft.com/office/drawing/2014/main" id="{BC7397A6-8ACD-490D-8531-5E8B87450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08" name="Line 91">
                <a:extLst>
                  <a:ext uri="{FF2B5EF4-FFF2-40B4-BE49-F238E27FC236}">
                    <a16:creationId xmlns:a16="http://schemas.microsoft.com/office/drawing/2014/main" id="{2C98BA15-8D77-405A-8B56-33F69FE796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09" name="Line 92">
                <a:extLst>
                  <a:ext uri="{FF2B5EF4-FFF2-40B4-BE49-F238E27FC236}">
                    <a16:creationId xmlns:a16="http://schemas.microsoft.com/office/drawing/2014/main" id="{3120B0CD-2C01-49D2-A66A-33D265627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10" name="Line 93">
                <a:extLst>
                  <a:ext uri="{FF2B5EF4-FFF2-40B4-BE49-F238E27FC236}">
                    <a16:creationId xmlns:a16="http://schemas.microsoft.com/office/drawing/2014/main" id="{3A9F5771-BC8C-4213-8DE3-30D6442FF2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11" name="Line 94">
                <a:extLst>
                  <a:ext uri="{FF2B5EF4-FFF2-40B4-BE49-F238E27FC236}">
                    <a16:creationId xmlns:a16="http://schemas.microsoft.com/office/drawing/2014/main" id="{832C4996-E2D8-4174-8DD8-C84421FAE7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12" name="Line 95">
                <a:extLst>
                  <a:ext uri="{FF2B5EF4-FFF2-40B4-BE49-F238E27FC236}">
                    <a16:creationId xmlns:a16="http://schemas.microsoft.com/office/drawing/2014/main" id="{1AB5A9F9-C157-4A23-B1BB-775550501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13" name="Line 96">
                <a:extLst>
                  <a:ext uri="{FF2B5EF4-FFF2-40B4-BE49-F238E27FC236}">
                    <a16:creationId xmlns:a16="http://schemas.microsoft.com/office/drawing/2014/main" id="{AF5BEAF7-1F56-4543-A1E0-CF8313735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014" name="Line 97">
                <a:extLst>
                  <a:ext uri="{FF2B5EF4-FFF2-40B4-BE49-F238E27FC236}">
                    <a16:creationId xmlns:a16="http://schemas.microsoft.com/office/drawing/2014/main" id="{296401A3-3D73-4C5D-B6EF-B45BDFE35E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39998" name="Line 98">
              <a:extLst>
                <a:ext uri="{FF2B5EF4-FFF2-40B4-BE49-F238E27FC236}">
                  <a16:creationId xmlns:a16="http://schemas.microsoft.com/office/drawing/2014/main" id="{333152D3-FB00-4C72-ADA7-39E6982184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8" y="2532"/>
              <a:ext cx="176" cy="398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99" name="Line 99">
              <a:extLst>
                <a:ext uri="{FF2B5EF4-FFF2-40B4-BE49-F238E27FC236}">
                  <a16:creationId xmlns:a16="http://schemas.microsoft.com/office/drawing/2014/main" id="{58F1F33A-34F7-40E3-BCEC-21501C5E89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28" y="2576"/>
              <a:ext cx="576" cy="928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0000" name="Line 100">
              <a:extLst>
                <a:ext uri="{FF2B5EF4-FFF2-40B4-BE49-F238E27FC236}">
                  <a16:creationId xmlns:a16="http://schemas.microsoft.com/office/drawing/2014/main" id="{505F4748-777E-4CFB-AA41-4DF6AF7D56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7" y="2532"/>
              <a:ext cx="133" cy="44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0001" name="Line 101">
              <a:extLst>
                <a:ext uri="{FF2B5EF4-FFF2-40B4-BE49-F238E27FC236}">
                  <a16:creationId xmlns:a16="http://schemas.microsoft.com/office/drawing/2014/main" id="{29ABC319-4D15-41B3-85E4-1B89A2B4A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8" y="2532"/>
              <a:ext cx="133" cy="309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9940" name="Group 4">
            <a:extLst>
              <a:ext uri="{FF2B5EF4-FFF2-40B4-BE49-F238E27FC236}">
                <a16:creationId xmlns:a16="http://schemas.microsoft.com/office/drawing/2014/main" id="{147F3FE5-4C24-4788-B1C6-3CCECF1D71E3}"/>
              </a:ext>
            </a:extLst>
          </p:cNvPr>
          <p:cNvGrpSpPr>
            <a:grpSpLocks/>
          </p:cNvGrpSpPr>
          <p:nvPr/>
        </p:nvGrpSpPr>
        <p:grpSpPr bwMode="auto">
          <a:xfrm>
            <a:off x="2786063" y="4178300"/>
            <a:ext cx="2611437" cy="411163"/>
            <a:chOff x="2976" y="2680"/>
            <a:chExt cx="1872" cy="296"/>
          </a:xfrm>
        </p:grpSpPr>
        <p:sp>
          <p:nvSpPr>
            <p:cNvPr id="39982" name="Rectangle 5">
              <a:extLst>
                <a:ext uri="{FF2B5EF4-FFF2-40B4-BE49-F238E27FC236}">
                  <a16:creationId xmlns:a16="http://schemas.microsoft.com/office/drawing/2014/main" id="{5E707D4D-28DD-40BF-A00B-B2973C336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9983" name="Text Box 6">
              <a:extLst>
                <a:ext uri="{FF2B5EF4-FFF2-40B4-BE49-F238E27FC236}">
                  <a16:creationId xmlns:a16="http://schemas.microsoft.com/office/drawing/2014/main" id="{B605E5FC-AD40-4D0F-97EF-4A681057A3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19"/>
              <a:ext cx="28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15</a:t>
              </a:r>
            </a:p>
          </p:txBody>
        </p:sp>
        <p:sp>
          <p:nvSpPr>
            <p:cNvPr id="39984" name="Text Box 7">
              <a:extLst>
                <a:ext uri="{FF2B5EF4-FFF2-40B4-BE49-F238E27FC236}">
                  <a16:creationId xmlns:a16="http://schemas.microsoft.com/office/drawing/2014/main" id="{F3D882D6-5C37-43AC-9FB3-608579C801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" y="2719"/>
              <a:ext cx="287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9</a:t>
              </a:r>
            </a:p>
          </p:txBody>
        </p:sp>
        <p:sp>
          <p:nvSpPr>
            <p:cNvPr id="39985" name="Text Box 8">
              <a:extLst>
                <a:ext uri="{FF2B5EF4-FFF2-40B4-BE49-F238E27FC236}">
                  <a16:creationId xmlns:a16="http://schemas.microsoft.com/office/drawing/2014/main" id="{FC674CA8-40BA-4025-AC96-1CA9C8673F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2719"/>
              <a:ext cx="28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27</a:t>
              </a:r>
            </a:p>
          </p:txBody>
        </p:sp>
        <p:sp>
          <p:nvSpPr>
            <p:cNvPr id="39986" name="Text Box 9">
              <a:extLst>
                <a:ext uri="{FF2B5EF4-FFF2-40B4-BE49-F238E27FC236}">
                  <a16:creationId xmlns:a16="http://schemas.microsoft.com/office/drawing/2014/main" id="{28E087BB-5158-4169-BB89-6EE65E07B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19"/>
              <a:ext cx="288" cy="1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39987" name="Line 10">
              <a:extLst>
                <a:ext uri="{FF2B5EF4-FFF2-40B4-BE49-F238E27FC236}">
                  <a16:creationId xmlns:a16="http://schemas.microsoft.com/office/drawing/2014/main" id="{0FFBD4E9-D018-4E5C-ACCB-10E20BE372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88" name="Line 11">
              <a:extLst>
                <a:ext uri="{FF2B5EF4-FFF2-40B4-BE49-F238E27FC236}">
                  <a16:creationId xmlns:a16="http://schemas.microsoft.com/office/drawing/2014/main" id="{32D3C174-6E31-4C38-BF9C-9AB9D80CC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89" name="Line 12">
              <a:extLst>
                <a:ext uri="{FF2B5EF4-FFF2-40B4-BE49-F238E27FC236}">
                  <a16:creationId xmlns:a16="http://schemas.microsoft.com/office/drawing/2014/main" id="{A4A48B1E-F9FC-4AE6-830D-ED294A61C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90" name="Line 13">
              <a:extLst>
                <a:ext uri="{FF2B5EF4-FFF2-40B4-BE49-F238E27FC236}">
                  <a16:creationId xmlns:a16="http://schemas.microsoft.com/office/drawing/2014/main" id="{977308B6-8BFE-4A4C-B1B9-391B66ED2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91" name="Line 14">
              <a:extLst>
                <a:ext uri="{FF2B5EF4-FFF2-40B4-BE49-F238E27FC236}">
                  <a16:creationId xmlns:a16="http://schemas.microsoft.com/office/drawing/2014/main" id="{34BFDE56-B2B5-4EF9-8936-0537CFC93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92" name="Line 15">
              <a:extLst>
                <a:ext uri="{FF2B5EF4-FFF2-40B4-BE49-F238E27FC236}">
                  <a16:creationId xmlns:a16="http://schemas.microsoft.com/office/drawing/2014/main" id="{E80CA50F-436A-46CB-AC3A-A058D7A785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93" name="Line 16">
              <a:extLst>
                <a:ext uri="{FF2B5EF4-FFF2-40B4-BE49-F238E27FC236}">
                  <a16:creationId xmlns:a16="http://schemas.microsoft.com/office/drawing/2014/main" id="{7D412565-DC9C-4FC1-9B80-D13A119CE4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94" name="Line 17">
              <a:extLst>
                <a:ext uri="{FF2B5EF4-FFF2-40B4-BE49-F238E27FC236}">
                  <a16:creationId xmlns:a16="http://schemas.microsoft.com/office/drawing/2014/main" id="{A73DD93B-3011-4CE7-9A5F-90AEF480A3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9941" name="Group 18">
            <a:extLst>
              <a:ext uri="{FF2B5EF4-FFF2-40B4-BE49-F238E27FC236}">
                <a16:creationId xmlns:a16="http://schemas.microsoft.com/office/drawing/2014/main" id="{FD104382-A341-4920-9905-837E4E26D351}"/>
              </a:ext>
            </a:extLst>
          </p:cNvPr>
          <p:cNvGrpSpPr>
            <a:grpSpLocks/>
          </p:cNvGrpSpPr>
          <p:nvPr/>
        </p:nvGrpSpPr>
        <p:grpSpPr bwMode="auto">
          <a:xfrm>
            <a:off x="2651125" y="5838825"/>
            <a:ext cx="2611438" cy="409575"/>
            <a:chOff x="2976" y="2680"/>
            <a:chExt cx="1872" cy="296"/>
          </a:xfrm>
        </p:grpSpPr>
        <p:sp>
          <p:nvSpPr>
            <p:cNvPr id="39969" name="Rectangle 19">
              <a:extLst>
                <a:ext uri="{FF2B5EF4-FFF2-40B4-BE49-F238E27FC236}">
                  <a16:creationId xmlns:a16="http://schemas.microsoft.com/office/drawing/2014/main" id="{54E7E85E-C665-4648-8DB5-2BAA46108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9970" name="Text Box 20">
              <a:extLst>
                <a:ext uri="{FF2B5EF4-FFF2-40B4-BE49-F238E27FC236}">
                  <a16:creationId xmlns:a16="http://schemas.microsoft.com/office/drawing/2014/main" id="{019633EE-4C3B-466A-B3CF-EFECFDEA43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0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11</a:t>
              </a:r>
            </a:p>
          </p:txBody>
        </p:sp>
        <p:sp>
          <p:nvSpPr>
            <p:cNvPr id="39971" name="Text Box 21">
              <a:extLst>
                <a:ext uri="{FF2B5EF4-FFF2-40B4-BE49-F238E27FC236}">
                  <a16:creationId xmlns:a16="http://schemas.microsoft.com/office/drawing/2014/main" id="{67F7B671-4D38-42C8-8803-2568804EC6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10</a:t>
              </a:r>
            </a:p>
          </p:txBody>
        </p:sp>
        <p:sp>
          <p:nvSpPr>
            <p:cNvPr id="39972" name="Text Box 22">
              <a:extLst>
                <a:ext uri="{FF2B5EF4-FFF2-40B4-BE49-F238E27FC236}">
                  <a16:creationId xmlns:a16="http://schemas.microsoft.com/office/drawing/2014/main" id="{CC225848-57A5-46FD-B6A2-2CC2C6131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7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39973" name="Text Box 23">
              <a:extLst>
                <a:ext uri="{FF2B5EF4-FFF2-40B4-BE49-F238E27FC236}">
                  <a16:creationId xmlns:a16="http://schemas.microsoft.com/office/drawing/2014/main" id="{6DDCDEBC-0B76-423B-9B29-78305C5DEE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2720"/>
              <a:ext cx="288" cy="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14</a:t>
              </a:r>
            </a:p>
          </p:txBody>
        </p:sp>
        <p:sp>
          <p:nvSpPr>
            <p:cNvPr id="39974" name="Line 24">
              <a:extLst>
                <a:ext uri="{FF2B5EF4-FFF2-40B4-BE49-F238E27FC236}">
                  <a16:creationId xmlns:a16="http://schemas.microsoft.com/office/drawing/2014/main" id="{93CF16CD-D4FA-48C9-8580-9307A25BD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75" name="Line 25">
              <a:extLst>
                <a:ext uri="{FF2B5EF4-FFF2-40B4-BE49-F238E27FC236}">
                  <a16:creationId xmlns:a16="http://schemas.microsoft.com/office/drawing/2014/main" id="{ED93CF9A-B915-4173-867C-DB5A96EE1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76" name="Line 26">
              <a:extLst>
                <a:ext uri="{FF2B5EF4-FFF2-40B4-BE49-F238E27FC236}">
                  <a16:creationId xmlns:a16="http://schemas.microsoft.com/office/drawing/2014/main" id="{C371E323-2E7F-46BE-954A-01865E70D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77" name="Line 27">
              <a:extLst>
                <a:ext uri="{FF2B5EF4-FFF2-40B4-BE49-F238E27FC236}">
                  <a16:creationId xmlns:a16="http://schemas.microsoft.com/office/drawing/2014/main" id="{3ABA63A8-C2DB-4B1F-B977-25FC2ECD0F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78" name="Line 28">
              <a:extLst>
                <a:ext uri="{FF2B5EF4-FFF2-40B4-BE49-F238E27FC236}">
                  <a16:creationId xmlns:a16="http://schemas.microsoft.com/office/drawing/2014/main" id="{2A6D0027-6AF4-42D8-B164-0A0DC9AD0D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79" name="Line 29">
              <a:extLst>
                <a:ext uri="{FF2B5EF4-FFF2-40B4-BE49-F238E27FC236}">
                  <a16:creationId xmlns:a16="http://schemas.microsoft.com/office/drawing/2014/main" id="{F6FAF962-3814-474A-97B1-034834A1D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80" name="Line 30">
              <a:extLst>
                <a:ext uri="{FF2B5EF4-FFF2-40B4-BE49-F238E27FC236}">
                  <a16:creationId xmlns:a16="http://schemas.microsoft.com/office/drawing/2014/main" id="{4456CE80-E8B2-4174-BF96-2E74FF584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81" name="Line 31">
              <a:extLst>
                <a:ext uri="{FF2B5EF4-FFF2-40B4-BE49-F238E27FC236}">
                  <a16:creationId xmlns:a16="http://schemas.microsoft.com/office/drawing/2014/main" id="{41F68E67-5D6D-4035-8FA8-96AB3F3578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39942" name="Group 32">
            <a:extLst>
              <a:ext uri="{FF2B5EF4-FFF2-40B4-BE49-F238E27FC236}">
                <a16:creationId xmlns:a16="http://schemas.microsoft.com/office/drawing/2014/main" id="{F5241CA6-DDEE-4E09-AA64-CB59C849BA6A}"/>
              </a:ext>
            </a:extLst>
          </p:cNvPr>
          <p:cNvGrpSpPr>
            <a:grpSpLocks/>
          </p:cNvGrpSpPr>
          <p:nvPr/>
        </p:nvGrpSpPr>
        <p:grpSpPr bwMode="auto">
          <a:xfrm>
            <a:off x="3865563" y="5041900"/>
            <a:ext cx="2611437" cy="409575"/>
            <a:chOff x="2976" y="2680"/>
            <a:chExt cx="1872" cy="296"/>
          </a:xfrm>
        </p:grpSpPr>
        <p:sp>
          <p:nvSpPr>
            <p:cNvPr id="39956" name="Rectangle 33">
              <a:extLst>
                <a:ext uri="{FF2B5EF4-FFF2-40B4-BE49-F238E27FC236}">
                  <a16:creationId xmlns:a16="http://schemas.microsoft.com/office/drawing/2014/main" id="{2EAADCE1-F29F-465B-97F1-F6C7DF298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39957" name="Text Box 34">
              <a:extLst>
                <a:ext uri="{FF2B5EF4-FFF2-40B4-BE49-F238E27FC236}">
                  <a16:creationId xmlns:a16="http://schemas.microsoft.com/office/drawing/2014/main" id="{14C21619-84FB-46FA-8343-8905E9757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2720"/>
              <a:ext cx="28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25</a:t>
              </a:r>
            </a:p>
          </p:txBody>
        </p:sp>
        <p:sp>
          <p:nvSpPr>
            <p:cNvPr id="39958" name="Text Box 35">
              <a:extLst>
                <a:ext uri="{FF2B5EF4-FFF2-40B4-BE49-F238E27FC236}">
                  <a16:creationId xmlns:a16="http://schemas.microsoft.com/office/drawing/2014/main" id="{A90985F9-4E70-4F6A-8F11-5EC9BFE58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20</a:t>
              </a:r>
            </a:p>
          </p:txBody>
        </p:sp>
        <p:sp>
          <p:nvSpPr>
            <p:cNvPr id="39959" name="Text Box 36">
              <a:extLst>
                <a:ext uri="{FF2B5EF4-FFF2-40B4-BE49-F238E27FC236}">
                  <a16:creationId xmlns:a16="http://schemas.microsoft.com/office/drawing/2014/main" id="{837BFE9C-3F99-4D00-A2DC-60B8B0D994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2720"/>
              <a:ext cx="287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39960" name="Text Box 37">
              <a:extLst>
                <a:ext uri="{FF2B5EF4-FFF2-40B4-BE49-F238E27FC236}">
                  <a16:creationId xmlns:a16="http://schemas.microsoft.com/office/drawing/2014/main" id="{EE0FB21F-090E-4F65-9E06-739A611DCA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8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39961" name="Line 38">
              <a:extLst>
                <a:ext uri="{FF2B5EF4-FFF2-40B4-BE49-F238E27FC236}">
                  <a16:creationId xmlns:a16="http://schemas.microsoft.com/office/drawing/2014/main" id="{F7EC2263-229E-4EE8-9E07-B185EC4692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2" name="Line 39">
              <a:extLst>
                <a:ext uri="{FF2B5EF4-FFF2-40B4-BE49-F238E27FC236}">
                  <a16:creationId xmlns:a16="http://schemas.microsoft.com/office/drawing/2014/main" id="{7DC2D207-6CA0-4401-B72E-2D24A2EFF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3" name="Line 40">
              <a:extLst>
                <a:ext uri="{FF2B5EF4-FFF2-40B4-BE49-F238E27FC236}">
                  <a16:creationId xmlns:a16="http://schemas.microsoft.com/office/drawing/2014/main" id="{E042C34A-D526-401A-962B-065548F581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4" name="Line 41">
              <a:extLst>
                <a:ext uri="{FF2B5EF4-FFF2-40B4-BE49-F238E27FC236}">
                  <a16:creationId xmlns:a16="http://schemas.microsoft.com/office/drawing/2014/main" id="{4704E757-2DD4-4A46-877B-BF12DA310B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5" name="Line 42">
              <a:extLst>
                <a:ext uri="{FF2B5EF4-FFF2-40B4-BE49-F238E27FC236}">
                  <a16:creationId xmlns:a16="http://schemas.microsoft.com/office/drawing/2014/main" id="{B31C6C31-45BD-4A26-87E3-8490688DA0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6" name="Line 43">
              <a:extLst>
                <a:ext uri="{FF2B5EF4-FFF2-40B4-BE49-F238E27FC236}">
                  <a16:creationId xmlns:a16="http://schemas.microsoft.com/office/drawing/2014/main" id="{8EC77FFE-F7A0-4530-A8E4-3B2163E769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7" name="Line 44">
              <a:extLst>
                <a:ext uri="{FF2B5EF4-FFF2-40B4-BE49-F238E27FC236}">
                  <a16:creationId xmlns:a16="http://schemas.microsoft.com/office/drawing/2014/main" id="{04BC4EDD-FC8E-468C-A276-8B38A605F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39968" name="Line 45">
              <a:extLst>
                <a:ext uri="{FF2B5EF4-FFF2-40B4-BE49-F238E27FC236}">
                  <a16:creationId xmlns:a16="http://schemas.microsoft.com/office/drawing/2014/main" id="{DE65D647-67BB-4919-913E-822A5C7D87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39943" name="Line 46">
            <a:extLst>
              <a:ext uri="{FF2B5EF4-FFF2-40B4-BE49-F238E27FC236}">
                <a16:creationId xmlns:a16="http://schemas.microsoft.com/office/drawing/2014/main" id="{5FD989D0-AA83-49DE-81A4-E43DE3DCA9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1125" y="4378325"/>
            <a:ext cx="266700" cy="598488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9944" name="Line 47">
            <a:extLst>
              <a:ext uri="{FF2B5EF4-FFF2-40B4-BE49-F238E27FC236}">
                <a16:creationId xmlns:a16="http://schemas.microsoft.com/office/drawing/2014/main" id="{253EDC6B-F3D2-4E14-8FE8-F45128C7990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51125" y="4445000"/>
            <a:ext cx="869950" cy="1393825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9945" name="Line 48">
            <a:extLst>
              <a:ext uri="{FF2B5EF4-FFF2-40B4-BE49-F238E27FC236}">
                <a16:creationId xmlns:a16="http://schemas.microsoft.com/office/drawing/2014/main" id="{C153C0B0-087A-488C-8947-86D35DA5DD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33825" y="4378325"/>
            <a:ext cx="201613" cy="663575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9946" name="Line 49">
            <a:extLst>
              <a:ext uri="{FF2B5EF4-FFF2-40B4-BE49-F238E27FC236}">
                <a16:creationId xmlns:a16="http://schemas.microsoft.com/office/drawing/2014/main" id="{695F01E8-0FF9-40A9-AF1C-BE87FAB964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6775" y="4378325"/>
            <a:ext cx="200025" cy="465138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9947" name="Oval 50">
            <a:extLst>
              <a:ext uri="{FF2B5EF4-FFF2-40B4-BE49-F238E27FC236}">
                <a16:creationId xmlns:a16="http://schemas.microsoft.com/office/drawing/2014/main" id="{AC9E3654-51EE-4896-B22B-F341646ED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010150"/>
            <a:ext cx="468312" cy="463550"/>
          </a:xfrm>
          <a:prstGeom prst="ellips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39948" name="Oval 51">
            <a:extLst>
              <a:ext uri="{FF2B5EF4-FFF2-40B4-BE49-F238E27FC236}">
                <a16:creationId xmlns:a16="http://schemas.microsoft.com/office/drawing/2014/main" id="{B1BDC0F3-7A44-4F69-B842-6D93F62B3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350" y="4146550"/>
            <a:ext cx="468313" cy="463550"/>
          </a:xfrm>
          <a:prstGeom prst="ellipse">
            <a:avLst/>
          </a:prstGeom>
          <a:noFill/>
          <a:ln w="1905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39949" name="Line 52">
            <a:extLst>
              <a:ext uri="{FF2B5EF4-FFF2-40B4-BE49-F238E27FC236}">
                <a16:creationId xmlns:a16="http://schemas.microsoft.com/office/drawing/2014/main" id="{D2AF4D8F-C42A-4F35-B4CF-6F19ED8B053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46650" y="5373688"/>
            <a:ext cx="468313" cy="333375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9950" name="Text Box 53">
            <a:extLst>
              <a:ext uri="{FF2B5EF4-FFF2-40B4-BE49-F238E27FC236}">
                <a16:creationId xmlns:a16="http://schemas.microsoft.com/office/drawing/2014/main" id="{141A8EA6-151C-4152-8DC5-21AA3BEA3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5440363"/>
            <a:ext cx="847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Valoare de </a:t>
            </a:r>
            <a:b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</a:br>
            <a:r>
              <a:rPr lang="ro-RO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ș</a:t>
            </a: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ters</a:t>
            </a:r>
          </a:p>
        </p:txBody>
      </p:sp>
      <p:sp>
        <p:nvSpPr>
          <p:cNvPr id="39951" name="Text Box 54">
            <a:extLst>
              <a:ext uri="{FF2B5EF4-FFF2-40B4-BE49-F238E27FC236}">
                <a16:creationId xmlns:a16="http://schemas.microsoft.com/office/drawing/2014/main" id="{0A8015FA-0D27-40C9-8B48-ABB1E4088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424238"/>
            <a:ext cx="1160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9900"/>
                </a:solidFill>
                <a:latin typeface="Verdana" panose="020B0604030504040204" pitchFamily="34" charset="0"/>
              </a:rPr>
              <a:t>valoare</a:t>
            </a:r>
            <a:br>
              <a:rPr lang="en-US" altLang="en-US" sz="1200">
                <a:solidFill>
                  <a:srgbClr val="009900"/>
                </a:solidFill>
                <a:latin typeface="Verdana" panose="020B0604030504040204" pitchFamily="34" charset="0"/>
              </a:rPr>
            </a:br>
            <a:r>
              <a:rPr lang="en-US" altLang="en-US" sz="1200">
                <a:solidFill>
                  <a:srgbClr val="009900"/>
                </a:solidFill>
                <a:latin typeface="Verdana" panose="020B0604030504040204" pitchFamily="34" charset="0"/>
              </a:rPr>
              <a:t>separator</a:t>
            </a:r>
          </a:p>
        </p:txBody>
      </p:sp>
      <p:sp>
        <p:nvSpPr>
          <p:cNvPr id="39952" name="Line 55">
            <a:extLst>
              <a:ext uri="{FF2B5EF4-FFF2-40B4-BE49-F238E27FC236}">
                <a16:creationId xmlns:a16="http://schemas.microsoft.com/office/drawing/2014/main" id="{65201A9D-2C62-4773-AE94-DEF0D23B2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3846513"/>
            <a:ext cx="468313" cy="465137"/>
          </a:xfrm>
          <a:prstGeom prst="line">
            <a:avLst/>
          </a:prstGeom>
          <a:noFill/>
          <a:ln w="19050">
            <a:solidFill>
              <a:srgbClr val="00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cxnSp>
        <p:nvCxnSpPr>
          <p:cNvPr id="39953" name="AutoShape 108">
            <a:extLst>
              <a:ext uri="{FF2B5EF4-FFF2-40B4-BE49-F238E27FC236}">
                <a16:creationId xmlns:a16="http://schemas.microsoft.com/office/drawing/2014/main" id="{408DE656-CA95-4B9C-B8CA-B64E04D281CB}"/>
              </a:ext>
            </a:extLst>
          </p:cNvPr>
          <p:cNvCxnSpPr>
            <a:cxnSpLocks noChangeShapeType="1"/>
            <a:stCxn id="39972" idx="0"/>
            <a:endCxn id="39948" idx="2"/>
          </p:cNvCxnSpPr>
          <p:nvPr/>
        </p:nvCxnSpPr>
        <p:spPr bwMode="auto">
          <a:xfrm rot="5400000" flipH="1">
            <a:off x="3148012" y="4783138"/>
            <a:ext cx="1516063" cy="706438"/>
          </a:xfrm>
          <a:prstGeom prst="curvedConnector4">
            <a:avLst>
              <a:gd name="adj1" fmla="val 20810"/>
              <a:gd name="adj2" fmla="val 120769"/>
            </a:avLst>
          </a:prstGeom>
          <a:noFill/>
          <a:ln w="25400">
            <a:solidFill>
              <a:schemeClr val="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54" name="Line 111">
            <a:extLst>
              <a:ext uri="{FF2B5EF4-FFF2-40B4-BE49-F238E27FC236}">
                <a16:creationId xmlns:a16="http://schemas.microsoft.com/office/drawing/2014/main" id="{32637CF2-A719-44D9-9EBB-402D42ADD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29400" y="5029200"/>
            <a:ext cx="7620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105" name="Rectangle 2">
            <a:extLst>
              <a:ext uri="{FF2B5EF4-FFF2-40B4-BE49-F238E27FC236}">
                <a16:creationId xmlns:a16="http://schemas.microsoft.com/office/drawing/2014/main" id="{1BEE8C3B-5DA5-4EEE-B328-629F505CD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0AF1FF-1CF9-4CE8-B1BB-391F62A58E40}"/>
              </a:ext>
            </a:extLst>
          </p:cNvPr>
          <p:cNvSpPr txBox="1">
            <a:spLocks noChangeArrowheads="1"/>
          </p:cNvSpPr>
          <p:nvPr/>
        </p:nvSpPr>
        <p:spPr>
          <a:xfrm>
            <a:off x="2819400" y="1493838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kern="0" dirty="0"/>
              <a:t>C) </a:t>
            </a:r>
            <a:r>
              <a:rPr lang="en-US" altLang="en-US" sz="2000" kern="0" dirty="0" err="1"/>
              <a:t>Dac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suma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valorilor</a:t>
            </a:r>
            <a:r>
              <a:rPr lang="en-US" altLang="en-US" sz="2000" kern="0" dirty="0"/>
              <a:t> din </a:t>
            </a:r>
            <a:r>
              <a:rPr lang="en-US" altLang="en-US" sz="2000" kern="0" dirty="0" err="1"/>
              <a:t>nodul</a:t>
            </a:r>
            <a:r>
              <a:rPr lang="en-US" altLang="en-US" sz="2000" kern="0" dirty="0"/>
              <a:t> din care s-a </a:t>
            </a:r>
            <a:r>
              <a:rPr lang="en-US" altLang="en-US" sz="2000" kern="0" dirty="0" err="1"/>
              <a:t>eliminat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valoarea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ș</a:t>
            </a:r>
            <a:r>
              <a:rPr lang="en-US" altLang="en-US" sz="2000" kern="0" dirty="0" err="1"/>
              <a:t>i</a:t>
            </a:r>
            <a:r>
              <a:rPr lang="en-US" altLang="en-US" sz="2000" kern="0" dirty="0"/>
              <a:t> a </a:t>
            </a:r>
            <a:r>
              <a:rPr lang="en-US" altLang="en-US" sz="2000" kern="0" dirty="0" err="1"/>
              <a:t>valorilor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unuia</a:t>
            </a:r>
            <a:r>
              <a:rPr lang="en-US" altLang="en-US" sz="2000" kern="0" dirty="0"/>
              <a:t> din </a:t>
            </a:r>
            <a:r>
              <a:rPr lang="en-US" altLang="en-US" sz="2000" kern="0" dirty="0" err="1"/>
              <a:t>vecini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este</a:t>
            </a:r>
            <a:r>
              <a:rPr lang="en-US" altLang="en-US" sz="2000" kern="0" dirty="0"/>
              <a:t> &lt; m </a:t>
            </a:r>
            <a:r>
              <a:rPr lang="en-US" altLang="en-US" sz="2000" kern="0" dirty="0">
                <a:sym typeface="Symbol" pitchFamily="18" charset="2"/>
              </a:rPr>
              <a:t> </a:t>
            </a:r>
            <a:r>
              <a:rPr lang="en-US" altLang="en-US" sz="2000" i="1" kern="0" dirty="0" err="1">
                <a:sym typeface="Symbol" pitchFamily="18" charset="2"/>
              </a:rPr>
              <a:t>concatenare</a:t>
            </a:r>
            <a:endParaRPr lang="en-US" altLang="en-US" sz="2000" i="1" kern="0" dirty="0">
              <a:sym typeface="Symbol" pitchFamily="18" charset="2"/>
            </a:endParaRPr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kern="0" dirty="0" err="1"/>
              <a:t>insereaz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valorile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ambelor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noduri</a:t>
            </a:r>
            <a:r>
              <a:rPr lang="en-US" altLang="en-US" sz="1800" kern="0" dirty="0"/>
              <a:t> + </a:t>
            </a:r>
            <a:r>
              <a:rPr lang="en-US" altLang="en-US" sz="1800" kern="0" dirty="0" err="1"/>
              <a:t>valoarea</a:t>
            </a:r>
            <a:r>
              <a:rPr lang="en-US" altLang="en-US" sz="1800" kern="0" dirty="0"/>
              <a:t> separator din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r>
              <a:rPr lang="en-US" altLang="en-US" sz="1800" kern="0" dirty="0"/>
              <a:t> </a:t>
            </a:r>
            <a:r>
              <a:rPr lang="ro-RO" altLang="en-US" sz="1800" kern="0" dirty="0"/>
              <a:t>î</a:t>
            </a:r>
            <a:r>
              <a:rPr lang="en-US" altLang="en-US" sz="1800" kern="0" dirty="0" err="1"/>
              <a:t>ntr</a:t>
            </a:r>
            <a:r>
              <a:rPr lang="en-US" altLang="en-US" sz="1800" kern="0" dirty="0"/>
              <a:t>-un </a:t>
            </a:r>
            <a:r>
              <a:rPr lang="en-US" altLang="en-US" sz="1800" kern="0" dirty="0" err="1"/>
              <a:t>singur</a:t>
            </a:r>
            <a:r>
              <a:rPr lang="en-US" altLang="en-US" sz="1800" kern="0" dirty="0"/>
              <a:t> nod</a:t>
            </a:r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se </a:t>
            </a:r>
            <a:r>
              <a:rPr lang="en-US" altLang="en-US" sz="1800" kern="0" dirty="0" err="1"/>
              <a:t>repet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pasul</a:t>
            </a:r>
            <a:r>
              <a:rPr lang="en-US" altLang="en-US" sz="1800" kern="0" dirty="0"/>
              <a:t> </a:t>
            </a:r>
            <a:r>
              <a:rPr lang="en-US" altLang="en-US" sz="1800" b="1" kern="0" dirty="0"/>
              <a:t>2.</a:t>
            </a:r>
            <a:r>
              <a:rPr lang="en-US" altLang="en-US" sz="1800" kern="0" dirty="0"/>
              <a:t> pentru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r>
              <a:rPr lang="en-US" altLang="en-US" sz="1800" kern="0" dirty="0"/>
              <a:t> (din care s-a </a:t>
            </a:r>
            <a:r>
              <a:rPr lang="en-US" altLang="en-US" sz="1800" kern="0" dirty="0" err="1"/>
              <a:t>eliminat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valoarea</a:t>
            </a:r>
            <a:r>
              <a:rPr lang="en-US" altLang="en-US" sz="1800" kern="0" dirty="0"/>
              <a:t> separator)</a:t>
            </a:r>
          </a:p>
          <a:p>
            <a:pPr marL="1371600" lvl="3" indent="0" eaLnBrk="1" hangingPunct="1">
              <a:defRPr/>
            </a:pPr>
            <a:r>
              <a:rPr lang="en-US" altLang="en-US" sz="1800" kern="0" dirty="0"/>
              <a:t> </a:t>
            </a:r>
            <a:r>
              <a:rPr lang="en-US" altLang="en-US" sz="1800" kern="0" dirty="0" err="1"/>
              <a:t>dac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p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rinte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este</a:t>
            </a:r>
            <a:r>
              <a:rPr lang="en-US" altLang="en-US" sz="1800" kern="0" dirty="0"/>
              <a:t> r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d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cina</a:t>
            </a:r>
            <a:r>
              <a:rPr lang="en-US" altLang="en-US" sz="1800" kern="0" dirty="0"/>
              <a:t> </a:t>
            </a:r>
            <a:r>
              <a:rPr lang="ro-RO" altLang="en-US" sz="1800" kern="0" dirty="0"/>
              <a:t>ș</a:t>
            </a:r>
            <a:r>
              <a:rPr lang="en-US" altLang="en-US" sz="1800" kern="0" dirty="0" err="1"/>
              <a:t>i</a:t>
            </a:r>
            <a:r>
              <a:rPr lang="en-US" altLang="en-US" sz="1800" kern="0" dirty="0"/>
              <a:t> nu </a:t>
            </a:r>
            <a:r>
              <a:rPr lang="en-US" altLang="en-US" sz="1800" kern="0" dirty="0" err="1"/>
              <a:t>mai</a:t>
            </a:r>
            <a:r>
              <a:rPr lang="en-US" altLang="en-US" sz="1800" kern="0" dirty="0"/>
              <a:t> con</a:t>
            </a:r>
            <a:r>
              <a:rPr lang="ro-RO" altLang="en-US" sz="1800" kern="0" dirty="0"/>
              <a:t>ț</a:t>
            </a:r>
            <a:r>
              <a:rPr lang="en-US" altLang="en-US" sz="1800" kern="0" dirty="0" err="1"/>
              <a:t>ine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valori</a:t>
            </a:r>
            <a:r>
              <a:rPr lang="en-US" altLang="en-US" sz="1800" kern="0" dirty="0"/>
              <a:t> </a:t>
            </a:r>
            <a:r>
              <a:rPr lang="en-US" altLang="en-US" sz="1600" kern="0" dirty="0">
                <a:sym typeface="Symbol" pitchFamily="18" charset="2"/>
              </a:rPr>
              <a:t>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nodul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curent</a:t>
            </a:r>
            <a:r>
              <a:rPr lang="en-US" altLang="en-US" sz="1800" kern="0" dirty="0"/>
              <a:t> </a:t>
            </a:r>
            <a:r>
              <a:rPr lang="en-US" altLang="en-US" sz="1800" kern="0" dirty="0" err="1"/>
              <a:t>devine</a:t>
            </a:r>
            <a:r>
              <a:rPr lang="en-US" altLang="en-US" sz="1800" kern="0" dirty="0"/>
              <a:t> r</a:t>
            </a:r>
            <a:r>
              <a:rPr lang="ro-RO" altLang="en-US" sz="1800" kern="0" dirty="0"/>
              <a:t>ă</a:t>
            </a:r>
            <a:r>
              <a:rPr lang="en-US" altLang="en-US" sz="1800" kern="0" dirty="0"/>
              <a:t>d</a:t>
            </a:r>
            <a:r>
              <a:rPr lang="ro-RO" altLang="en-US" sz="1800" kern="0" dirty="0"/>
              <a:t>ă</a:t>
            </a:r>
            <a:r>
              <a:rPr lang="en-US" altLang="en-US" sz="1800" kern="0" dirty="0" err="1"/>
              <a:t>cina</a:t>
            </a:r>
            <a:endParaRPr lang="en-US" altLang="en-US" sz="1800" kern="0" dirty="0"/>
          </a:p>
          <a:p>
            <a:pPr eaLnBrk="1" hangingPunct="1">
              <a:defRPr/>
            </a:pPr>
            <a:endParaRPr lang="en-US" altLang="en-US" sz="2800" kern="0" dirty="0"/>
          </a:p>
        </p:txBody>
      </p:sp>
      <p:grpSp>
        <p:nvGrpSpPr>
          <p:cNvPr id="40963" name="Group 4">
            <a:extLst>
              <a:ext uri="{FF2B5EF4-FFF2-40B4-BE49-F238E27FC236}">
                <a16:creationId xmlns:a16="http://schemas.microsoft.com/office/drawing/2014/main" id="{FA1E7A02-28E6-4A72-916C-BB40130B5DB6}"/>
              </a:ext>
            </a:extLst>
          </p:cNvPr>
          <p:cNvGrpSpPr>
            <a:grpSpLocks/>
          </p:cNvGrpSpPr>
          <p:nvPr/>
        </p:nvGrpSpPr>
        <p:grpSpPr bwMode="auto">
          <a:xfrm>
            <a:off x="3389313" y="4572000"/>
            <a:ext cx="2560637" cy="385763"/>
            <a:chOff x="2976" y="2680"/>
            <a:chExt cx="1872" cy="296"/>
          </a:xfrm>
        </p:grpSpPr>
        <p:sp>
          <p:nvSpPr>
            <p:cNvPr id="41036" name="Rectangle 5">
              <a:extLst>
                <a:ext uri="{FF2B5EF4-FFF2-40B4-BE49-F238E27FC236}">
                  <a16:creationId xmlns:a16="http://schemas.microsoft.com/office/drawing/2014/main" id="{4D4A7310-9F21-4666-8459-0F9361E4A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1037" name="Text Box 6">
              <a:extLst>
                <a:ext uri="{FF2B5EF4-FFF2-40B4-BE49-F238E27FC236}">
                  <a16:creationId xmlns:a16="http://schemas.microsoft.com/office/drawing/2014/main" id="{36522A73-8962-475E-A1EF-AC2C443952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1" y="2720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15</a:t>
              </a:r>
            </a:p>
          </p:txBody>
        </p:sp>
        <p:sp>
          <p:nvSpPr>
            <p:cNvPr id="41038" name="Text Box 7">
              <a:extLst>
                <a:ext uri="{FF2B5EF4-FFF2-40B4-BE49-F238E27FC236}">
                  <a16:creationId xmlns:a16="http://schemas.microsoft.com/office/drawing/2014/main" id="{2E28E4EB-6493-4F29-B207-359A8DDEF2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10</a:t>
              </a:r>
            </a:p>
          </p:txBody>
        </p:sp>
        <p:sp>
          <p:nvSpPr>
            <p:cNvPr id="41039" name="Text Box 8">
              <a:extLst>
                <a:ext uri="{FF2B5EF4-FFF2-40B4-BE49-F238E27FC236}">
                  <a16:creationId xmlns:a16="http://schemas.microsoft.com/office/drawing/2014/main" id="{F25E4A59-771F-43FD-958B-76BCFE48E4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2720"/>
              <a:ext cx="2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27</a:t>
              </a:r>
            </a:p>
          </p:txBody>
        </p:sp>
        <p:sp>
          <p:nvSpPr>
            <p:cNvPr id="41040" name="Text Box 9">
              <a:extLst>
                <a:ext uri="{FF2B5EF4-FFF2-40B4-BE49-F238E27FC236}">
                  <a16:creationId xmlns:a16="http://schemas.microsoft.com/office/drawing/2014/main" id="{D618526B-0D99-4A3C-B176-E89B768415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41041" name="Line 10">
              <a:extLst>
                <a:ext uri="{FF2B5EF4-FFF2-40B4-BE49-F238E27FC236}">
                  <a16:creationId xmlns:a16="http://schemas.microsoft.com/office/drawing/2014/main" id="{55B7E377-F22E-48E7-AE42-C51C4A8C7E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2" name="Line 11">
              <a:extLst>
                <a:ext uri="{FF2B5EF4-FFF2-40B4-BE49-F238E27FC236}">
                  <a16:creationId xmlns:a16="http://schemas.microsoft.com/office/drawing/2014/main" id="{1D78931C-0225-4AFA-A5CC-13ACEF5A78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3" name="Line 12">
              <a:extLst>
                <a:ext uri="{FF2B5EF4-FFF2-40B4-BE49-F238E27FC236}">
                  <a16:creationId xmlns:a16="http://schemas.microsoft.com/office/drawing/2014/main" id="{1B4D7BA4-61DC-417A-B222-D1F46F094B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4" name="Line 13">
              <a:extLst>
                <a:ext uri="{FF2B5EF4-FFF2-40B4-BE49-F238E27FC236}">
                  <a16:creationId xmlns:a16="http://schemas.microsoft.com/office/drawing/2014/main" id="{4957ED1E-D3A0-486E-81E3-CC1C097A4D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5" name="Line 14">
              <a:extLst>
                <a:ext uri="{FF2B5EF4-FFF2-40B4-BE49-F238E27FC236}">
                  <a16:creationId xmlns:a16="http://schemas.microsoft.com/office/drawing/2014/main" id="{54FC01CC-B04F-409C-979B-217F605F02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6" name="Line 15">
              <a:extLst>
                <a:ext uri="{FF2B5EF4-FFF2-40B4-BE49-F238E27FC236}">
                  <a16:creationId xmlns:a16="http://schemas.microsoft.com/office/drawing/2014/main" id="{BCCFBA81-B9CF-46FA-B9E3-26426B3D6F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7" name="Line 16">
              <a:extLst>
                <a:ext uri="{FF2B5EF4-FFF2-40B4-BE49-F238E27FC236}">
                  <a16:creationId xmlns:a16="http://schemas.microsoft.com/office/drawing/2014/main" id="{88B33AF9-1781-439C-84F9-3269F6B2D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48" name="Line 17">
              <a:extLst>
                <a:ext uri="{FF2B5EF4-FFF2-40B4-BE49-F238E27FC236}">
                  <a16:creationId xmlns:a16="http://schemas.microsoft.com/office/drawing/2014/main" id="{FA94F24D-5D58-4543-A443-2E9473889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0964" name="Group 18">
            <a:extLst>
              <a:ext uri="{FF2B5EF4-FFF2-40B4-BE49-F238E27FC236}">
                <a16:creationId xmlns:a16="http://schemas.microsoft.com/office/drawing/2014/main" id="{73630970-0911-41E7-8FDD-7856DF595B3B}"/>
              </a:ext>
            </a:extLst>
          </p:cNvPr>
          <p:cNvGrpSpPr>
            <a:grpSpLocks/>
          </p:cNvGrpSpPr>
          <p:nvPr/>
        </p:nvGrpSpPr>
        <p:grpSpPr bwMode="auto">
          <a:xfrm>
            <a:off x="3257550" y="6135688"/>
            <a:ext cx="2560638" cy="387350"/>
            <a:chOff x="2976" y="2680"/>
            <a:chExt cx="1872" cy="296"/>
          </a:xfrm>
        </p:grpSpPr>
        <p:sp>
          <p:nvSpPr>
            <p:cNvPr id="41023" name="Rectangle 19">
              <a:extLst>
                <a:ext uri="{FF2B5EF4-FFF2-40B4-BE49-F238E27FC236}">
                  <a16:creationId xmlns:a16="http://schemas.microsoft.com/office/drawing/2014/main" id="{1509A9DB-03B7-435E-A2E9-9E2A60224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1024" name="Text Box 20">
              <a:extLst>
                <a:ext uri="{FF2B5EF4-FFF2-40B4-BE49-F238E27FC236}">
                  <a16:creationId xmlns:a16="http://schemas.microsoft.com/office/drawing/2014/main" id="{75269E92-5560-4664-89D1-DC38406184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20"/>
              <a:ext cx="287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14</a:t>
              </a:r>
            </a:p>
          </p:txBody>
        </p:sp>
        <p:sp>
          <p:nvSpPr>
            <p:cNvPr id="41025" name="Text Box 21">
              <a:extLst>
                <a:ext uri="{FF2B5EF4-FFF2-40B4-BE49-F238E27FC236}">
                  <a16:creationId xmlns:a16="http://schemas.microsoft.com/office/drawing/2014/main" id="{0E65FC53-AE4F-4231-B6B4-A888E2B8C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2720"/>
              <a:ext cx="2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12</a:t>
              </a:r>
            </a:p>
          </p:txBody>
        </p:sp>
        <p:sp>
          <p:nvSpPr>
            <p:cNvPr id="41026" name="Text Box 22">
              <a:extLst>
                <a:ext uri="{FF2B5EF4-FFF2-40B4-BE49-F238E27FC236}">
                  <a16:creationId xmlns:a16="http://schemas.microsoft.com/office/drawing/2014/main" id="{D0D3DA51-4605-4B63-AEB7-6232BB465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5" y="2720"/>
              <a:ext cx="28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41027" name="Text Box 23">
              <a:extLst>
                <a:ext uri="{FF2B5EF4-FFF2-40B4-BE49-F238E27FC236}">
                  <a16:creationId xmlns:a16="http://schemas.microsoft.com/office/drawing/2014/main" id="{056DF348-B5F6-43F5-8CFB-7FC8BFE643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2720"/>
              <a:ext cx="2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41028" name="Line 24">
              <a:extLst>
                <a:ext uri="{FF2B5EF4-FFF2-40B4-BE49-F238E27FC236}">
                  <a16:creationId xmlns:a16="http://schemas.microsoft.com/office/drawing/2014/main" id="{0196643B-BEEC-47C4-AD68-A797238069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29" name="Line 25">
              <a:extLst>
                <a:ext uri="{FF2B5EF4-FFF2-40B4-BE49-F238E27FC236}">
                  <a16:creationId xmlns:a16="http://schemas.microsoft.com/office/drawing/2014/main" id="{0A3F7CC1-2F28-41DF-9E57-E14CDA179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30" name="Line 26">
              <a:extLst>
                <a:ext uri="{FF2B5EF4-FFF2-40B4-BE49-F238E27FC236}">
                  <a16:creationId xmlns:a16="http://schemas.microsoft.com/office/drawing/2014/main" id="{BA41254F-9502-4195-93CC-40166EF04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31" name="Line 27">
              <a:extLst>
                <a:ext uri="{FF2B5EF4-FFF2-40B4-BE49-F238E27FC236}">
                  <a16:creationId xmlns:a16="http://schemas.microsoft.com/office/drawing/2014/main" id="{C516B2AC-EA3C-43F0-A828-FE237F93E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32" name="Line 28">
              <a:extLst>
                <a:ext uri="{FF2B5EF4-FFF2-40B4-BE49-F238E27FC236}">
                  <a16:creationId xmlns:a16="http://schemas.microsoft.com/office/drawing/2014/main" id="{D08A6789-8C2D-463E-9170-71BCE5C449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33" name="Line 29">
              <a:extLst>
                <a:ext uri="{FF2B5EF4-FFF2-40B4-BE49-F238E27FC236}">
                  <a16:creationId xmlns:a16="http://schemas.microsoft.com/office/drawing/2014/main" id="{1B9154AB-3FEC-426C-A733-55F306A862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34" name="Line 30">
              <a:extLst>
                <a:ext uri="{FF2B5EF4-FFF2-40B4-BE49-F238E27FC236}">
                  <a16:creationId xmlns:a16="http://schemas.microsoft.com/office/drawing/2014/main" id="{59BC8826-EB96-4F23-A3D1-377ECC6B4C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35" name="Line 31">
              <a:extLst>
                <a:ext uri="{FF2B5EF4-FFF2-40B4-BE49-F238E27FC236}">
                  <a16:creationId xmlns:a16="http://schemas.microsoft.com/office/drawing/2014/main" id="{01A30CE1-EE83-4D01-9D3E-4FE30FB61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0965" name="Group 32">
            <a:extLst>
              <a:ext uri="{FF2B5EF4-FFF2-40B4-BE49-F238E27FC236}">
                <a16:creationId xmlns:a16="http://schemas.microsoft.com/office/drawing/2014/main" id="{14077CA2-9F64-4F31-8406-AF479368D5A1}"/>
              </a:ext>
            </a:extLst>
          </p:cNvPr>
          <p:cNvGrpSpPr>
            <a:grpSpLocks/>
          </p:cNvGrpSpPr>
          <p:nvPr/>
        </p:nvGrpSpPr>
        <p:grpSpPr bwMode="auto">
          <a:xfrm>
            <a:off x="4448175" y="5386388"/>
            <a:ext cx="2562225" cy="384175"/>
            <a:chOff x="2976" y="2680"/>
            <a:chExt cx="1872" cy="296"/>
          </a:xfrm>
        </p:grpSpPr>
        <p:sp>
          <p:nvSpPr>
            <p:cNvPr id="41010" name="Rectangle 33">
              <a:extLst>
                <a:ext uri="{FF2B5EF4-FFF2-40B4-BE49-F238E27FC236}">
                  <a16:creationId xmlns:a16="http://schemas.microsoft.com/office/drawing/2014/main" id="{0F9D6FDC-EF04-4A0C-BD00-37558FC73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1011" name="Text Box 34">
              <a:extLst>
                <a:ext uri="{FF2B5EF4-FFF2-40B4-BE49-F238E27FC236}">
                  <a16:creationId xmlns:a16="http://schemas.microsoft.com/office/drawing/2014/main" id="{DFB54F56-D43D-4267-BEE2-93249866FE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720"/>
              <a:ext cx="28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25</a:t>
              </a:r>
            </a:p>
          </p:txBody>
        </p:sp>
        <p:sp>
          <p:nvSpPr>
            <p:cNvPr id="41012" name="Text Box 35">
              <a:extLst>
                <a:ext uri="{FF2B5EF4-FFF2-40B4-BE49-F238E27FC236}">
                  <a16:creationId xmlns:a16="http://schemas.microsoft.com/office/drawing/2014/main" id="{B088BB40-EA75-4D9D-9390-6BE1D607C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19" y="2720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Verdana" panose="020B0604030504040204" pitchFamily="34" charset="0"/>
                </a:rPr>
                <a:t>20</a:t>
              </a:r>
            </a:p>
          </p:txBody>
        </p:sp>
        <p:sp>
          <p:nvSpPr>
            <p:cNvPr id="41013" name="Text Box 36">
              <a:extLst>
                <a:ext uri="{FF2B5EF4-FFF2-40B4-BE49-F238E27FC236}">
                  <a16:creationId xmlns:a16="http://schemas.microsoft.com/office/drawing/2014/main" id="{78344899-2CA6-4204-AC72-85356834D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720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41014" name="Text Box 37">
              <a:extLst>
                <a:ext uri="{FF2B5EF4-FFF2-40B4-BE49-F238E27FC236}">
                  <a16:creationId xmlns:a16="http://schemas.microsoft.com/office/drawing/2014/main" id="{025D68AD-E0E6-48D8-B251-D7673B70EF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2720"/>
              <a:ext cx="28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200">
                <a:latin typeface="Verdana" panose="020B0604030504040204" pitchFamily="34" charset="0"/>
              </a:endParaRPr>
            </a:p>
          </p:txBody>
        </p:sp>
        <p:sp>
          <p:nvSpPr>
            <p:cNvPr id="41015" name="Line 38">
              <a:extLst>
                <a:ext uri="{FF2B5EF4-FFF2-40B4-BE49-F238E27FC236}">
                  <a16:creationId xmlns:a16="http://schemas.microsoft.com/office/drawing/2014/main" id="{9FFDDD14-A0E0-43ED-BFA9-EED0E038E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16" name="Line 39">
              <a:extLst>
                <a:ext uri="{FF2B5EF4-FFF2-40B4-BE49-F238E27FC236}">
                  <a16:creationId xmlns:a16="http://schemas.microsoft.com/office/drawing/2014/main" id="{08CE513F-855C-4EDB-AD96-DB5280DD26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17" name="Line 40">
              <a:extLst>
                <a:ext uri="{FF2B5EF4-FFF2-40B4-BE49-F238E27FC236}">
                  <a16:creationId xmlns:a16="http://schemas.microsoft.com/office/drawing/2014/main" id="{08FB8FF2-BAF7-46CD-ABF5-BFC8A0240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18" name="Line 41">
              <a:extLst>
                <a:ext uri="{FF2B5EF4-FFF2-40B4-BE49-F238E27FC236}">
                  <a16:creationId xmlns:a16="http://schemas.microsoft.com/office/drawing/2014/main" id="{D7434E41-D35A-4E4E-B70B-DB461FCD16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19" name="Line 42">
              <a:extLst>
                <a:ext uri="{FF2B5EF4-FFF2-40B4-BE49-F238E27FC236}">
                  <a16:creationId xmlns:a16="http://schemas.microsoft.com/office/drawing/2014/main" id="{7AE9B878-7F25-4498-BEB0-6A909AC40D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20" name="Line 43">
              <a:extLst>
                <a:ext uri="{FF2B5EF4-FFF2-40B4-BE49-F238E27FC236}">
                  <a16:creationId xmlns:a16="http://schemas.microsoft.com/office/drawing/2014/main" id="{208273C1-06AC-4ED0-A4CA-9F03B1ACB2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21" name="Line 44">
              <a:extLst>
                <a:ext uri="{FF2B5EF4-FFF2-40B4-BE49-F238E27FC236}">
                  <a16:creationId xmlns:a16="http://schemas.microsoft.com/office/drawing/2014/main" id="{511842B4-BFC8-41F6-8666-AC9739424D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022" name="Line 45">
              <a:extLst>
                <a:ext uri="{FF2B5EF4-FFF2-40B4-BE49-F238E27FC236}">
                  <a16:creationId xmlns:a16="http://schemas.microsoft.com/office/drawing/2014/main" id="{BCBC79F1-7AB4-4EA6-BBA6-BEDC0CBAFE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40966" name="Line 46">
            <a:extLst>
              <a:ext uri="{FF2B5EF4-FFF2-40B4-BE49-F238E27FC236}">
                <a16:creationId xmlns:a16="http://schemas.microsoft.com/office/drawing/2014/main" id="{A8AE61E8-8830-4EB0-9FB9-2C8EE2329C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7550" y="4759325"/>
            <a:ext cx="260350" cy="563563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0967" name="Line 47">
            <a:extLst>
              <a:ext uri="{FF2B5EF4-FFF2-40B4-BE49-F238E27FC236}">
                <a16:creationId xmlns:a16="http://schemas.microsoft.com/office/drawing/2014/main" id="{8E9EC89F-F3CB-4AC2-869F-5F45799CDE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7550" y="4822825"/>
            <a:ext cx="854075" cy="1312863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0968" name="Line 48">
            <a:extLst>
              <a:ext uri="{FF2B5EF4-FFF2-40B4-BE49-F238E27FC236}">
                <a16:creationId xmlns:a16="http://schemas.microsoft.com/office/drawing/2014/main" id="{A49677EC-3841-4F36-A24E-F3C531823E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4850" y="4759325"/>
            <a:ext cx="198438" cy="627063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0969" name="Line 49">
            <a:extLst>
              <a:ext uri="{FF2B5EF4-FFF2-40B4-BE49-F238E27FC236}">
                <a16:creationId xmlns:a16="http://schemas.microsoft.com/office/drawing/2014/main" id="{554CB349-8643-4A5B-91AC-D6F37DF15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43513" y="4759325"/>
            <a:ext cx="196850" cy="438150"/>
          </a:xfrm>
          <a:prstGeom prst="line">
            <a:avLst/>
          </a:prstGeom>
          <a:noFill/>
          <a:ln w="22225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0970" name="Oval 50">
            <a:extLst>
              <a:ext uri="{FF2B5EF4-FFF2-40B4-BE49-F238E27FC236}">
                <a16:creationId xmlns:a16="http://schemas.microsoft.com/office/drawing/2014/main" id="{413FA55B-47C3-4D3B-9B0E-6502B6DD4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0175" y="5354638"/>
            <a:ext cx="460375" cy="438150"/>
          </a:xfrm>
          <a:prstGeom prst="ellips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40971" name="Oval 51">
            <a:extLst>
              <a:ext uri="{FF2B5EF4-FFF2-40B4-BE49-F238E27FC236}">
                <a16:creationId xmlns:a16="http://schemas.microsoft.com/office/drawing/2014/main" id="{CDC93130-C358-43E3-B194-8C18C6C2B8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1313" y="4540250"/>
            <a:ext cx="458787" cy="438150"/>
          </a:xfrm>
          <a:prstGeom prst="ellipse">
            <a:avLst/>
          </a:prstGeom>
          <a:noFill/>
          <a:ln w="19050">
            <a:solidFill>
              <a:srgbClr val="00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40972" name="Line 52">
            <a:extLst>
              <a:ext uri="{FF2B5EF4-FFF2-40B4-BE49-F238E27FC236}">
                <a16:creationId xmlns:a16="http://schemas.microsoft.com/office/drawing/2014/main" id="{13C2AD28-869C-43FA-BDB6-29F5284007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08625" y="5699125"/>
            <a:ext cx="460375" cy="312738"/>
          </a:xfrm>
          <a:prstGeom prst="line">
            <a:avLst/>
          </a:prstGeom>
          <a:noFill/>
          <a:ln w="19050">
            <a:solidFill>
              <a:schemeClr val="fol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0973" name="Text Box 53">
            <a:extLst>
              <a:ext uri="{FF2B5EF4-FFF2-40B4-BE49-F238E27FC236}">
                <a16:creationId xmlns:a16="http://schemas.microsoft.com/office/drawing/2014/main" id="{3CD13F91-021B-46A4-A471-2F6A5C693A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738" y="5761038"/>
            <a:ext cx="855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Cheie</a:t>
            </a:r>
            <a:b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</a:b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de </a:t>
            </a:r>
            <a:b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</a:br>
            <a:r>
              <a:rPr lang="ro-RO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ș</a:t>
            </a:r>
            <a:r>
              <a:rPr lang="en-US" altLang="en-US" sz="1200">
                <a:solidFill>
                  <a:schemeClr val="folHlink"/>
                </a:solidFill>
                <a:latin typeface="Verdana" panose="020B0604030504040204" pitchFamily="34" charset="0"/>
              </a:rPr>
              <a:t>ters</a:t>
            </a:r>
          </a:p>
        </p:txBody>
      </p:sp>
      <p:sp>
        <p:nvSpPr>
          <p:cNvPr id="40974" name="Text Box 54">
            <a:extLst>
              <a:ext uri="{FF2B5EF4-FFF2-40B4-BE49-F238E27FC236}">
                <a16:creationId xmlns:a16="http://schemas.microsoft.com/office/drawing/2014/main" id="{AF969879-3784-452D-A4D1-F297949AE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851275"/>
            <a:ext cx="11382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009900"/>
                </a:solidFill>
                <a:latin typeface="Verdana" panose="020B0604030504040204" pitchFamily="34" charset="0"/>
              </a:rPr>
              <a:t>Valoare</a:t>
            </a:r>
            <a:br>
              <a:rPr lang="en-US" altLang="en-US" sz="1200">
                <a:solidFill>
                  <a:srgbClr val="009900"/>
                </a:solidFill>
                <a:latin typeface="Verdana" panose="020B0604030504040204" pitchFamily="34" charset="0"/>
              </a:rPr>
            </a:br>
            <a:r>
              <a:rPr lang="en-US" altLang="en-US" sz="1200">
                <a:solidFill>
                  <a:srgbClr val="009900"/>
                </a:solidFill>
                <a:latin typeface="Verdana" panose="020B0604030504040204" pitchFamily="34" charset="0"/>
              </a:rPr>
              <a:t>Separator</a:t>
            </a:r>
          </a:p>
        </p:txBody>
      </p:sp>
      <p:sp>
        <p:nvSpPr>
          <p:cNvPr id="40975" name="Line 55">
            <a:extLst>
              <a:ext uri="{FF2B5EF4-FFF2-40B4-BE49-F238E27FC236}">
                <a16:creationId xmlns:a16="http://schemas.microsoft.com/office/drawing/2014/main" id="{5A50C0C9-FA7C-46E2-B243-EC66417CA9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786188" y="4259263"/>
            <a:ext cx="458787" cy="436562"/>
          </a:xfrm>
          <a:prstGeom prst="line">
            <a:avLst/>
          </a:prstGeom>
          <a:noFill/>
          <a:ln w="19050">
            <a:solidFill>
              <a:srgbClr val="00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grpSp>
        <p:nvGrpSpPr>
          <p:cNvPr id="40976" name="Group 107">
            <a:extLst>
              <a:ext uri="{FF2B5EF4-FFF2-40B4-BE49-F238E27FC236}">
                <a16:creationId xmlns:a16="http://schemas.microsoft.com/office/drawing/2014/main" id="{286AF980-9455-4988-82E4-64EF64FF3BEA}"/>
              </a:ext>
            </a:extLst>
          </p:cNvPr>
          <p:cNvGrpSpPr>
            <a:grpSpLocks/>
          </p:cNvGrpSpPr>
          <p:nvPr/>
        </p:nvGrpSpPr>
        <p:grpSpPr bwMode="auto">
          <a:xfrm>
            <a:off x="8534400" y="4686300"/>
            <a:ext cx="2819400" cy="1303338"/>
            <a:chOff x="3792" y="2640"/>
            <a:chExt cx="1776" cy="912"/>
          </a:xfrm>
        </p:grpSpPr>
        <p:grpSp>
          <p:nvGrpSpPr>
            <p:cNvPr id="40979" name="Group 70">
              <a:extLst>
                <a:ext uri="{FF2B5EF4-FFF2-40B4-BE49-F238E27FC236}">
                  <a16:creationId xmlns:a16="http://schemas.microsoft.com/office/drawing/2014/main" id="{BFE5EEEF-854B-45A5-AAB5-7AF8243756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73" y="2640"/>
              <a:ext cx="1574" cy="233"/>
              <a:chOff x="2976" y="2680"/>
              <a:chExt cx="1872" cy="296"/>
            </a:xfrm>
          </p:grpSpPr>
          <p:sp>
            <p:nvSpPr>
              <p:cNvPr id="40997" name="Rectangle 71">
                <a:extLst>
                  <a:ext uri="{FF2B5EF4-FFF2-40B4-BE49-F238E27FC236}">
                    <a16:creationId xmlns:a16="http://schemas.microsoft.com/office/drawing/2014/main" id="{6A744F2E-CF1A-4E5A-B1BB-A011BEBD8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0998" name="Text Box 72">
                <a:extLst>
                  <a:ext uri="{FF2B5EF4-FFF2-40B4-BE49-F238E27FC236}">
                    <a16:creationId xmlns:a16="http://schemas.microsoft.com/office/drawing/2014/main" id="{90198449-7A9E-48E5-8704-E130C0BE0E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19"/>
                <a:ext cx="289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27</a:t>
                </a:r>
              </a:p>
            </p:txBody>
          </p:sp>
          <p:sp>
            <p:nvSpPr>
              <p:cNvPr id="40999" name="Text Box 73">
                <a:extLst>
                  <a:ext uri="{FF2B5EF4-FFF2-40B4-BE49-F238E27FC236}">
                    <a16:creationId xmlns:a16="http://schemas.microsoft.com/office/drawing/2014/main" id="{3D04F926-2F40-49EF-AA64-8B51F3039E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719"/>
                <a:ext cx="288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1000" name="Text Box 74">
                <a:extLst>
                  <a:ext uri="{FF2B5EF4-FFF2-40B4-BE49-F238E27FC236}">
                    <a16:creationId xmlns:a16="http://schemas.microsoft.com/office/drawing/2014/main" id="{339049EA-954A-4D02-B13E-0F063E760A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19"/>
                <a:ext cx="289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200">
                  <a:latin typeface="Verdana" panose="020B0604030504040204" pitchFamily="34" charset="0"/>
                </a:endParaRPr>
              </a:p>
            </p:txBody>
          </p:sp>
          <p:sp>
            <p:nvSpPr>
              <p:cNvPr id="41001" name="Text Box 75">
                <a:extLst>
                  <a:ext uri="{FF2B5EF4-FFF2-40B4-BE49-F238E27FC236}">
                    <a16:creationId xmlns:a16="http://schemas.microsoft.com/office/drawing/2014/main" id="{80A741B9-E313-4A36-B7F1-93F4E2EAB8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19"/>
                <a:ext cx="287" cy="2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200">
                  <a:latin typeface="Verdana" panose="020B0604030504040204" pitchFamily="34" charset="0"/>
                </a:endParaRPr>
              </a:p>
            </p:txBody>
          </p:sp>
          <p:sp>
            <p:nvSpPr>
              <p:cNvPr id="41002" name="Line 76">
                <a:extLst>
                  <a:ext uri="{FF2B5EF4-FFF2-40B4-BE49-F238E27FC236}">
                    <a16:creationId xmlns:a16="http://schemas.microsoft.com/office/drawing/2014/main" id="{11509753-C042-4C0F-B67F-01D4FE1E8E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3" name="Line 77">
                <a:extLst>
                  <a:ext uri="{FF2B5EF4-FFF2-40B4-BE49-F238E27FC236}">
                    <a16:creationId xmlns:a16="http://schemas.microsoft.com/office/drawing/2014/main" id="{CB8D5E75-C976-4312-ADD6-FE1D6FA71A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4" name="Line 78">
                <a:extLst>
                  <a:ext uri="{FF2B5EF4-FFF2-40B4-BE49-F238E27FC236}">
                    <a16:creationId xmlns:a16="http://schemas.microsoft.com/office/drawing/2014/main" id="{04FE77EB-8C9F-46DA-938E-9D0CCA169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5" name="Line 79">
                <a:extLst>
                  <a:ext uri="{FF2B5EF4-FFF2-40B4-BE49-F238E27FC236}">
                    <a16:creationId xmlns:a16="http://schemas.microsoft.com/office/drawing/2014/main" id="{AFA5B70C-F3CE-41DA-9A37-F58C1E45A2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6" name="Line 80">
                <a:extLst>
                  <a:ext uri="{FF2B5EF4-FFF2-40B4-BE49-F238E27FC236}">
                    <a16:creationId xmlns:a16="http://schemas.microsoft.com/office/drawing/2014/main" id="{1EC8E1EF-6239-4CE8-9648-CE92BE6B2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7" name="Line 81">
                <a:extLst>
                  <a:ext uri="{FF2B5EF4-FFF2-40B4-BE49-F238E27FC236}">
                    <a16:creationId xmlns:a16="http://schemas.microsoft.com/office/drawing/2014/main" id="{BA95731F-F119-453C-B7A8-DDFA6BF058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8" name="Line 82">
                <a:extLst>
                  <a:ext uri="{FF2B5EF4-FFF2-40B4-BE49-F238E27FC236}">
                    <a16:creationId xmlns:a16="http://schemas.microsoft.com/office/drawing/2014/main" id="{CF234DC0-87AC-4629-82E0-A20D40EEC0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1009" name="Line 83">
                <a:extLst>
                  <a:ext uri="{FF2B5EF4-FFF2-40B4-BE49-F238E27FC236}">
                    <a16:creationId xmlns:a16="http://schemas.microsoft.com/office/drawing/2014/main" id="{44334132-EFE7-4396-A720-D445F26D94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0980" name="Line 84">
              <a:extLst>
                <a:ext uri="{FF2B5EF4-FFF2-40B4-BE49-F238E27FC236}">
                  <a16:creationId xmlns:a16="http://schemas.microsoft.com/office/drawing/2014/main" id="{2AE962BB-1C31-443B-9AED-583B40DBFC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753"/>
              <a:ext cx="161" cy="3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0981" name="Line 85">
              <a:extLst>
                <a:ext uri="{FF2B5EF4-FFF2-40B4-BE49-F238E27FC236}">
                  <a16:creationId xmlns:a16="http://schemas.microsoft.com/office/drawing/2014/main" id="{C647C228-CD24-4138-B791-1F3831456A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94" y="2753"/>
              <a:ext cx="282" cy="566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0982" name="Line 86">
              <a:extLst>
                <a:ext uri="{FF2B5EF4-FFF2-40B4-BE49-F238E27FC236}">
                  <a16:creationId xmlns:a16="http://schemas.microsoft.com/office/drawing/2014/main" id="{3C205014-1514-4568-8A89-11C80A537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" y="2753"/>
              <a:ext cx="161" cy="26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0983" name="Group 88">
              <a:extLst>
                <a:ext uri="{FF2B5EF4-FFF2-40B4-BE49-F238E27FC236}">
                  <a16:creationId xmlns:a16="http://schemas.microsoft.com/office/drawing/2014/main" id="{34CCCEB6-8F16-4C70-BB15-06B45EEC57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94" y="3319"/>
              <a:ext cx="1574" cy="233"/>
              <a:chOff x="2976" y="2680"/>
              <a:chExt cx="1872" cy="296"/>
            </a:xfrm>
          </p:grpSpPr>
          <p:sp>
            <p:nvSpPr>
              <p:cNvPr id="40984" name="Rectangle 89">
                <a:extLst>
                  <a:ext uri="{FF2B5EF4-FFF2-40B4-BE49-F238E27FC236}">
                    <a16:creationId xmlns:a16="http://schemas.microsoft.com/office/drawing/2014/main" id="{6402073F-8E50-4632-A301-F1F6044DF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0985" name="Text Box 90">
                <a:extLst>
                  <a:ext uri="{FF2B5EF4-FFF2-40B4-BE49-F238E27FC236}">
                    <a16:creationId xmlns:a16="http://schemas.microsoft.com/office/drawing/2014/main" id="{E0790784-F766-44FF-B401-A6D53EBBD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88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14</a:t>
                </a:r>
              </a:p>
            </p:txBody>
          </p:sp>
          <p:sp>
            <p:nvSpPr>
              <p:cNvPr id="40986" name="Text Box 91">
                <a:extLst>
                  <a:ext uri="{FF2B5EF4-FFF2-40B4-BE49-F238E27FC236}">
                    <a16:creationId xmlns:a16="http://schemas.microsoft.com/office/drawing/2014/main" id="{7B98F6A2-9A57-4BEF-AC41-DA185CB4A4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1" y="2718"/>
                <a:ext cx="287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12</a:t>
                </a:r>
              </a:p>
            </p:txBody>
          </p:sp>
          <p:sp>
            <p:nvSpPr>
              <p:cNvPr id="40987" name="Text Box 92">
                <a:extLst>
                  <a:ext uri="{FF2B5EF4-FFF2-40B4-BE49-F238E27FC236}">
                    <a16:creationId xmlns:a16="http://schemas.microsoft.com/office/drawing/2014/main" id="{1A5F8B40-7C54-4531-8273-86F1882461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18"/>
                <a:ext cx="287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0988" name="Text Box 93">
                <a:extLst>
                  <a:ext uri="{FF2B5EF4-FFF2-40B4-BE49-F238E27FC236}">
                    <a16:creationId xmlns:a16="http://schemas.microsoft.com/office/drawing/2014/main" id="{069EEE31-A445-45AA-BB10-8657CB888A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18"/>
                <a:ext cx="288" cy="2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200"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0989" name="Line 94">
                <a:extLst>
                  <a:ext uri="{FF2B5EF4-FFF2-40B4-BE49-F238E27FC236}">
                    <a16:creationId xmlns:a16="http://schemas.microsoft.com/office/drawing/2014/main" id="{B92473FC-1FF5-4B98-893B-1D2B3085E9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0" name="Line 95">
                <a:extLst>
                  <a:ext uri="{FF2B5EF4-FFF2-40B4-BE49-F238E27FC236}">
                    <a16:creationId xmlns:a16="http://schemas.microsoft.com/office/drawing/2014/main" id="{1066B00C-B7C7-4ED3-86AB-28336606D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1" name="Line 96">
                <a:extLst>
                  <a:ext uri="{FF2B5EF4-FFF2-40B4-BE49-F238E27FC236}">
                    <a16:creationId xmlns:a16="http://schemas.microsoft.com/office/drawing/2014/main" id="{EEB22F35-A2FE-4081-8CCC-5265D679F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2" name="Line 97">
                <a:extLst>
                  <a:ext uri="{FF2B5EF4-FFF2-40B4-BE49-F238E27FC236}">
                    <a16:creationId xmlns:a16="http://schemas.microsoft.com/office/drawing/2014/main" id="{536F39C2-A0CA-4AEA-B910-130B2E678D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3" name="Line 98">
                <a:extLst>
                  <a:ext uri="{FF2B5EF4-FFF2-40B4-BE49-F238E27FC236}">
                    <a16:creationId xmlns:a16="http://schemas.microsoft.com/office/drawing/2014/main" id="{37EDB072-08E9-47FA-A2E2-87C11AEE71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4" name="Line 99">
                <a:extLst>
                  <a:ext uri="{FF2B5EF4-FFF2-40B4-BE49-F238E27FC236}">
                    <a16:creationId xmlns:a16="http://schemas.microsoft.com/office/drawing/2014/main" id="{61330A20-213B-4F4A-BA3B-190F728FC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5" name="Line 100">
                <a:extLst>
                  <a:ext uri="{FF2B5EF4-FFF2-40B4-BE49-F238E27FC236}">
                    <a16:creationId xmlns:a16="http://schemas.microsoft.com/office/drawing/2014/main" id="{4D563A17-F06D-428F-ADC2-8E3A330C24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0996" name="Line 101">
                <a:extLst>
                  <a:ext uri="{FF2B5EF4-FFF2-40B4-BE49-F238E27FC236}">
                    <a16:creationId xmlns:a16="http://schemas.microsoft.com/office/drawing/2014/main" id="{8C663277-05BF-43CD-B765-4DBD427DA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sp>
        <p:nvSpPr>
          <p:cNvPr id="40977" name="Line 105">
            <a:extLst>
              <a:ext uri="{FF2B5EF4-FFF2-40B4-BE49-F238E27FC236}">
                <a16:creationId xmlns:a16="http://schemas.microsoft.com/office/drawing/2014/main" id="{3ACD751F-85EE-48CC-BB94-8A4019549A1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5227638"/>
            <a:ext cx="762000" cy="0"/>
          </a:xfrm>
          <a:prstGeom prst="line">
            <a:avLst/>
          </a:prstGeom>
          <a:noFill/>
          <a:ln w="19050">
            <a:solidFill>
              <a:schemeClr val="hlink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89" name="Rectangle 2">
            <a:extLst>
              <a:ext uri="{FF2B5EF4-FFF2-40B4-BE49-F238E27FC236}">
                <a16:creationId xmlns:a16="http://schemas.microsoft.com/office/drawing/2014/main" id="{B47ADA79-1760-413D-9022-1F5D441EA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43">
            <a:extLst>
              <a:ext uri="{FF2B5EF4-FFF2-40B4-BE49-F238E27FC236}">
                <a16:creationId xmlns:a16="http://schemas.microsoft.com/office/drawing/2014/main" id="{D208E2B4-A2AC-4ADB-AF45-2E7D70A21E4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2215" name="Group 22">
              <a:extLst>
                <a:ext uri="{FF2B5EF4-FFF2-40B4-BE49-F238E27FC236}">
                  <a16:creationId xmlns:a16="http://schemas.microsoft.com/office/drawing/2014/main" id="{C1F07A50-3C45-4685-B875-961201310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2411" name="Rectangle 23">
                <a:extLst>
                  <a:ext uri="{FF2B5EF4-FFF2-40B4-BE49-F238E27FC236}">
                    <a16:creationId xmlns:a16="http://schemas.microsoft.com/office/drawing/2014/main" id="{8AE0636C-1305-4FB6-AA3E-63DE38D20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12" name="Text Box 24">
                <a:extLst>
                  <a:ext uri="{FF2B5EF4-FFF2-40B4-BE49-F238E27FC236}">
                    <a16:creationId xmlns:a16="http://schemas.microsoft.com/office/drawing/2014/main" id="{F316DBDE-0D46-4227-A2A1-61F4DDC037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2413" name="Text Box 25">
                <a:extLst>
                  <a:ext uri="{FF2B5EF4-FFF2-40B4-BE49-F238E27FC236}">
                    <a16:creationId xmlns:a16="http://schemas.microsoft.com/office/drawing/2014/main" id="{A88C1020-92DD-42E4-8AC3-70EDFAB73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21</a:t>
                </a:r>
              </a:p>
            </p:txBody>
          </p:sp>
          <p:sp>
            <p:nvSpPr>
              <p:cNvPr id="42414" name="Text Box 26">
                <a:extLst>
                  <a:ext uri="{FF2B5EF4-FFF2-40B4-BE49-F238E27FC236}">
                    <a16:creationId xmlns:a16="http://schemas.microsoft.com/office/drawing/2014/main" id="{154CFA4C-3BE1-4CCF-B9E3-96BB2E4A8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15" name="Text Box 27">
                <a:extLst>
                  <a:ext uri="{FF2B5EF4-FFF2-40B4-BE49-F238E27FC236}">
                    <a16:creationId xmlns:a16="http://schemas.microsoft.com/office/drawing/2014/main" id="{DB2A71AC-B995-4254-8EED-9196868FB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16" name="Line 28">
                <a:extLst>
                  <a:ext uri="{FF2B5EF4-FFF2-40B4-BE49-F238E27FC236}">
                    <a16:creationId xmlns:a16="http://schemas.microsoft.com/office/drawing/2014/main" id="{BF696EF1-41CB-47C9-A7D7-48F0B2834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7" name="Line 29">
                <a:extLst>
                  <a:ext uri="{FF2B5EF4-FFF2-40B4-BE49-F238E27FC236}">
                    <a16:creationId xmlns:a16="http://schemas.microsoft.com/office/drawing/2014/main" id="{A939509A-1DB4-4672-A838-34F5C98DC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8" name="Line 30">
                <a:extLst>
                  <a:ext uri="{FF2B5EF4-FFF2-40B4-BE49-F238E27FC236}">
                    <a16:creationId xmlns:a16="http://schemas.microsoft.com/office/drawing/2014/main" id="{AE97868E-48E1-4A86-A5E8-7003AF855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9" name="Line 31">
                <a:extLst>
                  <a:ext uri="{FF2B5EF4-FFF2-40B4-BE49-F238E27FC236}">
                    <a16:creationId xmlns:a16="http://schemas.microsoft.com/office/drawing/2014/main" id="{83E649B5-9BDE-4B1A-8A2F-EC5306395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0" name="Line 32">
                <a:extLst>
                  <a:ext uri="{FF2B5EF4-FFF2-40B4-BE49-F238E27FC236}">
                    <a16:creationId xmlns:a16="http://schemas.microsoft.com/office/drawing/2014/main" id="{3C7DD701-9DD4-431F-9FC6-4BDB08175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1" name="Line 33">
                <a:extLst>
                  <a:ext uri="{FF2B5EF4-FFF2-40B4-BE49-F238E27FC236}">
                    <a16:creationId xmlns:a16="http://schemas.microsoft.com/office/drawing/2014/main" id="{4A54CE07-C54A-4DCB-A288-992B70B8A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2" name="Line 34">
                <a:extLst>
                  <a:ext uri="{FF2B5EF4-FFF2-40B4-BE49-F238E27FC236}">
                    <a16:creationId xmlns:a16="http://schemas.microsoft.com/office/drawing/2014/main" id="{E984CD5E-35E9-48FE-B7C1-ECE9D2779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3" name="Line 35">
                <a:extLst>
                  <a:ext uri="{FF2B5EF4-FFF2-40B4-BE49-F238E27FC236}">
                    <a16:creationId xmlns:a16="http://schemas.microsoft.com/office/drawing/2014/main" id="{B7FFB6DE-138A-4B62-8FAE-F54BF6C8B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6" name="Group 36">
              <a:extLst>
                <a:ext uri="{FF2B5EF4-FFF2-40B4-BE49-F238E27FC236}">
                  <a16:creationId xmlns:a16="http://schemas.microsoft.com/office/drawing/2014/main" id="{30A92766-3053-40AC-B34B-BB10ABDCB8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2398" name="Rectangle 37">
                <a:extLst>
                  <a:ext uri="{FF2B5EF4-FFF2-40B4-BE49-F238E27FC236}">
                    <a16:creationId xmlns:a16="http://schemas.microsoft.com/office/drawing/2014/main" id="{970691DE-6FB8-46D4-828E-BDFBF4D62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99" name="Text Box 38">
                <a:extLst>
                  <a:ext uri="{FF2B5EF4-FFF2-40B4-BE49-F238E27FC236}">
                    <a16:creationId xmlns:a16="http://schemas.microsoft.com/office/drawing/2014/main" id="{94B88D2D-07DB-4CAB-8F90-FFB610D5CA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2400" name="Text Box 39">
                <a:extLst>
                  <a:ext uri="{FF2B5EF4-FFF2-40B4-BE49-F238E27FC236}">
                    <a16:creationId xmlns:a16="http://schemas.microsoft.com/office/drawing/2014/main" id="{4970010E-323F-4FA5-87A7-BE45C05D85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2401" name="Text Box 40">
                <a:extLst>
                  <a:ext uri="{FF2B5EF4-FFF2-40B4-BE49-F238E27FC236}">
                    <a16:creationId xmlns:a16="http://schemas.microsoft.com/office/drawing/2014/main" id="{1F717258-9D70-4E7B-8491-E05A90B5C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2402" name="Text Box 41">
                <a:extLst>
                  <a:ext uri="{FF2B5EF4-FFF2-40B4-BE49-F238E27FC236}">
                    <a16:creationId xmlns:a16="http://schemas.microsoft.com/office/drawing/2014/main" id="{6C6A2C69-2824-4F3F-895D-3C2071612F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03" name="Line 42">
                <a:extLst>
                  <a:ext uri="{FF2B5EF4-FFF2-40B4-BE49-F238E27FC236}">
                    <a16:creationId xmlns:a16="http://schemas.microsoft.com/office/drawing/2014/main" id="{B9EFB68E-0E2A-4E1F-869F-137968DAD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4" name="Line 43">
                <a:extLst>
                  <a:ext uri="{FF2B5EF4-FFF2-40B4-BE49-F238E27FC236}">
                    <a16:creationId xmlns:a16="http://schemas.microsoft.com/office/drawing/2014/main" id="{B7E54B78-0B26-4E71-83BA-EB5B311F0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5" name="Line 44">
                <a:extLst>
                  <a:ext uri="{FF2B5EF4-FFF2-40B4-BE49-F238E27FC236}">
                    <a16:creationId xmlns:a16="http://schemas.microsoft.com/office/drawing/2014/main" id="{EB4675EB-8FD9-4204-8B2B-9DC51191A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6" name="Line 45">
                <a:extLst>
                  <a:ext uri="{FF2B5EF4-FFF2-40B4-BE49-F238E27FC236}">
                    <a16:creationId xmlns:a16="http://schemas.microsoft.com/office/drawing/2014/main" id="{1FD92913-51A5-48E4-8EC1-F7C308E90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7" name="Line 46">
                <a:extLst>
                  <a:ext uri="{FF2B5EF4-FFF2-40B4-BE49-F238E27FC236}">
                    <a16:creationId xmlns:a16="http://schemas.microsoft.com/office/drawing/2014/main" id="{2208711B-8C22-4ADF-9B70-E112B23BF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8" name="Line 47">
                <a:extLst>
                  <a:ext uri="{FF2B5EF4-FFF2-40B4-BE49-F238E27FC236}">
                    <a16:creationId xmlns:a16="http://schemas.microsoft.com/office/drawing/2014/main" id="{AE219C9C-7C88-4431-B6BF-91B9FC47E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9" name="Line 48">
                <a:extLst>
                  <a:ext uri="{FF2B5EF4-FFF2-40B4-BE49-F238E27FC236}">
                    <a16:creationId xmlns:a16="http://schemas.microsoft.com/office/drawing/2014/main" id="{7301C820-0234-4273-A9EB-50620D045B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0" name="Line 49">
                <a:extLst>
                  <a:ext uri="{FF2B5EF4-FFF2-40B4-BE49-F238E27FC236}">
                    <a16:creationId xmlns:a16="http://schemas.microsoft.com/office/drawing/2014/main" id="{EC6C2511-C6E2-449B-88A2-17D7BC270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7" name="Group 50">
              <a:extLst>
                <a:ext uri="{FF2B5EF4-FFF2-40B4-BE49-F238E27FC236}">
                  <a16:creationId xmlns:a16="http://schemas.microsoft.com/office/drawing/2014/main" id="{05EC0BA2-EE12-4CFB-8180-27E5E9DBA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2385" name="Rectangle 51">
                <a:extLst>
                  <a:ext uri="{FF2B5EF4-FFF2-40B4-BE49-F238E27FC236}">
                    <a16:creationId xmlns:a16="http://schemas.microsoft.com/office/drawing/2014/main" id="{9ED6701A-40EB-45A2-87B7-41372E1C7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86" name="Text Box 52">
                <a:extLst>
                  <a:ext uri="{FF2B5EF4-FFF2-40B4-BE49-F238E27FC236}">
                    <a16:creationId xmlns:a16="http://schemas.microsoft.com/office/drawing/2014/main" id="{17557405-B86E-4235-A220-5063AD0E4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2387" name="Text Box 53">
                <a:extLst>
                  <a:ext uri="{FF2B5EF4-FFF2-40B4-BE49-F238E27FC236}">
                    <a16:creationId xmlns:a16="http://schemas.microsoft.com/office/drawing/2014/main" id="{DEC93BAF-5472-473E-AB0A-27FC452CD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2388" name="Text Box 54">
                <a:extLst>
                  <a:ext uri="{FF2B5EF4-FFF2-40B4-BE49-F238E27FC236}">
                    <a16:creationId xmlns:a16="http://schemas.microsoft.com/office/drawing/2014/main" id="{23CBC5EC-B602-4749-B140-64EC1728EE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89" name="Text Box 55">
                <a:extLst>
                  <a:ext uri="{FF2B5EF4-FFF2-40B4-BE49-F238E27FC236}">
                    <a16:creationId xmlns:a16="http://schemas.microsoft.com/office/drawing/2014/main" id="{2108883D-1B61-46B8-BC0B-20F0A6BF2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90" name="Line 56">
                <a:extLst>
                  <a:ext uri="{FF2B5EF4-FFF2-40B4-BE49-F238E27FC236}">
                    <a16:creationId xmlns:a16="http://schemas.microsoft.com/office/drawing/2014/main" id="{0513723F-6AD6-48C7-A48E-8C78AFB2D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1" name="Line 57">
                <a:extLst>
                  <a:ext uri="{FF2B5EF4-FFF2-40B4-BE49-F238E27FC236}">
                    <a16:creationId xmlns:a16="http://schemas.microsoft.com/office/drawing/2014/main" id="{23F3DD39-331E-46BA-B9A2-911000B1E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2" name="Line 58">
                <a:extLst>
                  <a:ext uri="{FF2B5EF4-FFF2-40B4-BE49-F238E27FC236}">
                    <a16:creationId xmlns:a16="http://schemas.microsoft.com/office/drawing/2014/main" id="{B64E8EDE-743D-418F-967F-4169A4564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3" name="Line 59">
                <a:extLst>
                  <a:ext uri="{FF2B5EF4-FFF2-40B4-BE49-F238E27FC236}">
                    <a16:creationId xmlns:a16="http://schemas.microsoft.com/office/drawing/2014/main" id="{8AD88552-29E0-4863-ACDA-59EE5EBBE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4" name="Line 60">
                <a:extLst>
                  <a:ext uri="{FF2B5EF4-FFF2-40B4-BE49-F238E27FC236}">
                    <a16:creationId xmlns:a16="http://schemas.microsoft.com/office/drawing/2014/main" id="{4BC933A2-F15A-426F-94F8-14BEE18A4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5" name="Line 61">
                <a:extLst>
                  <a:ext uri="{FF2B5EF4-FFF2-40B4-BE49-F238E27FC236}">
                    <a16:creationId xmlns:a16="http://schemas.microsoft.com/office/drawing/2014/main" id="{6E9E0626-8F4A-455D-BDB5-20FEFAAF8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6" name="Line 62">
                <a:extLst>
                  <a:ext uri="{FF2B5EF4-FFF2-40B4-BE49-F238E27FC236}">
                    <a16:creationId xmlns:a16="http://schemas.microsoft.com/office/drawing/2014/main" id="{EB894672-FC3C-4CF7-8AB3-4083F9D45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7" name="Line 63">
                <a:extLst>
                  <a:ext uri="{FF2B5EF4-FFF2-40B4-BE49-F238E27FC236}">
                    <a16:creationId xmlns:a16="http://schemas.microsoft.com/office/drawing/2014/main" id="{2A1549E0-0633-44E1-B3A1-770ADF6C4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8" name="Group 65">
              <a:extLst>
                <a:ext uri="{FF2B5EF4-FFF2-40B4-BE49-F238E27FC236}">
                  <a16:creationId xmlns:a16="http://schemas.microsoft.com/office/drawing/2014/main" id="{4D54FE3A-F3C9-4C72-81D2-F5DAD16C1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2372" name="Rectangle 66">
                <a:extLst>
                  <a:ext uri="{FF2B5EF4-FFF2-40B4-BE49-F238E27FC236}">
                    <a16:creationId xmlns:a16="http://schemas.microsoft.com/office/drawing/2014/main" id="{91591AB2-233B-4150-AE24-B41347DD0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73" name="Text Box 67">
                <a:extLst>
                  <a:ext uri="{FF2B5EF4-FFF2-40B4-BE49-F238E27FC236}">
                    <a16:creationId xmlns:a16="http://schemas.microsoft.com/office/drawing/2014/main" id="{A7F4C664-33ED-4939-8757-1E44C7A6CF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2374" name="Text Box 68">
                <a:extLst>
                  <a:ext uri="{FF2B5EF4-FFF2-40B4-BE49-F238E27FC236}">
                    <a16:creationId xmlns:a16="http://schemas.microsoft.com/office/drawing/2014/main" id="{3F711289-6715-442B-AF0D-3F3D9E2A5E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2375" name="Text Box 69">
                <a:extLst>
                  <a:ext uri="{FF2B5EF4-FFF2-40B4-BE49-F238E27FC236}">
                    <a16:creationId xmlns:a16="http://schemas.microsoft.com/office/drawing/2014/main" id="{A6175E92-495B-4211-A62B-6BB7E0A269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76" name="Text Box 70">
                <a:extLst>
                  <a:ext uri="{FF2B5EF4-FFF2-40B4-BE49-F238E27FC236}">
                    <a16:creationId xmlns:a16="http://schemas.microsoft.com/office/drawing/2014/main" id="{1468A355-0F33-4A28-B4B2-43497CA420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77" name="Line 71">
                <a:extLst>
                  <a:ext uri="{FF2B5EF4-FFF2-40B4-BE49-F238E27FC236}">
                    <a16:creationId xmlns:a16="http://schemas.microsoft.com/office/drawing/2014/main" id="{C4BE91B3-C6A4-4B61-81E0-A8BD75FDD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8" name="Line 72">
                <a:extLst>
                  <a:ext uri="{FF2B5EF4-FFF2-40B4-BE49-F238E27FC236}">
                    <a16:creationId xmlns:a16="http://schemas.microsoft.com/office/drawing/2014/main" id="{A1FEE642-95B5-45DC-8A79-A276DBE3D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9" name="Line 73">
                <a:extLst>
                  <a:ext uri="{FF2B5EF4-FFF2-40B4-BE49-F238E27FC236}">
                    <a16:creationId xmlns:a16="http://schemas.microsoft.com/office/drawing/2014/main" id="{B3AD289A-6844-4CAE-8BD5-76F1E4EC9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0" name="Line 74">
                <a:extLst>
                  <a:ext uri="{FF2B5EF4-FFF2-40B4-BE49-F238E27FC236}">
                    <a16:creationId xmlns:a16="http://schemas.microsoft.com/office/drawing/2014/main" id="{46D27CCB-8C90-4B84-B458-E18064F31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1" name="Line 75">
                <a:extLst>
                  <a:ext uri="{FF2B5EF4-FFF2-40B4-BE49-F238E27FC236}">
                    <a16:creationId xmlns:a16="http://schemas.microsoft.com/office/drawing/2014/main" id="{A72D153E-C145-4E74-B77F-6300782FB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2" name="Line 76">
                <a:extLst>
                  <a:ext uri="{FF2B5EF4-FFF2-40B4-BE49-F238E27FC236}">
                    <a16:creationId xmlns:a16="http://schemas.microsoft.com/office/drawing/2014/main" id="{F03FBEA9-CBC9-43FE-9757-D4D1AD0D3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3" name="Line 77">
                <a:extLst>
                  <a:ext uri="{FF2B5EF4-FFF2-40B4-BE49-F238E27FC236}">
                    <a16:creationId xmlns:a16="http://schemas.microsoft.com/office/drawing/2014/main" id="{FF972D02-6173-46CB-ACE3-E3283EA45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4" name="Line 78">
                <a:extLst>
                  <a:ext uri="{FF2B5EF4-FFF2-40B4-BE49-F238E27FC236}">
                    <a16:creationId xmlns:a16="http://schemas.microsoft.com/office/drawing/2014/main" id="{2ECDE33B-74FD-4ECB-8756-2B017E3A8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9" name="Group 93">
              <a:extLst>
                <a:ext uri="{FF2B5EF4-FFF2-40B4-BE49-F238E27FC236}">
                  <a16:creationId xmlns:a16="http://schemas.microsoft.com/office/drawing/2014/main" id="{4010FBF8-AFFA-4E2B-A0A6-AE94C7031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2359" name="Rectangle 94">
                <a:extLst>
                  <a:ext uri="{FF2B5EF4-FFF2-40B4-BE49-F238E27FC236}">
                    <a16:creationId xmlns:a16="http://schemas.microsoft.com/office/drawing/2014/main" id="{C1B9B39A-B2D8-45D2-A2AE-985AB055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60" name="Text Box 95">
                <a:extLst>
                  <a:ext uri="{FF2B5EF4-FFF2-40B4-BE49-F238E27FC236}">
                    <a16:creationId xmlns:a16="http://schemas.microsoft.com/office/drawing/2014/main" id="{E55988DC-25EB-4C9E-B381-3D8CF007FD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2361" name="Text Box 96">
                <a:extLst>
                  <a:ext uri="{FF2B5EF4-FFF2-40B4-BE49-F238E27FC236}">
                    <a16:creationId xmlns:a16="http://schemas.microsoft.com/office/drawing/2014/main" id="{D4AF82C0-8F15-4260-8E0E-6646580EB0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2362" name="Text Box 97">
                <a:extLst>
                  <a:ext uri="{FF2B5EF4-FFF2-40B4-BE49-F238E27FC236}">
                    <a16:creationId xmlns:a16="http://schemas.microsoft.com/office/drawing/2014/main" id="{82DAF496-78C7-4840-A487-A46BF3FEE8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63" name="Text Box 98">
                <a:extLst>
                  <a:ext uri="{FF2B5EF4-FFF2-40B4-BE49-F238E27FC236}">
                    <a16:creationId xmlns:a16="http://schemas.microsoft.com/office/drawing/2014/main" id="{E91D5873-04B0-4A9A-A0DD-BCE74CD79C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64" name="Line 99">
                <a:extLst>
                  <a:ext uri="{FF2B5EF4-FFF2-40B4-BE49-F238E27FC236}">
                    <a16:creationId xmlns:a16="http://schemas.microsoft.com/office/drawing/2014/main" id="{C2965546-0262-485D-908A-FD193CC66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5" name="Line 100">
                <a:extLst>
                  <a:ext uri="{FF2B5EF4-FFF2-40B4-BE49-F238E27FC236}">
                    <a16:creationId xmlns:a16="http://schemas.microsoft.com/office/drawing/2014/main" id="{021B0CD0-2696-4E84-9F9B-F9F8BAB9D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6" name="Line 101">
                <a:extLst>
                  <a:ext uri="{FF2B5EF4-FFF2-40B4-BE49-F238E27FC236}">
                    <a16:creationId xmlns:a16="http://schemas.microsoft.com/office/drawing/2014/main" id="{BA5E432D-D10A-4DAF-9073-C369144CD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7" name="Line 102">
                <a:extLst>
                  <a:ext uri="{FF2B5EF4-FFF2-40B4-BE49-F238E27FC236}">
                    <a16:creationId xmlns:a16="http://schemas.microsoft.com/office/drawing/2014/main" id="{AC4FBF71-4CF3-419E-B525-830C30C72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8" name="Line 103">
                <a:extLst>
                  <a:ext uri="{FF2B5EF4-FFF2-40B4-BE49-F238E27FC236}">
                    <a16:creationId xmlns:a16="http://schemas.microsoft.com/office/drawing/2014/main" id="{C556A998-9F46-43D7-A921-9AAB3B847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9" name="Line 104">
                <a:extLst>
                  <a:ext uri="{FF2B5EF4-FFF2-40B4-BE49-F238E27FC236}">
                    <a16:creationId xmlns:a16="http://schemas.microsoft.com/office/drawing/2014/main" id="{5CDC8DA7-73BA-4150-9349-254D4A2D8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0" name="Line 105">
                <a:extLst>
                  <a:ext uri="{FF2B5EF4-FFF2-40B4-BE49-F238E27FC236}">
                    <a16:creationId xmlns:a16="http://schemas.microsoft.com/office/drawing/2014/main" id="{B769B664-81C3-41D1-A358-A8E518059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1" name="Line 106">
                <a:extLst>
                  <a:ext uri="{FF2B5EF4-FFF2-40B4-BE49-F238E27FC236}">
                    <a16:creationId xmlns:a16="http://schemas.microsoft.com/office/drawing/2014/main" id="{E6EE34F6-2F8F-4E0A-A869-B80084C50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0" name="Group 121">
              <a:extLst>
                <a:ext uri="{FF2B5EF4-FFF2-40B4-BE49-F238E27FC236}">
                  <a16:creationId xmlns:a16="http://schemas.microsoft.com/office/drawing/2014/main" id="{30DF443B-AAC2-40D0-B540-409FCB305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2346" name="Rectangle 122">
                <a:extLst>
                  <a:ext uri="{FF2B5EF4-FFF2-40B4-BE49-F238E27FC236}">
                    <a16:creationId xmlns:a16="http://schemas.microsoft.com/office/drawing/2014/main" id="{E5584754-9A91-48EC-BC3C-348EAC21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47" name="Text Box 123">
                <a:extLst>
                  <a:ext uri="{FF2B5EF4-FFF2-40B4-BE49-F238E27FC236}">
                    <a16:creationId xmlns:a16="http://schemas.microsoft.com/office/drawing/2014/main" id="{77ACEA27-C202-49CF-A5AC-BDCFA5AB71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2348" name="Text Box 124">
                <a:extLst>
                  <a:ext uri="{FF2B5EF4-FFF2-40B4-BE49-F238E27FC236}">
                    <a16:creationId xmlns:a16="http://schemas.microsoft.com/office/drawing/2014/main" id="{3FAF9D5E-CC82-4F74-90C6-4C303F14D2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2349" name="Text Box 125">
                <a:extLst>
                  <a:ext uri="{FF2B5EF4-FFF2-40B4-BE49-F238E27FC236}">
                    <a16:creationId xmlns:a16="http://schemas.microsoft.com/office/drawing/2014/main" id="{E9AF8CE3-AB8A-4D4E-9DF9-8DB63C765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50" name="Text Box 126">
                <a:extLst>
                  <a:ext uri="{FF2B5EF4-FFF2-40B4-BE49-F238E27FC236}">
                    <a16:creationId xmlns:a16="http://schemas.microsoft.com/office/drawing/2014/main" id="{2269EE9D-58A3-40ED-823C-439EAFE6C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51" name="Line 127">
                <a:extLst>
                  <a:ext uri="{FF2B5EF4-FFF2-40B4-BE49-F238E27FC236}">
                    <a16:creationId xmlns:a16="http://schemas.microsoft.com/office/drawing/2014/main" id="{3C72CF00-FBD6-435F-847A-65D10D92E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2" name="Line 128">
                <a:extLst>
                  <a:ext uri="{FF2B5EF4-FFF2-40B4-BE49-F238E27FC236}">
                    <a16:creationId xmlns:a16="http://schemas.microsoft.com/office/drawing/2014/main" id="{86DEA8D4-B749-4FB6-B7A8-747203455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3" name="Line 129">
                <a:extLst>
                  <a:ext uri="{FF2B5EF4-FFF2-40B4-BE49-F238E27FC236}">
                    <a16:creationId xmlns:a16="http://schemas.microsoft.com/office/drawing/2014/main" id="{02A1F855-FB49-4F3E-9D69-C4B8B7773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4" name="Line 130">
                <a:extLst>
                  <a:ext uri="{FF2B5EF4-FFF2-40B4-BE49-F238E27FC236}">
                    <a16:creationId xmlns:a16="http://schemas.microsoft.com/office/drawing/2014/main" id="{E99E8B4C-07A0-4277-88B0-836549813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5" name="Line 131">
                <a:extLst>
                  <a:ext uri="{FF2B5EF4-FFF2-40B4-BE49-F238E27FC236}">
                    <a16:creationId xmlns:a16="http://schemas.microsoft.com/office/drawing/2014/main" id="{B1A8505F-1A69-4ABB-A602-04E4C01C3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6" name="Line 132">
                <a:extLst>
                  <a:ext uri="{FF2B5EF4-FFF2-40B4-BE49-F238E27FC236}">
                    <a16:creationId xmlns:a16="http://schemas.microsoft.com/office/drawing/2014/main" id="{F029FBDC-236F-4E31-8940-759E0D487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7" name="Line 133">
                <a:extLst>
                  <a:ext uri="{FF2B5EF4-FFF2-40B4-BE49-F238E27FC236}">
                    <a16:creationId xmlns:a16="http://schemas.microsoft.com/office/drawing/2014/main" id="{7B2A0496-6653-4301-A417-3DDAF57D5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8" name="Line 134">
                <a:extLst>
                  <a:ext uri="{FF2B5EF4-FFF2-40B4-BE49-F238E27FC236}">
                    <a16:creationId xmlns:a16="http://schemas.microsoft.com/office/drawing/2014/main" id="{A451F027-F292-4F45-81A4-143AB0E30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1" name="Group 163">
              <a:extLst>
                <a:ext uri="{FF2B5EF4-FFF2-40B4-BE49-F238E27FC236}">
                  <a16:creationId xmlns:a16="http://schemas.microsoft.com/office/drawing/2014/main" id="{DBB55A91-3125-443A-976F-BF50873DE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2333" name="Rectangle 164">
                <a:extLst>
                  <a:ext uri="{FF2B5EF4-FFF2-40B4-BE49-F238E27FC236}">
                    <a16:creationId xmlns:a16="http://schemas.microsoft.com/office/drawing/2014/main" id="{4C9C7A27-3CFA-469F-A61E-19673460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34" name="Text Box 165">
                <a:extLst>
                  <a:ext uri="{FF2B5EF4-FFF2-40B4-BE49-F238E27FC236}">
                    <a16:creationId xmlns:a16="http://schemas.microsoft.com/office/drawing/2014/main" id="{9E35E033-1DED-48F9-BD5A-01C4F66CD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2335" name="Text Box 166">
                <a:extLst>
                  <a:ext uri="{FF2B5EF4-FFF2-40B4-BE49-F238E27FC236}">
                    <a16:creationId xmlns:a16="http://schemas.microsoft.com/office/drawing/2014/main" id="{28209D96-AB7C-48B4-8195-AE4DED73BA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2336" name="Text Box 167">
                <a:extLst>
                  <a:ext uri="{FF2B5EF4-FFF2-40B4-BE49-F238E27FC236}">
                    <a16:creationId xmlns:a16="http://schemas.microsoft.com/office/drawing/2014/main" id="{413C1003-2D65-43C0-BEDF-3F8BD6B153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2337" name="Text Box 168">
                <a:extLst>
                  <a:ext uri="{FF2B5EF4-FFF2-40B4-BE49-F238E27FC236}">
                    <a16:creationId xmlns:a16="http://schemas.microsoft.com/office/drawing/2014/main" id="{AFC3089C-F774-4D4A-9EA0-37D34A1F59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2338" name="Line 169">
                <a:extLst>
                  <a:ext uri="{FF2B5EF4-FFF2-40B4-BE49-F238E27FC236}">
                    <a16:creationId xmlns:a16="http://schemas.microsoft.com/office/drawing/2014/main" id="{673682A5-DE23-44F4-924C-7765C9801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9" name="Line 170">
                <a:extLst>
                  <a:ext uri="{FF2B5EF4-FFF2-40B4-BE49-F238E27FC236}">
                    <a16:creationId xmlns:a16="http://schemas.microsoft.com/office/drawing/2014/main" id="{EDDCFE5C-3D35-460B-9EAB-C133F3E73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0" name="Line 171">
                <a:extLst>
                  <a:ext uri="{FF2B5EF4-FFF2-40B4-BE49-F238E27FC236}">
                    <a16:creationId xmlns:a16="http://schemas.microsoft.com/office/drawing/2014/main" id="{46804F70-04FE-4DF6-B3A3-A23D5DADF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1" name="Line 172">
                <a:extLst>
                  <a:ext uri="{FF2B5EF4-FFF2-40B4-BE49-F238E27FC236}">
                    <a16:creationId xmlns:a16="http://schemas.microsoft.com/office/drawing/2014/main" id="{6016ADB6-99E1-4F49-955A-43BB9FC54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2" name="Line 173">
                <a:extLst>
                  <a:ext uri="{FF2B5EF4-FFF2-40B4-BE49-F238E27FC236}">
                    <a16:creationId xmlns:a16="http://schemas.microsoft.com/office/drawing/2014/main" id="{139A7390-9386-4596-8A4F-0BF3E71BE3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3" name="Line 174">
                <a:extLst>
                  <a:ext uri="{FF2B5EF4-FFF2-40B4-BE49-F238E27FC236}">
                    <a16:creationId xmlns:a16="http://schemas.microsoft.com/office/drawing/2014/main" id="{F61CB270-7A83-4F6E-8A45-5AF745625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4" name="Line 175">
                <a:extLst>
                  <a:ext uri="{FF2B5EF4-FFF2-40B4-BE49-F238E27FC236}">
                    <a16:creationId xmlns:a16="http://schemas.microsoft.com/office/drawing/2014/main" id="{2C44A04C-04C6-4319-8D30-8C773E6CD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5" name="Line 176">
                <a:extLst>
                  <a:ext uri="{FF2B5EF4-FFF2-40B4-BE49-F238E27FC236}">
                    <a16:creationId xmlns:a16="http://schemas.microsoft.com/office/drawing/2014/main" id="{78454564-45A1-4AA1-A491-2159AB6C7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2" name="Group 177">
              <a:extLst>
                <a:ext uri="{FF2B5EF4-FFF2-40B4-BE49-F238E27FC236}">
                  <a16:creationId xmlns:a16="http://schemas.microsoft.com/office/drawing/2014/main" id="{0ECF9F68-7EE6-4598-A853-AF08A5C7A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2320" name="Rectangle 178">
                <a:extLst>
                  <a:ext uri="{FF2B5EF4-FFF2-40B4-BE49-F238E27FC236}">
                    <a16:creationId xmlns:a16="http://schemas.microsoft.com/office/drawing/2014/main" id="{5AA17C59-C9DE-4A55-BE9E-8197602DA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21" name="Text Box 179">
                <a:extLst>
                  <a:ext uri="{FF2B5EF4-FFF2-40B4-BE49-F238E27FC236}">
                    <a16:creationId xmlns:a16="http://schemas.microsoft.com/office/drawing/2014/main" id="{CF893276-CE4D-41E2-A3BB-A27441F57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2322" name="Text Box 180">
                <a:extLst>
                  <a:ext uri="{FF2B5EF4-FFF2-40B4-BE49-F238E27FC236}">
                    <a16:creationId xmlns:a16="http://schemas.microsoft.com/office/drawing/2014/main" id="{9733BD9D-B771-4EC8-B2D1-6E0CDAE8F1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2323" name="Text Box 181">
                <a:extLst>
                  <a:ext uri="{FF2B5EF4-FFF2-40B4-BE49-F238E27FC236}">
                    <a16:creationId xmlns:a16="http://schemas.microsoft.com/office/drawing/2014/main" id="{E53E11EF-111B-499D-935D-D7B366D799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2324" name="Text Box 182">
                <a:extLst>
                  <a:ext uri="{FF2B5EF4-FFF2-40B4-BE49-F238E27FC236}">
                    <a16:creationId xmlns:a16="http://schemas.microsoft.com/office/drawing/2014/main" id="{B8ADA65C-BFF9-4346-89EE-4B27EC46F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25" name="Line 183">
                <a:extLst>
                  <a:ext uri="{FF2B5EF4-FFF2-40B4-BE49-F238E27FC236}">
                    <a16:creationId xmlns:a16="http://schemas.microsoft.com/office/drawing/2014/main" id="{DFE20567-6BD9-4CE0-8B87-14F47EE53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6" name="Line 184">
                <a:extLst>
                  <a:ext uri="{FF2B5EF4-FFF2-40B4-BE49-F238E27FC236}">
                    <a16:creationId xmlns:a16="http://schemas.microsoft.com/office/drawing/2014/main" id="{CEB2B38D-8E0D-4486-8EF1-B2453AEEA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7" name="Line 185">
                <a:extLst>
                  <a:ext uri="{FF2B5EF4-FFF2-40B4-BE49-F238E27FC236}">
                    <a16:creationId xmlns:a16="http://schemas.microsoft.com/office/drawing/2014/main" id="{C2F02E86-B154-4040-903A-83CEFC758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8" name="Line 186">
                <a:extLst>
                  <a:ext uri="{FF2B5EF4-FFF2-40B4-BE49-F238E27FC236}">
                    <a16:creationId xmlns:a16="http://schemas.microsoft.com/office/drawing/2014/main" id="{899A9981-39E4-4E6C-A70C-5BB04D38D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9" name="Line 187">
                <a:extLst>
                  <a:ext uri="{FF2B5EF4-FFF2-40B4-BE49-F238E27FC236}">
                    <a16:creationId xmlns:a16="http://schemas.microsoft.com/office/drawing/2014/main" id="{63A74929-9D7E-4505-BCF5-8AC3F0F225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0" name="Line 188">
                <a:extLst>
                  <a:ext uri="{FF2B5EF4-FFF2-40B4-BE49-F238E27FC236}">
                    <a16:creationId xmlns:a16="http://schemas.microsoft.com/office/drawing/2014/main" id="{57AE8472-BE52-4FCC-9638-CCC923D02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1" name="Line 189">
                <a:extLst>
                  <a:ext uri="{FF2B5EF4-FFF2-40B4-BE49-F238E27FC236}">
                    <a16:creationId xmlns:a16="http://schemas.microsoft.com/office/drawing/2014/main" id="{F65024FE-EACC-449C-99FC-8D62BF04B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2" name="Line 190">
                <a:extLst>
                  <a:ext uri="{FF2B5EF4-FFF2-40B4-BE49-F238E27FC236}">
                    <a16:creationId xmlns:a16="http://schemas.microsoft.com/office/drawing/2014/main" id="{1761E868-E0A2-4E59-B420-507424C0A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3" name="Group 191">
              <a:extLst>
                <a:ext uri="{FF2B5EF4-FFF2-40B4-BE49-F238E27FC236}">
                  <a16:creationId xmlns:a16="http://schemas.microsoft.com/office/drawing/2014/main" id="{6D37C81C-C0EE-4998-889A-DB4E27422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2307" name="Rectangle 192">
                <a:extLst>
                  <a:ext uri="{FF2B5EF4-FFF2-40B4-BE49-F238E27FC236}">
                    <a16:creationId xmlns:a16="http://schemas.microsoft.com/office/drawing/2014/main" id="{DF7225A4-62D0-4872-81FD-9EE0A65E3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08" name="Text Box 193">
                <a:extLst>
                  <a:ext uri="{FF2B5EF4-FFF2-40B4-BE49-F238E27FC236}">
                    <a16:creationId xmlns:a16="http://schemas.microsoft.com/office/drawing/2014/main" id="{E43DBB3E-6286-4D4A-92DC-8464688DB6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2309" name="Text Box 194">
                <a:extLst>
                  <a:ext uri="{FF2B5EF4-FFF2-40B4-BE49-F238E27FC236}">
                    <a16:creationId xmlns:a16="http://schemas.microsoft.com/office/drawing/2014/main" id="{82AB904F-5E85-402D-96EA-1F545C245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2310" name="Text Box 195">
                <a:extLst>
                  <a:ext uri="{FF2B5EF4-FFF2-40B4-BE49-F238E27FC236}">
                    <a16:creationId xmlns:a16="http://schemas.microsoft.com/office/drawing/2014/main" id="{1B910863-EC47-4BB5-BC60-ECF96832E8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2311" name="Text Box 196">
                <a:extLst>
                  <a:ext uri="{FF2B5EF4-FFF2-40B4-BE49-F238E27FC236}">
                    <a16:creationId xmlns:a16="http://schemas.microsoft.com/office/drawing/2014/main" id="{B2358EAC-65E8-42C9-81C8-1CC866F64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12" name="Line 197">
                <a:extLst>
                  <a:ext uri="{FF2B5EF4-FFF2-40B4-BE49-F238E27FC236}">
                    <a16:creationId xmlns:a16="http://schemas.microsoft.com/office/drawing/2014/main" id="{99D99E91-9D35-4D5F-BB19-D9B050E7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3" name="Line 198">
                <a:extLst>
                  <a:ext uri="{FF2B5EF4-FFF2-40B4-BE49-F238E27FC236}">
                    <a16:creationId xmlns:a16="http://schemas.microsoft.com/office/drawing/2014/main" id="{4A57C1F9-9B14-4ED8-8CA8-F2EBF25C7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4" name="Line 199">
                <a:extLst>
                  <a:ext uri="{FF2B5EF4-FFF2-40B4-BE49-F238E27FC236}">
                    <a16:creationId xmlns:a16="http://schemas.microsoft.com/office/drawing/2014/main" id="{1CA26094-8557-4554-AE36-43DC7EDFF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5" name="Line 200">
                <a:extLst>
                  <a:ext uri="{FF2B5EF4-FFF2-40B4-BE49-F238E27FC236}">
                    <a16:creationId xmlns:a16="http://schemas.microsoft.com/office/drawing/2014/main" id="{90966FD2-CEBE-41DC-A6EE-5647A8E5C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6" name="Line 201">
                <a:extLst>
                  <a:ext uri="{FF2B5EF4-FFF2-40B4-BE49-F238E27FC236}">
                    <a16:creationId xmlns:a16="http://schemas.microsoft.com/office/drawing/2014/main" id="{7A2D11BC-E3A5-4611-96F4-FCED58417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7" name="Line 202">
                <a:extLst>
                  <a:ext uri="{FF2B5EF4-FFF2-40B4-BE49-F238E27FC236}">
                    <a16:creationId xmlns:a16="http://schemas.microsoft.com/office/drawing/2014/main" id="{BDF4EBA9-3A0E-49E8-B9F6-2678974F4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8" name="Line 203">
                <a:extLst>
                  <a:ext uri="{FF2B5EF4-FFF2-40B4-BE49-F238E27FC236}">
                    <a16:creationId xmlns:a16="http://schemas.microsoft.com/office/drawing/2014/main" id="{98321935-79C9-4577-9D97-A8B26C900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9" name="Line 204">
                <a:extLst>
                  <a:ext uri="{FF2B5EF4-FFF2-40B4-BE49-F238E27FC236}">
                    <a16:creationId xmlns:a16="http://schemas.microsoft.com/office/drawing/2014/main" id="{56E017C6-8089-47CE-8C7B-5EA2BBE1C0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24" name="Line 20">
              <a:extLst>
                <a:ext uri="{FF2B5EF4-FFF2-40B4-BE49-F238E27FC236}">
                  <a16:creationId xmlns:a16="http://schemas.microsoft.com/office/drawing/2014/main" id="{687EE009-322A-4AD9-A8FF-9765DF686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25" name="Line 21">
              <a:extLst>
                <a:ext uri="{FF2B5EF4-FFF2-40B4-BE49-F238E27FC236}">
                  <a16:creationId xmlns:a16="http://schemas.microsoft.com/office/drawing/2014/main" id="{A82C1850-A47A-403B-AE0D-56E4A8314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26" name="Line 19">
              <a:extLst>
                <a:ext uri="{FF2B5EF4-FFF2-40B4-BE49-F238E27FC236}">
                  <a16:creationId xmlns:a16="http://schemas.microsoft.com/office/drawing/2014/main" id="{C86A59FE-DCBD-4F95-8E32-19E1E8583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27" name="Line 210">
              <a:extLst>
                <a:ext uri="{FF2B5EF4-FFF2-40B4-BE49-F238E27FC236}">
                  <a16:creationId xmlns:a16="http://schemas.microsoft.com/office/drawing/2014/main" id="{0E02B074-668C-4AD3-8869-9ABE34AE5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28" name="Group 79">
              <a:extLst>
                <a:ext uri="{FF2B5EF4-FFF2-40B4-BE49-F238E27FC236}">
                  <a16:creationId xmlns:a16="http://schemas.microsoft.com/office/drawing/2014/main" id="{2246F13C-E330-4278-9175-DEFA574A02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2294" name="Rectangle 80">
                <a:extLst>
                  <a:ext uri="{FF2B5EF4-FFF2-40B4-BE49-F238E27FC236}">
                    <a16:creationId xmlns:a16="http://schemas.microsoft.com/office/drawing/2014/main" id="{0B1A4C23-738D-4E85-A338-824797D02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95" name="Text Box 81">
                <a:extLst>
                  <a:ext uri="{FF2B5EF4-FFF2-40B4-BE49-F238E27FC236}">
                    <a16:creationId xmlns:a16="http://schemas.microsoft.com/office/drawing/2014/main" id="{03D8D6C6-2D20-4A81-B3FA-FB1EF5B2D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2296" name="Text Box 82">
                <a:extLst>
                  <a:ext uri="{FF2B5EF4-FFF2-40B4-BE49-F238E27FC236}">
                    <a16:creationId xmlns:a16="http://schemas.microsoft.com/office/drawing/2014/main" id="{E066D5EE-E2CF-4EF7-8B4D-230126010F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2297" name="Text Box 83">
                <a:extLst>
                  <a:ext uri="{FF2B5EF4-FFF2-40B4-BE49-F238E27FC236}">
                    <a16:creationId xmlns:a16="http://schemas.microsoft.com/office/drawing/2014/main" id="{1D789544-B840-4487-BEE7-D6A4A3D3E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98" name="Text Box 84">
                <a:extLst>
                  <a:ext uri="{FF2B5EF4-FFF2-40B4-BE49-F238E27FC236}">
                    <a16:creationId xmlns:a16="http://schemas.microsoft.com/office/drawing/2014/main" id="{8058B550-DAD7-4BC3-A8C1-D2F84CD46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99" name="Line 85">
                <a:extLst>
                  <a:ext uri="{FF2B5EF4-FFF2-40B4-BE49-F238E27FC236}">
                    <a16:creationId xmlns:a16="http://schemas.microsoft.com/office/drawing/2014/main" id="{BD5CF464-057F-471F-9E9E-6752A53AD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0" name="Line 86">
                <a:extLst>
                  <a:ext uri="{FF2B5EF4-FFF2-40B4-BE49-F238E27FC236}">
                    <a16:creationId xmlns:a16="http://schemas.microsoft.com/office/drawing/2014/main" id="{11D9AB96-939B-477C-AE53-72B6A7914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1" name="Line 87">
                <a:extLst>
                  <a:ext uri="{FF2B5EF4-FFF2-40B4-BE49-F238E27FC236}">
                    <a16:creationId xmlns:a16="http://schemas.microsoft.com/office/drawing/2014/main" id="{45EC54B6-75E4-4813-A3A9-142E1EF4F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2" name="Line 88">
                <a:extLst>
                  <a:ext uri="{FF2B5EF4-FFF2-40B4-BE49-F238E27FC236}">
                    <a16:creationId xmlns:a16="http://schemas.microsoft.com/office/drawing/2014/main" id="{C3CD8B91-1C80-421F-876A-B3FF134E0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3" name="Line 89">
                <a:extLst>
                  <a:ext uri="{FF2B5EF4-FFF2-40B4-BE49-F238E27FC236}">
                    <a16:creationId xmlns:a16="http://schemas.microsoft.com/office/drawing/2014/main" id="{0958E388-8597-430E-BDBD-2A9BD6738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4" name="Line 90">
                <a:extLst>
                  <a:ext uri="{FF2B5EF4-FFF2-40B4-BE49-F238E27FC236}">
                    <a16:creationId xmlns:a16="http://schemas.microsoft.com/office/drawing/2014/main" id="{ADBE5DB6-7E93-4A02-9955-44ACB2470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5" name="Line 91">
                <a:extLst>
                  <a:ext uri="{FF2B5EF4-FFF2-40B4-BE49-F238E27FC236}">
                    <a16:creationId xmlns:a16="http://schemas.microsoft.com/office/drawing/2014/main" id="{08331ECC-EE97-485A-9656-CCE7FF201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6" name="Line 92">
                <a:extLst>
                  <a:ext uri="{FF2B5EF4-FFF2-40B4-BE49-F238E27FC236}">
                    <a16:creationId xmlns:a16="http://schemas.microsoft.com/office/drawing/2014/main" id="{2C8B90C4-6931-48A7-AADC-88932C56F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29" name="Line 211">
              <a:extLst>
                <a:ext uri="{FF2B5EF4-FFF2-40B4-BE49-F238E27FC236}">
                  <a16:creationId xmlns:a16="http://schemas.microsoft.com/office/drawing/2014/main" id="{150D246C-BBA6-4FB4-902E-712234054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0" name="Line 213">
              <a:extLst>
                <a:ext uri="{FF2B5EF4-FFF2-40B4-BE49-F238E27FC236}">
                  <a16:creationId xmlns:a16="http://schemas.microsoft.com/office/drawing/2014/main" id="{4ACE47B3-F1E1-4E48-B66D-1F71B9EE3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1" name="Line 216">
              <a:extLst>
                <a:ext uri="{FF2B5EF4-FFF2-40B4-BE49-F238E27FC236}">
                  <a16:creationId xmlns:a16="http://schemas.microsoft.com/office/drawing/2014/main" id="{DA49B73A-9FD9-4816-AACC-F49BD98C7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8" y="2004"/>
              <a:ext cx="586" cy="156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32" name="Group 135">
              <a:extLst>
                <a:ext uri="{FF2B5EF4-FFF2-40B4-BE49-F238E27FC236}">
                  <a16:creationId xmlns:a16="http://schemas.microsoft.com/office/drawing/2014/main" id="{51A939F5-AD19-491E-B68D-EF9FA8A34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2281" name="Rectangle 136">
                <a:extLst>
                  <a:ext uri="{FF2B5EF4-FFF2-40B4-BE49-F238E27FC236}">
                    <a16:creationId xmlns:a16="http://schemas.microsoft.com/office/drawing/2014/main" id="{CC768386-0D31-4A4B-9B1E-6E214B1D6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82" name="Text Box 137">
                <a:extLst>
                  <a:ext uri="{FF2B5EF4-FFF2-40B4-BE49-F238E27FC236}">
                    <a16:creationId xmlns:a16="http://schemas.microsoft.com/office/drawing/2014/main" id="{E9CC3480-338C-473A-9112-624E07EC4F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2283" name="Text Box 138">
                <a:extLst>
                  <a:ext uri="{FF2B5EF4-FFF2-40B4-BE49-F238E27FC236}">
                    <a16:creationId xmlns:a16="http://schemas.microsoft.com/office/drawing/2014/main" id="{3012D5C4-EB7D-457D-AFF3-7195047263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2284" name="Text Box 139">
                <a:extLst>
                  <a:ext uri="{FF2B5EF4-FFF2-40B4-BE49-F238E27FC236}">
                    <a16:creationId xmlns:a16="http://schemas.microsoft.com/office/drawing/2014/main" id="{517816D9-BD37-4042-B40D-571434C41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85" name="Text Box 140">
                <a:extLst>
                  <a:ext uri="{FF2B5EF4-FFF2-40B4-BE49-F238E27FC236}">
                    <a16:creationId xmlns:a16="http://schemas.microsoft.com/office/drawing/2014/main" id="{503E6ABB-8B55-465A-B043-68600A60BA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86" name="Line 141">
                <a:extLst>
                  <a:ext uri="{FF2B5EF4-FFF2-40B4-BE49-F238E27FC236}">
                    <a16:creationId xmlns:a16="http://schemas.microsoft.com/office/drawing/2014/main" id="{8139D409-70E0-4F73-97AC-6ECCBAB2E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7" name="Line 142">
                <a:extLst>
                  <a:ext uri="{FF2B5EF4-FFF2-40B4-BE49-F238E27FC236}">
                    <a16:creationId xmlns:a16="http://schemas.microsoft.com/office/drawing/2014/main" id="{216084D9-99F6-48C4-BC00-E1EE6A11B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8" name="Line 143">
                <a:extLst>
                  <a:ext uri="{FF2B5EF4-FFF2-40B4-BE49-F238E27FC236}">
                    <a16:creationId xmlns:a16="http://schemas.microsoft.com/office/drawing/2014/main" id="{CABE370F-7E3D-40F8-AE41-A2558D9AF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9" name="Line 144">
                <a:extLst>
                  <a:ext uri="{FF2B5EF4-FFF2-40B4-BE49-F238E27FC236}">
                    <a16:creationId xmlns:a16="http://schemas.microsoft.com/office/drawing/2014/main" id="{B5208C85-EBC0-4795-90BD-F22474E0E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0" name="Line 145">
                <a:extLst>
                  <a:ext uri="{FF2B5EF4-FFF2-40B4-BE49-F238E27FC236}">
                    <a16:creationId xmlns:a16="http://schemas.microsoft.com/office/drawing/2014/main" id="{7AEEB2B0-454F-4EE9-9E0B-CDC91107A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1" name="Line 146">
                <a:extLst>
                  <a:ext uri="{FF2B5EF4-FFF2-40B4-BE49-F238E27FC236}">
                    <a16:creationId xmlns:a16="http://schemas.microsoft.com/office/drawing/2014/main" id="{341A1B90-DF6A-4BF2-B29A-4A5329B90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2" name="Line 147">
                <a:extLst>
                  <a:ext uri="{FF2B5EF4-FFF2-40B4-BE49-F238E27FC236}">
                    <a16:creationId xmlns:a16="http://schemas.microsoft.com/office/drawing/2014/main" id="{ED30149B-4317-44EE-B599-04FD881EC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3" name="Line 148">
                <a:extLst>
                  <a:ext uri="{FF2B5EF4-FFF2-40B4-BE49-F238E27FC236}">
                    <a16:creationId xmlns:a16="http://schemas.microsoft.com/office/drawing/2014/main" id="{2297CA79-0B21-48D5-9C76-19CB32048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33" name="Group 149">
              <a:extLst>
                <a:ext uri="{FF2B5EF4-FFF2-40B4-BE49-F238E27FC236}">
                  <a16:creationId xmlns:a16="http://schemas.microsoft.com/office/drawing/2014/main" id="{7E1FAAA7-2885-468C-9F9B-3509BDBCF0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7" y="3567"/>
              <a:ext cx="1512" cy="202"/>
              <a:chOff x="2976" y="2680"/>
              <a:chExt cx="1872" cy="296"/>
            </a:xfrm>
          </p:grpSpPr>
          <p:sp>
            <p:nvSpPr>
              <p:cNvPr id="42268" name="Rectangle 150">
                <a:extLst>
                  <a:ext uri="{FF2B5EF4-FFF2-40B4-BE49-F238E27FC236}">
                    <a16:creationId xmlns:a16="http://schemas.microsoft.com/office/drawing/2014/main" id="{F46E41B7-910C-49D1-BC55-49AA0B0F6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69" name="Text Box 151">
                <a:extLst>
                  <a:ext uri="{FF2B5EF4-FFF2-40B4-BE49-F238E27FC236}">
                    <a16:creationId xmlns:a16="http://schemas.microsoft.com/office/drawing/2014/main" id="{2522CDD0-2746-4710-BCA5-ABC469DDFA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2270" name="Text Box 152">
                <a:extLst>
                  <a:ext uri="{FF2B5EF4-FFF2-40B4-BE49-F238E27FC236}">
                    <a16:creationId xmlns:a16="http://schemas.microsoft.com/office/drawing/2014/main" id="{671C3291-B0B8-488C-8D11-E2C7F3A65A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2271" name="Text Box 153">
                <a:extLst>
                  <a:ext uri="{FF2B5EF4-FFF2-40B4-BE49-F238E27FC236}">
                    <a16:creationId xmlns:a16="http://schemas.microsoft.com/office/drawing/2014/main" id="{A1604052-9F04-4870-AD94-312503FE9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72" name="Text Box 154">
                <a:extLst>
                  <a:ext uri="{FF2B5EF4-FFF2-40B4-BE49-F238E27FC236}">
                    <a16:creationId xmlns:a16="http://schemas.microsoft.com/office/drawing/2014/main" id="{98750606-C663-4F3F-BA6B-3030CA398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73" name="Line 155">
                <a:extLst>
                  <a:ext uri="{FF2B5EF4-FFF2-40B4-BE49-F238E27FC236}">
                    <a16:creationId xmlns:a16="http://schemas.microsoft.com/office/drawing/2014/main" id="{AD4835EF-1342-4531-9FF4-5A36D9347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4" name="Line 156">
                <a:extLst>
                  <a:ext uri="{FF2B5EF4-FFF2-40B4-BE49-F238E27FC236}">
                    <a16:creationId xmlns:a16="http://schemas.microsoft.com/office/drawing/2014/main" id="{A9E5D0ED-B1F5-4A64-9879-AC5C050AA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5" name="Line 157">
                <a:extLst>
                  <a:ext uri="{FF2B5EF4-FFF2-40B4-BE49-F238E27FC236}">
                    <a16:creationId xmlns:a16="http://schemas.microsoft.com/office/drawing/2014/main" id="{39A5DD3D-4FBB-4E65-81E7-F5632F85B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6" name="Line 158">
                <a:extLst>
                  <a:ext uri="{FF2B5EF4-FFF2-40B4-BE49-F238E27FC236}">
                    <a16:creationId xmlns:a16="http://schemas.microsoft.com/office/drawing/2014/main" id="{EBEB3D96-DCC8-4E65-9F78-37D1A6DBB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7" name="Line 159">
                <a:extLst>
                  <a:ext uri="{FF2B5EF4-FFF2-40B4-BE49-F238E27FC236}">
                    <a16:creationId xmlns:a16="http://schemas.microsoft.com/office/drawing/2014/main" id="{FA294BC4-F0AF-46D4-B273-02F73166F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8" name="Line 160">
                <a:extLst>
                  <a:ext uri="{FF2B5EF4-FFF2-40B4-BE49-F238E27FC236}">
                    <a16:creationId xmlns:a16="http://schemas.microsoft.com/office/drawing/2014/main" id="{CEBAE5AA-6AA5-40C0-8313-56FC58B23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9" name="Line 161">
                <a:extLst>
                  <a:ext uri="{FF2B5EF4-FFF2-40B4-BE49-F238E27FC236}">
                    <a16:creationId xmlns:a16="http://schemas.microsoft.com/office/drawing/2014/main" id="{13B91ADC-93AA-4CC1-878C-607D7F7C4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0" name="Line 162">
                <a:extLst>
                  <a:ext uri="{FF2B5EF4-FFF2-40B4-BE49-F238E27FC236}">
                    <a16:creationId xmlns:a16="http://schemas.microsoft.com/office/drawing/2014/main" id="{FC44D3D3-A5C1-45A0-A2C6-FBA8A1230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34" name="Freeform 217">
              <a:extLst>
                <a:ext uri="{FF2B5EF4-FFF2-40B4-BE49-F238E27FC236}">
                  <a16:creationId xmlns:a16="http://schemas.microsoft.com/office/drawing/2014/main" id="{B48507E3-9F49-4979-ADE7-AD4076146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5" name="Freeform 218">
              <a:extLst>
                <a:ext uri="{FF2B5EF4-FFF2-40B4-BE49-F238E27FC236}">
                  <a16:creationId xmlns:a16="http://schemas.microsoft.com/office/drawing/2014/main" id="{F3659E50-1D75-4A32-A06D-2E4F69A3B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6" name="Freeform 219">
              <a:extLst>
                <a:ext uri="{FF2B5EF4-FFF2-40B4-BE49-F238E27FC236}">
                  <a16:creationId xmlns:a16="http://schemas.microsoft.com/office/drawing/2014/main" id="{76E343B7-FB34-4A3C-862C-3D0E6E6AA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832" cy="1614"/>
            </a:xfrm>
            <a:custGeom>
              <a:avLst/>
              <a:gdLst>
                <a:gd name="T0" fmla="*/ 1360 w 792"/>
                <a:gd name="T1" fmla="*/ 0 h 1536"/>
                <a:gd name="T2" fmla="*/ 206 w 792"/>
                <a:gd name="T3" fmla="*/ 1488 h 1536"/>
                <a:gd name="T4" fmla="*/ 124 w 792"/>
                <a:gd name="T5" fmla="*/ 2648 h 1536"/>
                <a:gd name="T6" fmla="*/ 0 60000 65536"/>
                <a:gd name="T7" fmla="*/ 0 60000 65536"/>
                <a:gd name="T8" fmla="*/ 0 60000 65536"/>
                <a:gd name="T9" fmla="*/ 0 w 792"/>
                <a:gd name="T10" fmla="*/ 0 h 1536"/>
                <a:gd name="T11" fmla="*/ 792 w 792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2" h="1536">
                  <a:moveTo>
                    <a:pt x="792" y="0"/>
                  </a:moveTo>
                  <a:cubicBezTo>
                    <a:pt x="516" y="304"/>
                    <a:pt x="240" y="608"/>
                    <a:pt x="120" y="864"/>
                  </a:cubicBezTo>
                  <a:cubicBezTo>
                    <a:pt x="0" y="1120"/>
                    <a:pt x="36" y="1328"/>
                    <a:pt x="72" y="153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37" name="Group 107">
              <a:extLst>
                <a:ext uri="{FF2B5EF4-FFF2-40B4-BE49-F238E27FC236}">
                  <a16:creationId xmlns:a16="http://schemas.microsoft.com/office/drawing/2014/main" id="{BFAA2413-59D6-4421-A449-3943AC462A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2255" name="Rectangle 108">
                <a:extLst>
                  <a:ext uri="{FF2B5EF4-FFF2-40B4-BE49-F238E27FC236}">
                    <a16:creationId xmlns:a16="http://schemas.microsoft.com/office/drawing/2014/main" id="{48552BB0-7261-4E0F-9F9F-DE670E5CA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56" name="Text Box 109">
                <a:extLst>
                  <a:ext uri="{FF2B5EF4-FFF2-40B4-BE49-F238E27FC236}">
                    <a16:creationId xmlns:a16="http://schemas.microsoft.com/office/drawing/2014/main" id="{A5193FDF-D8EB-48F2-8B4E-F5B7C00E4C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2257" name="Text Box 110">
                <a:extLst>
                  <a:ext uri="{FF2B5EF4-FFF2-40B4-BE49-F238E27FC236}">
                    <a16:creationId xmlns:a16="http://schemas.microsoft.com/office/drawing/2014/main" id="{1C482624-939B-45CC-9AC4-F1018F6D11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2258" name="Text Box 111">
                <a:extLst>
                  <a:ext uri="{FF2B5EF4-FFF2-40B4-BE49-F238E27FC236}">
                    <a16:creationId xmlns:a16="http://schemas.microsoft.com/office/drawing/2014/main" id="{314B9D30-EC27-4EDE-9A9A-C4C2378264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59" name="Text Box 112">
                <a:extLst>
                  <a:ext uri="{FF2B5EF4-FFF2-40B4-BE49-F238E27FC236}">
                    <a16:creationId xmlns:a16="http://schemas.microsoft.com/office/drawing/2014/main" id="{0330BA57-4603-4FAC-98C0-186EA50009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60" name="Line 113">
                <a:extLst>
                  <a:ext uri="{FF2B5EF4-FFF2-40B4-BE49-F238E27FC236}">
                    <a16:creationId xmlns:a16="http://schemas.microsoft.com/office/drawing/2014/main" id="{365609AA-EB7A-45B1-AD57-CC94BF782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1" name="Line 114">
                <a:extLst>
                  <a:ext uri="{FF2B5EF4-FFF2-40B4-BE49-F238E27FC236}">
                    <a16:creationId xmlns:a16="http://schemas.microsoft.com/office/drawing/2014/main" id="{228CB326-8E4F-4CAF-9DAD-4F28B1B24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2" name="Line 115">
                <a:extLst>
                  <a:ext uri="{FF2B5EF4-FFF2-40B4-BE49-F238E27FC236}">
                    <a16:creationId xmlns:a16="http://schemas.microsoft.com/office/drawing/2014/main" id="{C839C470-D50E-446D-8BE2-139EBE8BD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3" name="Line 116">
                <a:extLst>
                  <a:ext uri="{FF2B5EF4-FFF2-40B4-BE49-F238E27FC236}">
                    <a16:creationId xmlns:a16="http://schemas.microsoft.com/office/drawing/2014/main" id="{A3339D2A-CB27-4D84-A113-956CE11B5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4" name="Line 117">
                <a:extLst>
                  <a:ext uri="{FF2B5EF4-FFF2-40B4-BE49-F238E27FC236}">
                    <a16:creationId xmlns:a16="http://schemas.microsoft.com/office/drawing/2014/main" id="{C22A0A6F-DA07-4F15-A249-A5940B405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5" name="Line 118">
                <a:extLst>
                  <a:ext uri="{FF2B5EF4-FFF2-40B4-BE49-F238E27FC236}">
                    <a16:creationId xmlns:a16="http://schemas.microsoft.com/office/drawing/2014/main" id="{AB744196-608F-43ED-979E-793D97413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6" name="Line 119">
                <a:extLst>
                  <a:ext uri="{FF2B5EF4-FFF2-40B4-BE49-F238E27FC236}">
                    <a16:creationId xmlns:a16="http://schemas.microsoft.com/office/drawing/2014/main" id="{E1B6D5E7-06A2-4498-ABE0-53B12E9E7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7" name="Line 120">
                <a:extLst>
                  <a:ext uri="{FF2B5EF4-FFF2-40B4-BE49-F238E27FC236}">
                    <a16:creationId xmlns:a16="http://schemas.microsoft.com/office/drawing/2014/main" id="{3F7D8EB3-0104-4568-846A-80E555B9D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38" name="Freeform 220">
              <a:extLst>
                <a:ext uri="{FF2B5EF4-FFF2-40B4-BE49-F238E27FC236}">
                  <a16:creationId xmlns:a16="http://schemas.microsoft.com/office/drawing/2014/main" id="{C6A0F390-325C-4C69-A186-CB1AD05E7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04"/>
              <a:ext cx="756" cy="1059"/>
            </a:xfrm>
            <a:custGeom>
              <a:avLst/>
              <a:gdLst>
                <a:gd name="T0" fmla="*/ 1233 w 720"/>
                <a:gd name="T1" fmla="*/ 0 h 1008"/>
                <a:gd name="T2" fmla="*/ 330 w 720"/>
                <a:gd name="T3" fmla="*/ 991 h 1008"/>
                <a:gd name="T4" fmla="*/ 0 w 720"/>
                <a:gd name="T5" fmla="*/ 1736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9" name="Freeform 221">
              <a:extLst>
                <a:ext uri="{FF2B5EF4-FFF2-40B4-BE49-F238E27FC236}">
                  <a16:creationId xmlns:a16="http://schemas.microsoft.com/office/drawing/2014/main" id="{A8B93CBE-3E1B-43A3-A114-781A45DD0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40" name="Group 226">
              <a:extLst>
                <a:ext uri="{FF2B5EF4-FFF2-40B4-BE49-F238E27FC236}">
                  <a16:creationId xmlns:a16="http://schemas.microsoft.com/office/drawing/2014/main" id="{729C5C42-5814-4A80-B2ED-18D0254013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2242" name="Rectangle 227">
                <a:extLst>
                  <a:ext uri="{FF2B5EF4-FFF2-40B4-BE49-F238E27FC236}">
                    <a16:creationId xmlns:a16="http://schemas.microsoft.com/office/drawing/2014/main" id="{43295DBE-79FF-4B4A-B706-4A1B43577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43" name="Text Box 228">
                <a:extLst>
                  <a:ext uri="{FF2B5EF4-FFF2-40B4-BE49-F238E27FC236}">
                    <a16:creationId xmlns:a16="http://schemas.microsoft.com/office/drawing/2014/main" id="{21C30545-87FA-4553-B187-373DCA3CFD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2244" name="Text Box 229">
                <a:extLst>
                  <a:ext uri="{FF2B5EF4-FFF2-40B4-BE49-F238E27FC236}">
                    <a16:creationId xmlns:a16="http://schemas.microsoft.com/office/drawing/2014/main" id="{9D0E04E1-D6C9-4A2D-983E-743556B7AB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2245" name="Text Box 230">
                <a:extLst>
                  <a:ext uri="{FF2B5EF4-FFF2-40B4-BE49-F238E27FC236}">
                    <a16:creationId xmlns:a16="http://schemas.microsoft.com/office/drawing/2014/main" id="{2D093ECB-04D6-49EB-8857-8AEC2C076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46" name="Text Box 231">
                <a:extLst>
                  <a:ext uri="{FF2B5EF4-FFF2-40B4-BE49-F238E27FC236}">
                    <a16:creationId xmlns:a16="http://schemas.microsoft.com/office/drawing/2014/main" id="{D878A272-5200-43D1-A94E-269C2E814B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47" name="Line 232">
                <a:extLst>
                  <a:ext uri="{FF2B5EF4-FFF2-40B4-BE49-F238E27FC236}">
                    <a16:creationId xmlns:a16="http://schemas.microsoft.com/office/drawing/2014/main" id="{B71867F3-D32D-4EF3-87C9-98D7E219F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48" name="Line 233">
                <a:extLst>
                  <a:ext uri="{FF2B5EF4-FFF2-40B4-BE49-F238E27FC236}">
                    <a16:creationId xmlns:a16="http://schemas.microsoft.com/office/drawing/2014/main" id="{C8F645F5-2BF5-4B87-9F36-D2848A1FC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49" name="Line 234">
                <a:extLst>
                  <a:ext uri="{FF2B5EF4-FFF2-40B4-BE49-F238E27FC236}">
                    <a16:creationId xmlns:a16="http://schemas.microsoft.com/office/drawing/2014/main" id="{B57BBB83-FECC-462E-91AE-1B5EB3F52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0" name="Line 235">
                <a:extLst>
                  <a:ext uri="{FF2B5EF4-FFF2-40B4-BE49-F238E27FC236}">
                    <a16:creationId xmlns:a16="http://schemas.microsoft.com/office/drawing/2014/main" id="{BAEEFB17-C20F-4322-B38E-637A2BAC8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1" name="Line 236">
                <a:extLst>
                  <a:ext uri="{FF2B5EF4-FFF2-40B4-BE49-F238E27FC236}">
                    <a16:creationId xmlns:a16="http://schemas.microsoft.com/office/drawing/2014/main" id="{36BDD7B0-BC16-4948-81D6-8E35C0F93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2" name="Line 237">
                <a:extLst>
                  <a:ext uri="{FF2B5EF4-FFF2-40B4-BE49-F238E27FC236}">
                    <a16:creationId xmlns:a16="http://schemas.microsoft.com/office/drawing/2014/main" id="{51EAE0B4-7A5D-464C-BA4D-81D63E4DC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3" name="Line 238">
                <a:extLst>
                  <a:ext uri="{FF2B5EF4-FFF2-40B4-BE49-F238E27FC236}">
                    <a16:creationId xmlns:a16="http://schemas.microsoft.com/office/drawing/2014/main" id="{3F07B341-689A-41ED-B939-5E285624E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4" name="Line 239">
                <a:extLst>
                  <a:ext uri="{FF2B5EF4-FFF2-40B4-BE49-F238E27FC236}">
                    <a16:creationId xmlns:a16="http://schemas.microsoft.com/office/drawing/2014/main" id="{758EB549-CF2D-407D-863D-10D4BA8DE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41" name="Line 240">
              <a:extLst>
                <a:ext uri="{FF2B5EF4-FFF2-40B4-BE49-F238E27FC236}">
                  <a16:creationId xmlns:a16="http://schemas.microsoft.com/office/drawing/2014/main" id="{A842BEC8-C540-46B1-BB70-3853E8105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14" name="Group 242">
            <a:extLst>
              <a:ext uri="{FF2B5EF4-FFF2-40B4-BE49-F238E27FC236}">
                <a16:creationId xmlns:a16="http://schemas.microsoft.com/office/drawing/2014/main" id="{169EF1D0-2036-4B9A-ACB9-4A64C5BA7EBB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328738"/>
            <a:ext cx="1638300" cy="1058862"/>
            <a:chOff x="1621" y="845"/>
            <a:chExt cx="899" cy="667"/>
          </a:xfrm>
        </p:grpSpPr>
        <p:sp>
          <p:nvSpPr>
            <p:cNvPr id="42212" name="Oval 223">
              <a:extLst>
                <a:ext uri="{FF2B5EF4-FFF2-40B4-BE49-F238E27FC236}">
                  <a16:creationId xmlns:a16="http://schemas.microsoft.com/office/drawing/2014/main" id="{90E32375-457C-4140-BE93-1974B477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4" y="1176"/>
              <a:ext cx="336" cy="33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2213" name="Line 224">
              <a:extLst>
                <a:ext uri="{FF2B5EF4-FFF2-40B4-BE49-F238E27FC236}">
                  <a16:creationId xmlns:a16="http://schemas.microsoft.com/office/drawing/2014/main" id="{F22DDA7C-B75A-4F0B-B2A1-2817D73F9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056"/>
              <a:ext cx="336" cy="14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14" name="Text Box 225">
              <a:extLst>
                <a:ext uri="{FF2B5EF4-FFF2-40B4-BE49-F238E27FC236}">
                  <a16:creationId xmlns:a16="http://schemas.microsoft.com/office/drawing/2014/main" id="{A864CC97-0A85-4876-8845-26589929C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845"/>
              <a:ext cx="539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folHlink"/>
                  </a:solidFill>
                </a:rPr>
                <a:t>Valoare de </a:t>
              </a:r>
              <a:r>
                <a:rPr lang="ro-RO" altLang="en-US" sz="1800">
                  <a:solidFill>
                    <a:schemeClr val="folHlink"/>
                  </a:solidFill>
                </a:rPr>
                <a:t>ș</a:t>
              </a:r>
              <a:r>
                <a:rPr lang="en-US" altLang="en-US" sz="1800">
                  <a:solidFill>
                    <a:schemeClr val="folHlink"/>
                  </a:solidFill>
                </a:rPr>
                <a:t>ters</a:t>
              </a:r>
            </a:p>
          </p:txBody>
        </p:sp>
      </p:grpSp>
      <p:sp>
        <p:nvSpPr>
          <p:cNvPr id="440" name="Rectangle 2">
            <a:extLst>
              <a:ext uri="{FF2B5EF4-FFF2-40B4-BE49-F238E27FC236}">
                <a16:creationId xmlns:a16="http://schemas.microsoft.com/office/drawing/2014/main" id="{94AB4CB4-5A8B-47D4-8315-99262504B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43">
            <a:extLst>
              <a:ext uri="{FF2B5EF4-FFF2-40B4-BE49-F238E27FC236}">
                <a16:creationId xmlns:a16="http://schemas.microsoft.com/office/drawing/2014/main" id="{D208E2B4-A2AC-4ADB-AF45-2E7D70A21E4A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2215" name="Group 22">
              <a:extLst>
                <a:ext uri="{FF2B5EF4-FFF2-40B4-BE49-F238E27FC236}">
                  <a16:creationId xmlns:a16="http://schemas.microsoft.com/office/drawing/2014/main" id="{C1F07A50-3C45-4685-B875-9612013102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2411" name="Rectangle 23">
                <a:extLst>
                  <a:ext uri="{FF2B5EF4-FFF2-40B4-BE49-F238E27FC236}">
                    <a16:creationId xmlns:a16="http://schemas.microsoft.com/office/drawing/2014/main" id="{8AE0636C-1305-4FB6-AA3E-63DE38D20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12" name="Text Box 24">
                <a:extLst>
                  <a:ext uri="{FF2B5EF4-FFF2-40B4-BE49-F238E27FC236}">
                    <a16:creationId xmlns:a16="http://schemas.microsoft.com/office/drawing/2014/main" id="{F316DBDE-0D46-4227-A2A1-61F4DDC037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2413" name="Text Box 25">
                <a:extLst>
                  <a:ext uri="{FF2B5EF4-FFF2-40B4-BE49-F238E27FC236}">
                    <a16:creationId xmlns:a16="http://schemas.microsoft.com/office/drawing/2014/main" id="{A88C1020-92DD-42E4-8AC3-70EDFAB739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21</a:t>
                </a:r>
              </a:p>
            </p:txBody>
          </p:sp>
          <p:sp>
            <p:nvSpPr>
              <p:cNvPr id="42414" name="Text Box 26">
                <a:extLst>
                  <a:ext uri="{FF2B5EF4-FFF2-40B4-BE49-F238E27FC236}">
                    <a16:creationId xmlns:a16="http://schemas.microsoft.com/office/drawing/2014/main" id="{154CFA4C-3BE1-4CCF-B9E3-96BB2E4A8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15" name="Text Box 27">
                <a:extLst>
                  <a:ext uri="{FF2B5EF4-FFF2-40B4-BE49-F238E27FC236}">
                    <a16:creationId xmlns:a16="http://schemas.microsoft.com/office/drawing/2014/main" id="{DB2A71AC-B995-4254-8EED-9196868FB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16" name="Line 28">
                <a:extLst>
                  <a:ext uri="{FF2B5EF4-FFF2-40B4-BE49-F238E27FC236}">
                    <a16:creationId xmlns:a16="http://schemas.microsoft.com/office/drawing/2014/main" id="{BF696EF1-41CB-47C9-A7D7-48F0B28340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7" name="Line 29">
                <a:extLst>
                  <a:ext uri="{FF2B5EF4-FFF2-40B4-BE49-F238E27FC236}">
                    <a16:creationId xmlns:a16="http://schemas.microsoft.com/office/drawing/2014/main" id="{A939509A-1DB4-4672-A838-34F5C98DC9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8" name="Line 30">
                <a:extLst>
                  <a:ext uri="{FF2B5EF4-FFF2-40B4-BE49-F238E27FC236}">
                    <a16:creationId xmlns:a16="http://schemas.microsoft.com/office/drawing/2014/main" id="{AE97868E-48E1-4A86-A5E8-7003AF855C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9" name="Line 31">
                <a:extLst>
                  <a:ext uri="{FF2B5EF4-FFF2-40B4-BE49-F238E27FC236}">
                    <a16:creationId xmlns:a16="http://schemas.microsoft.com/office/drawing/2014/main" id="{83E649B5-9BDE-4B1A-8A2F-EC5306395A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0" name="Line 32">
                <a:extLst>
                  <a:ext uri="{FF2B5EF4-FFF2-40B4-BE49-F238E27FC236}">
                    <a16:creationId xmlns:a16="http://schemas.microsoft.com/office/drawing/2014/main" id="{3C7DD701-9DD4-431F-9FC6-4BDB081754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1" name="Line 33">
                <a:extLst>
                  <a:ext uri="{FF2B5EF4-FFF2-40B4-BE49-F238E27FC236}">
                    <a16:creationId xmlns:a16="http://schemas.microsoft.com/office/drawing/2014/main" id="{4A54CE07-C54A-4DCB-A288-992B70B8A9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2" name="Line 34">
                <a:extLst>
                  <a:ext uri="{FF2B5EF4-FFF2-40B4-BE49-F238E27FC236}">
                    <a16:creationId xmlns:a16="http://schemas.microsoft.com/office/drawing/2014/main" id="{E984CD5E-35E9-48FE-B7C1-ECE9D27793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23" name="Line 35">
                <a:extLst>
                  <a:ext uri="{FF2B5EF4-FFF2-40B4-BE49-F238E27FC236}">
                    <a16:creationId xmlns:a16="http://schemas.microsoft.com/office/drawing/2014/main" id="{B7FFB6DE-138A-4B62-8FAE-F54BF6C8B2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6" name="Group 36">
              <a:extLst>
                <a:ext uri="{FF2B5EF4-FFF2-40B4-BE49-F238E27FC236}">
                  <a16:creationId xmlns:a16="http://schemas.microsoft.com/office/drawing/2014/main" id="{30A92766-3053-40AC-B34B-BB10ABDCB8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2398" name="Rectangle 37">
                <a:extLst>
                  <a:ext uri="{FF2B5EF4-FFF2-40B4-BE49-F238E27FC236}">
                    <a16:creationId xmlns:a16="http://schemas.microsoft.com/office/drawing/2014/main" id="{970691DE-6FB8-46D4-828E-BDFBF4D62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99" name="Text Box 38">
                <a:extLst>
                  <a:ext uri="{FF2B5EF4-FFF2-40B4-BE49-F238E27FC236}">
                    <a16:creationId xmlns:a16="http://schemas.microsoft.com/office/drawing/2014/main" id="{94B88D2D-07DB-4CAB-8F90-FFB610D5CA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2400" name="Text Box 39">
                <a:extLst>
                  <a:ext uri="{FF2B5EF4-FFF2-40B4-BE49-F238E27FC236}">
                    <a16:creationId xmlns:a16="http://schemas.microsoft.com/office/drawing/2014/main" id="{4970010E-323F-4FA5-87A7-BE45C05D85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2401" name="Text Box 40">
                <a:extLst>
                  <a:ext uri="{FF2B5EF4-FFF2-40B4-BE49-F238E27FC236}">
                    <a16:creationId xmlns:a16="http://schemas.microsoft.com/office/drawing/2014/main" id="{1F717258-9D70-4E7B-8491-E05A90B5C8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2402" name="Text Box 41">
                <a:extLst>
                  <a:ext uri="{FF2B5EF4-FFF2-40B4-BE49-F238E27FC236}">
                    <a16:creationId xmlns:a16="http://schemas.microsoft.com/office/drawing/2014/main" id="{6C6A2C69-2824-4F3F-895D-3C2071612F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403" name="Line 42">
                <a:extLst>
                  <a:ext uri="{FF2B5EF4-FFF2-40B4-BE49-F238E27FC236}">
                    <a16:creationId xmlns:a16="http://schemas.microsoft.com/office/drawing/2014/main" id="{B9EFB68E-0E2A-4E1F-869F-137968DAD2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4" name="Line 43">
                <a:extLst>
                  <a:ext uri="{FF2B5EF4-FFF2-40B4-BE49-F238E27FC236}">
                    <a16:creationId xmlns:a16="http://schemas.microsoft.com/office/drawing/2014/main" id="{B7E54B78-0B26-4E71-83BA-EB5B311F04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5" name="Line 44">
                <a:extLst>
                  <a:ext uri="{FF2B5EF4-FFF2-40B4-BE49-F238E27FC236}">
                    <a16:creationId xmlns:a16="http://schemas.microsoft.com/office/drawing/2014/main" id="{EB4675EB-8FD9-4204-8B2B-9DC51191A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6" name="Line 45">
                <a:extLst>
                  <a:ext uri="{FF2B5EF4-FFF2-40B4-BE49-F238E27FC236}">
                    <a16:creationId xmlns:a16="http://schemas.microsoft.com/office/drawing/2014/main" id="{1FD92913-51A5-48E4-8EC1-F7C308E90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7" name="Line 46">
                <a:extLst>
                  <a:ext uri="{FF2B5EF4-FFF2-40B4-BE49-F238E27FC236}">
                    <a16:creationId xmlns:a16="http://schemas.microsoft.com/office/drawing/2014/main" id="{2208711B-8C22-4ADF-9B70-E112B23BF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8" name="Line 47">
                <a:extLst>
                  <a:ext uri="{FF2B5EF4-FFF2-40B4-BE49-F238E27FC236}">
                    <a16:creationId xmlns:a16="http://schemas.microsoft.com/office/drawing/2014/main" id="{AE219C9C-7C88-4431-B6BF-91B9FC47E7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09" name="Line 48">
                <a:extLst>
                  <a:ext uri="{FF2B5EF4-FFF2-40B4-BE49-F238E27FC236}">
                    <a16:creationId xmlns:a16="http://schemas.microsoft.com/office/drawing/2014/main" id="{7301C820-0234-4273-A9EB-50620D045B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410" name="Line 49">
                <a:extLst>
                  <a:ext uri="{FF2B5EF4-FFF2-40B4-BE49-F238E27FC236}">
                    <a16:creationId xmlns:a16="http://schemas.microsoft.com/office/drawing/2014/main" id="{EC6C2511-C6E2-449B-88A2-17D7BC2706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7" name="Group 50">
              <a:extLst>
                <a:ext uri="{FF2B5EF4-FFF2-40B4-BE49-F238E27FC236}">
                  <a16:creationId xmlns:a16="http://schemas.microsoft.com/office/drawing/2014/main" id="{05EC0BA2-EE12-4CFB-8180-27E5E9DBA1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2385" name="Rectangle 51">
                <a:extLst>
                  <a:ext uri="{FF2B5EF4-FFF2-40B4-BE49-F238E27FC236}">
                    <a16:creationId xmlns:a16="http://schemas.microsoft.com/office/drawing/2014/main" id="{9ED6701A-40EB-45A2-87B7-41372E1C7E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86" name="Text Box 52">
                <a:extLst>
                  <a:ext uri="{FF2B5EF4-FFF2-40B4-BE49-F238E27FC236}">
                    <a16:creationId xmlns:a16="http://schemas.microsoft.com/office/drawing/2014/main" id="{17557405-B86E-4235-A220-5063AD0E4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2387" name="Text Box 53">
                <a:extLst>
                  <a:ext uri="{FF2B5EF4-FFF2-40B4-BE49-F238E27FC236}">
                    <a16:creationId xmlns:a16="http://schemas.microsoft.com/office/drawing/2014/main" id="{DEC93BAF-5472-473E-AB0A-27FC452CD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2388" name="Text Box 54">
                <a:extLst>
                  <a:ext uri="{FF2B5EF4-FFF2-40B4-BE49-F238E27FC236}">
                    <a16:creationId xmlns:a16="http://schemas.microsoft.com/office/drawing/2014/main" id="{23CBC5EC-B602-4749-B140-64EC1728EE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89" name="Text Box 55">
                <a:extLst>
                  <a:ext uri="{FF2B5EF4-FFF2-40B4-BE49-F238E27FC236}">
                    <a16:creationId xmlns:a16="http://schemas.microsoft.com/office/drawing/2014/main" id="{2108883D-1B61-46B8-BC0B-20F0A6BF28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90" name="Line 56">
                <a:extLst>
                  <a:ext uri="{FF2B5EF4-FFF2-40B4-BE49-F238E27FC236}">
                    <a16:creationId xmlns:a16="http://schemas.microsoft.com/office/drawing/2014/main" id="{0513723F-6AD6-48C7-A48E-8C78AFB2D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1" name="Line 57">
                <a:extLst>
                  <a:ext uri="{FF2B5EF4-FFF2-40B4-BE49-F238E27FC236}">
                    <a16:creationId xmlns:a16="http://schemas.microsoft.com/office/drawing/2014/main" id="{23F3DD39-331E-46BA-B9A2-911000B1E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2" name="Line 58">
                <a:extLst>
                  <a:ext uri="{FF2B5EF4-FFF2-40B4-BE49-F238E27FC236}">
                    <a16:creationId xmlns:a16="http://schemas.microsoft.com/office/drawing/2014/main" id="{B64E8EDE-743D-418F-967F-4169A45645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3" name="Line 59">
                <a:extLst>
                  <a:ext uri="{FF2B5EF4-FFF2-40B4-BE49-F238E27FC236}">
                    <a16:creationId xmlns:a16="http://schemas.microsoft.com/office/drawing/2014/main" id="{8AD88552-29E0-4863-ACDA-59EE5EBBE4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4" name="Line 60">
                <a:extLst>
                  <a:ext uri="{FF2B5EF4-FFF2-40B4-BE49-F238E27FC236}">
                    <a16:creationId xmlns:a16="http://schemas.microsoft.com/office/drawing/2014/main" id="{4BC933A2-F15A-426F-94F8-14BEE18A4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5" name="Line 61">
                <a:extLst>
                  <a:ext uri="{FF2B5EF4-FFF2-40B4-BE49-F238E27FC236}">
                    <a16:creationId xmlns:a16="http://schemas.microsoft.com/office/drawing/2014/main" id="{6E9E0626-8F4A-455D-BDB5-20FEFAAF8F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6" name="Line 62">
                <a:extLst>
                  <a:ext uri="{FF2B5EF4-FFF2-40B4-BE49-F238E27FC236}">
                    <a16:creationId xmlns:a16="http://schemas.microsoft.com/office/drawing/2014/main" id="{EB894672-FC3C-4CF7-8AB3-4083F9D452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97" name="Line 63">
                <a:extLst>
                  <a:ext uri="{FF2B5EF4-FFF2-40B4-BE49-F238E27FC236}">
                    <a16:creationId xmlns:a16="http://schemas.microsoft.com/office/drawing/2014/main" id="{2A1549E0-0633-44E1-B3A1-770ADF6C45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8" name="Group 65">
              <a:extLst>
                <a:ext uri="{FF2B5EF4-FFF2-40B4-BE49-F238E27FC236}">
                  <a16:creationId xmlns:a16="http://schemas.microsoft.com/office/drawing/2014/main" id="{4D54FE3A-F3C9-4C72-81D2-F5DAD16C10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2372" name="Rectangle 66">
                <a:extLst>
                  <a:ext uri="{FF2B5EF4-FFF2-40B4-BE49-F238E27FC236}">
                    <a16:creationId xmlns:a16="http://schemas.microsoft.com/office/drawing/2014/main" id="{91591AB2-233B-4150-AE24-B41347DD0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73" name="Text Box 67">
                <a:extLst>
                  <a:ext uri="{FF2B5EF4-FFF2-40B4-BE49-F238E27FC236}">
                    <a16:creationId xmlns:a16="http://schemas.microsoft.com/office/drawing/2014/main" id="{A7F4C664-33ED-4939-8757-1E44C7A6CF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2374" name="Text Box 68">
                <a:extLst>
                  <a:ext uri="{FF2B5EF4-FFF2-40B4-BE49-F238E27FC236}">
                    <a16:creationId xmlns:a16="http://schemas.microsoft.com/office/drawing/2014/main" id="{3F711289-6715-442B-AF0D-3F3D9E2A5E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2375" name="Text Box 69">
                <a:extLst>
                  <a:ext uri="{FF2B5EF4-FFF2-40B4-BE49-F238E27FC236}">
                    <a16:creationId xmlns:a16="http://schemas.microsoft.com/office/drawing/2014/main" id="{A6175E92-495B-4211-A62B-6BB7E0A269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76" name="Text Box 70">
                <a:extLst>
                  <a:ext uri="{FF2B5EF4-FFF2-40B4-BE49-F238E27FC236}">
                    <a16:creationId xmlns:a16="http://schemas.microsoft.com/office/drawing/2014/main" id="{1468A355-0F33-4A28-B4B2-43497CA420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77" name="Line 71">
                <a:extLst>
                  <a:ext uri="{FF2B5EF4-FFF2-40B4-BE49-F238E27FC236}">
                    <a16:creationId xmlns:a16="http://schemas.microsoft.com/office/drawing/2014/main" id="{C4BE91B3-C6A4-4B61-81E0-A8BD75FDD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8" name="Line 72">
                <a:extLst>
                  <a:ext uri="{FF2B5EF4-FFF2-40B4-BE49-F238E27FC236}">
                    <a16:creationId xmlns:a16="http://schemas.microsoft.com/office/drawing/2014/main" id="{A1FEE642-95B5-45DC-8A79-A276DBE3D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9" name="Line 73">
                <a:extLst>
                  <a:ext uri="{FF2B5EF4-FFF2-40B4-BE49-F238E27FC236}">
                    <a16:creationId xmlns:a16="http://schemas.microsoft.com/office/drawing/2014/main" id="{B3AD289A-6844-4CAE-8BD5-76F1E4EC9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0" name="Line 74">
                <a:extLst>
                  <a:ext uri="{FF2B5EF4-FFF2-40B4-BE49-F238E27FC236}">
                    <a16:creationId xmlns:a16="http://schemas.microsoft.com/office/drawing/2014/main" id="{46D27CCB-8C90-4B84-B458-E18064F31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1" name="Line 75">
                <a:extLst>
                  <a:ext uri="{FF2B5EF4-FFF2-40B4-BE49-F238E27FC236}">
                    <a16:creationId xmlns:a16="http://schemas.microsoft.com/office/drawing/2014/main" id="{A72D153E-C145-4E74-B77F-6300782FB6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2" name="Line 76">
                <a:extLst>
                  <a:ext uri="{FF2B5EF4-FFF2-40B4-BE49-F238E27FC236}">
                    <a16:creationId xmlns:a16="http://schemas.microsoft.com/office/drawing/2014/main" id="{F03FBEA9-CBC9-43FE-9757-D4D1AD0D3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3" name="Line 77">
                <a:extLst>
                  <a:ext uri="{FF2B5EF4-FFF2-40B4-BE49-F238E27FC236}">
                    <a16:creationId xmlns:a16="http://schemas.microsoft.com/office/drawing/2014/main" id="{FF972D02-6173-46CB-ACE3-E3283EA45C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84" name="Line 78">
                <a:extLst>
                  <a:ext uri="{FF2B5EF4-FFF2-40B4-BE49-F238E27FC236}">
                    <a16:creationId xmlns:a16="http://schemas.microsoft.com/office/drawing/2014/main" id="{2ECDE33B-74FD-4ECB-8756-2B017E3A81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19" name="Group 93">
              <a:extLst>
                <a:ext uri="{FF2B5EF4-FFF2-40B4-BE49-F238E27FC236}">
                  <a16:creationId xmlns:a16="http://schemas.microsoft.com/office/drawing/2014/main" id="{4010FBF8-AFFA-4E2B-A0A6-AE94C70310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2359" name="Rectangle 94">
                <a:extLst>
                  <a:ext uri="{FF2B5EF4-FFF2-40B4-BE49-F238E27FC236}">
                    <a16:creationId xmlns:a16="http://schemas.microsoft.com/office/drawing/2014/main" id="{C1B9B39A-B2D8-45D2-A2AE-985AB055F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60" name="Text Box 95">
                <a:extLst>
                  <a:ext uri="{FF2B5EF4-FFF2-40B4-BE49-F238E27FC236}">
                    <a16:creationId xmlns:a16="http://schemas.microsoft.com/office/drawing/2014/main" id="{E55988DC-25EB-4C9E-B381-3D8CF007FD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2361" name="Text Box 96">
                <a:extLst>
                  <a:ext uri="{FF2B5EF4-FFF2-40B4-BE49-F238E27FC236}">
                    <a16:creationId xmlns:a16="http://schemas.microsoft.com/office/drawing/2014/main" id="{D4AF82C0-8F15-4260-8E0E-6646580EB0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2362" name="Text Box 97">
                <a:extLst>
                  <a:ext uri="{FF2B5EF4-FFF2-40B4-BE49-F238E27FC236}">
                    <a16:creationId xmlns:a16="http://schemas.microsoft.com/office/drawing/2014/main" id="{82DAF496-78C7-4840-A487-A46BF3FEE8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63" name="Text Box 98">
                <a:extLst>
                  <a:ext uri="{FF2B5EF4-FFF2-40B4-BE49-F238E27FC236}">
                    <a16:creationId xmlns:a16="http://schemas.microsoft.com/office/drawing/2014/main" id="{E91D5873-04B0-4A9A-A0DD-BCE74CD79C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64" name="Line 99">
                <a:extLst>
                  <a:ext uri="{FF2B5EF4-FFF2-40B4-BE49-F238E27FC236}">
                    <a16:creationId xmlns:a16="http://schemas.microsoft.com/office/drawing/2014/main" id="{C2965546-0262-485D-908A-FD193CC66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5" name="Line 100">
                <a:extLst>
                  <a:ext uri="{FF2B5EF4-FFF2-40B4-BE49-F238E27FC236}">
                    <a16:creationId xmlns:a16="http://schemas.microsoft.com/office/drawing/2014/main" id="{021B0CD0-2696-4E84-9F9B-F9F8BAB9D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6" name="Line 101">
                <a:extLst>
                  <a:ext uri="{FF2B5EF4-FFF2-40B4-BE49-F238E27FC236}">
                    <a16:creationId xmlns:a16="http://schemas.microsoft.com/office/drawing/2014/main" id="{BA5E432D-D10A-4DAF-9073-C369144CD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7" name="Line 102">
                <a:extLst>
                  <a:ext uri="{FF2B5EF4-FFF2-40B4-BE49-F238E27FC236}">
                    <a16:creationId xmlns:a16="http://schemas.microsoft.com/office/drawing/2014/main" id="{AC4FBF71-4CF3-419E-B525-830C30C72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8" name="Line 103">
                <a:extLst>
                  <a:ext uri="{FF2B5EF4-FFF2-40B4-BE49-F238E27FC236}">
                    <a16:creationId xmlns:a16="http://schemas.microsoft.com/office/drawing/2014/main" id="{C556A998-9F46-43D7-A921-9AAB3B847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69" name="Line 104">
                <a:extLst>
                  <a:ext uri="{FF2B5EF4-FFF2-40B4-BE49-F238E27FC236}">
                    <a16:creationId xmlns:a16="http://schemas.microsoft.com/office/drawing/2014/main" id="{5CDC8DA7-73BA-4150-9349-254D4A2D82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0" name="Line 105">
                <a:extLst>
                  <a:ext uri="{FF2B5EF4-FFF2-40B4-BE49-F238E27FC236}">
                    <a16:creationId xmlns:a16="http://schemas.microsoft.com/office/drawing/2014/main" id="{B769B664-81C3-41D1-A358-A8E518059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71" name="Line 106">
                <a:extLst>
                  <a:ext uri="{FF2B5EF4-FFF2-40B4-BE49-F238E27FC236}">
                    <a16:creationId xmlns:a16="http://schemas.microsoft.com/office/drawing/2014/main" id="{E6EE34F6-2F8F-4E0A-A869-B80084C502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0" name="Group 121">
              <a:extLst>
                <a:ext uri="{FF2B5EF4-FFF2-40B4-BE49-F238E27FC236}">
                  <a16:creationId xmlns:a16="http://schemas.microsoft.com/office/drawing/2014/main" id="{30DF443B-AAC2-40D0-B540-409FCB305E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2346" name="Rectangle 122">
                <a:extLst>
                  <a:ext uri="{FF2B5EF4-FFF2-40B4-BE49-F238E27FC236}">
                    <a16:creationId xmlns:a16="http://schemas.microsoft.com/office/drawing/2014/main" id="{E5584754-9A91-48EC-BC3C-348EAC21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47" name="Text Box 123">
                <a:extLst>
                  <a:ext uri="{FF2B5EF4-FFF2-40B4-BE49-F238E27FC236}">
                    <a16:creationId xmlns:a16="http://schemas.microsoft.com/office/drawing/2014/main" id="{77ACEA27-C202-49CF-A5AC-BDCFA5AB71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2348" name="Text Box 124">
                <a:extLst>
                  <a:ext uri="{FF2B5EF4-FFF2-40B4-BE49-F238E27FC236}">
                    <a16:creationId xmlns:a16="http://schemas.microsoft.com/office/drawing/2014/main" id="{3FAF9D5E-CC82-4F74-90C6-4C303F14D2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2349" name="Text Box 125">
                <a:extLst>
                  <a:ext uri="{FF2B5EF4-FFF2-40B4-BE49-F238E27FC236}">
                    <a16:creationId xmlns:a16="http://schemas.microsoft.com/office/drawing/2014/main" id="{E9AF8CE3-AB8A-4D4E-9DF9-8DB63C7655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50" name="Text Box 126">
                <a:extLst>
                  <a:ext uri="{FF2B5EF4-FFF2-40B4-BE49-F238E27FC236}">
                    <a16:creationId xmlns:a16="http://schemas.microsoft.com/office/drawing/2014/main" id="{2269EE9D-58A3-40ED-823C-439EAFE6CB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51" name="Line 127">
                <a:extLst>
                  <a:ext uri="{FF2B5EF4-FFF2-40B4-BE49-F238E27FC236}">
                    <a16:creationId xmlns:a16="http://schemas.microsoft.com/office/drawing/2014/main" id="{3C72CF00-FBD6-435F-847A-65D10D92E6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2" name="Line 128">
                <a:extLst>
                  <a:ext uri="{FF2B5EF4-FFF2-40B4-BE49-F238E27FC236}">
                    <a16:creationId xmlns:a16="http://schemas.microsoft.com/office/drawing/2014/main" id="{86DEA8D4-B749-4FB6-B7A8-7472034555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3" name="Line 129">
                <a:extLst>
                  <a:ext uri="{FF2B5EF4-FFF2-40B4-BE49-F238E27FC236}">
                    <a16:creationId xmlns:a16="http://schemas.microsoft.com/office/drawing/2014/main" id="{02A1F855-FB49-4F3E-9D69-C4B8B7773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4" name="Line 130">
                <a:extLst>
                  <a:ext uri="{FF2B5EF4-FFF2-40B4-BE49-F238E27FC236}">
                    <a16:creationId xmlns:a16="http://schemas.microsoft.com/office/drawing/2014/main" id="{E99E8B4C-07A0-4277-88B0-836549813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5" name="Line 131">
                <a:extLst>
                  <a:ext uri="{FF2B5EF4-FFF2-40B4-BE49-F238E27FC236}">
                    <a16:creationId xmlns:a16="http://schemas.microsoft.com/office/drawing/2014/main" id="{B1A8505F-1A69-4ABB-A602-04E4C01C3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6" name="Line 132">
                <a:extLst>
                  <a:ext uri="{FF2B5EF4-FFF2-40B4-BE49-F238E27FC236}">
                    <a16:creationId xmlns:a16="http://schemas.microsoft.com/office/drawing/2014/main" id="{F029FBDC-236F-4E31-8940-759E0D487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7" name="Line 133">
                <a:extLst>
                  <a:ext uri="{FF2B5EF4-FFF2-40B4-BE49-F238E27FC236}">
                    <a16:creationId xmlns:a16="http://schemas.microsoft.com/office/drawing/2014/main" id="{7B2A0496-6653-4301-A417-3DDAF57D55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58" name="Line 134">
                <a:extLst>
                  <a:ext uri="{FF2B5EF4-FFF2-40B4-BE49-F238E27FC236}">
                    <a16:creationId xmlns:a16="http://schemas.microsoft.com/office/drawing/2014/main" id="{A451F027-F292-4F45-81A4-143AB0E30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1" name="Group 163">
              <a:extLst>
                <a:ext uri="{FF2B5EF4-FFF2-40B4-BE49-F238E27FC236}">
                  <a16:creationId xmlns:a16="http://schemas.microsoft.com/office/drawing/2014/main" id="{DBB55A91-3125-443A-976F-BF50873DE5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2333" name="Rectangle 164">
                <a:extLst>
                  <a:ext uri="{FF2B5EF4-FFF2-40B4-BE49-F238E27FC236}">
                    <a16:creationId xmlns:a16="http://schemas.microsoft.com/office/drawing/2014/main" id="{4C9C7A27-3CFA-469F-A61E-19673460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34" name="Text Box 165">
                <a:extLst>
                  <a:ext uri="{FF2B5EF4-FFF2-40B4-BE49-F238E27FC236}">
                    <a16:creationId xmlns:a16="http://schemas.microsoft.com/office/drawing/2014/main" id="{9E35E033-1DED-48F9-BD5A-01C4F66CD4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2335" name="Text Box 166">
                <a:extLst>
                  <a:ext uri="{FF2B5EF4-FFF2-40B4-BE49-F238E27FC236}">
                    <a16:creationId xmlns:a16="http://schemas.microsoft.com/office/drawing/2014/main" id="{28209D96-AB7C-48B4-8195-AE4DED73BA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2336" name="Text Box 167">
                <a:extLst>
                  <a:ext uri="{FF2B5EF4-FFF2-40B4-BE49-F238E27FC236}">
                    <a16:creationId xmlns:a16="http://schemas.microsoft.com/office/drawing/2014/main" id="{413C1003-2D65-43C0-BEDF-3F8BD6B153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2337" name="Text Box 168">
                <a:extLst>
                  <a:ext uri="{FF2B5EF4-FFF2-40B4-BE49-F238E27FC236}">
                    <a16:creationId xmlns:a16="http://schemas.microsoft.com/office/drawing/2014/main" id="{AFC3089C-F774-4D4A-9EA0-37D34A1F59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2338" name="Line 169">
                <a:extLst>
                  <a:ext uri="{FF2B5EF4-FFF2-40B4-BE49-F238E27FC236}">
                    <a16:creationId xmlns:a16="http://schemas.microsoft.com/office/drawing/2014/main" id="{673682A5-DE23-44F4-924C-7765C98019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9" name="Line 170">
                <a:extLst>
                  <a:ext uri="{FF2B5EF4-FFF2-40B4-BE49-F238E27FC236}">
                    <a16:creationId xmlns:a16="http://schemas.microsoft.com/office/drawing/2014/main" id="{EDDCFE5C-3D35-460B-9EAB-C133F3E736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0" name="Line 171">
                <a:extLst>
                  <a:ext uri="{FF2B5EF4-FFF2-40B4-BE49-F238E27FC236}">
                    <a16:creationId xmlns:a16="http://schemas.microsoft.com/office/drawing/2014/main" id="{46804F70-04FE-4DF6-B3A3-A23D5DADFA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1" name="Line 172">
                <a:extLst>
                  <a:ext uri="{FF2B5EF4-FFF2-40B4-BE49-F238E27FC236}">
                    <a16:creationId xmlns:a16="http://schemas.microsoft.com/office/drawing/2014/main" id="{6016ADB6-99E1-4F49-955A-43BB9FC54B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2" name="Line 173">
                <a:extLst>
                  <a:ext uri="{FF2B5EF4-FFF2-40B4-BE49-F238E27FC236}">
                    <a16:creationId xmlns:a16="http://schemas.microsoft.com/office/drawing/2014/main" id="{139A7390-9386-4596-8A4F-0BF3E71BE3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3" name="Line 174">
                <a:extLst>
                  <a:ext uri="{FF2B5EF4-FFF2-40B4-BE49-F238E27FC236}">
                    <a16:creationId xmlns:a16="http://schemas.microsoft.com/office/drawing/2014/main" id="{F61CB270-7A83-4F6E-8A45-5AF7456251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4" name="Line 175">
                <a:extLst>
                  <a:ext uri="{FF2B5EF4-FFF2-40B4-BE49-F238E27FC236}">
                    <a16:creationId xmlns:a16="http://schemas.microsoft.com/office/drawing/2014/main" id="{2C44A04C-04C6-4319-8D30-8C773E6CD1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45" name="Line 176">
                <a:extLst>
                  <a:ext uri="{FF2B5EF4-FFF2-40B4-BE49-F238E27FC236}">
                    <a16:creationId xmlns:a16="http://schemas.microsoft.com/office/drawing/2014/main" id="{78454564-45A1-4AA1-A491-2159AB6C7C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2" name="Group 177">
              <a:extLst>
                <a:ext uri="{FF2B5EF4-FFF2-40B4-BE49-F238E27FC236}">
                  <a16:creationId xmlns:a16="http://schemas.microsoft.com/office/drawing/2014/main" id="{0ECF9F68-7EE6-4598-A853-AF08A5C7A1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2320" name="Rectangle 178">
                <a:extLst>
                  <a:ext uri="{FF2B5EF4-FFF2-40B4-BE49-F238E27FC236}">
                    <a16:creationId xmlns:a16="http://schemas.microsoft.com/office/drawing/2014/main" id="{5AA17C59-C9DE-4A55-BE9E-8197602DA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21" name="Text Box 179">
                <a:extLst>
                  <a:ext uri="{FF2B5EF4-FFF2-40B4-BE49-F238E27FC236}">
                    <a16:creationId xmlns:a16="http://schemas.microsoft.com/office/drawing/2014/main" id="{CF893276-CE4D-41E2-A3BB-A27441F57CA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2322" name="Text Box 180">
                <a:extLst>
                  <a:ext uri="{FF2B5EF4-FFF2-40B4-BE49-F238E27FC236}">
                    <a16:creationId xmlns:a16="http://schemas.microsoft.com/office/drawing/2014/main" id="{9733BD9D-B771-4EC8-B2D1-6E0CDAE8F17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2323" name="Text Box 181">
                <a:extLst>
                  <a:ext uri="{FF2B5EF4-FFF2-40B4-BE49-F238E27FC236}">
                    <a16:creationId xmlns:a16="http://schemas.microsoft.com/office/drawing/2014/main" id="{E53E11EF-111B-499D-935D-D7B366D799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2324" name="Text Box 182">
                <a:extLst>
                  <a:ext uri="{FF2B5EF4-FFF2-40B4-BE49-F238E27FC236}">
                    <a16:creationId xmlns:a16="http://schemas.microsoft.com/office/drawing/2014/main" id="{B8ADA65C-BFF9-4346-89EE-4B27EC46F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25" name="Line 183">
                <a:extLst>
                  <a:ext uri="{FF2B5EF4-FFF2-40B4-BE49-F238E27FC236}">
                    <a16:creationId xmlns:a16="http://schemas.microsoft.com/office/drawing/2014/main" id="{DFE20567-6BD9-4CE0-8B87-14F47EE537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6" name="Line 184">
                <a:extLst>
                  <a:ext uri="{FF2B5EF4-FFF2-40B4-BE49-F238E27FC236}">
                    <a16:creationId xmlns:a16="http://schemas.microsoft.com/office/drawing/2014/main" id="{CEB2B38D-8E0D-4486-8EF1-B2453AEEA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7" name="Line 185">
                <a:extLst>
                  <a:ext uri="{FF2B5EF4-FFF2-40B4-BE49-F238E27FC236}">
                    <a16:creationId xmlns:a16="http://schemas.microsoft.com/office/drawing/2014/main" id="{C2F02E86-B154-4040-903A-83CEFC758D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8" name="Line 186">
                <a:extLst>
                  <a:ext uri="{FF2B5EF4-FFF2-40B4-BE49-F238E27FC236}">
                    <a16:creationId xmlns:a16="http://schemas.microsoft.com/office/drawing/2014/main" id="{899A9981-39E4-4E6C-A70C-5BB04D38DF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29" name="Line 187">
                <a:extLst>
                  <a:ext uri="{FF2B5EF4-FFF2-40B4-BE49-F238E27FC236}">
                    <a16:creationId xmlns:a16="http://schemas.microsoft.com/office/drawing/2014/main" id="{63A74929-9D7E-4505-BCF5-8AC3F0F225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0" name="Line 188">
                <a:extLst>
                  <a:ext uri="{FF2B5EF4-FFF2-40B4-BE49-F238E27FC236}">
                    <a16:creationId xmlns:a16="http://schemas.microsoft.com/office/drawing/2014/main" id="{57AE8472-BE52-4FCC-9638-CCC923D029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1" name="Line 189">
                <a:extLst>
                  <a:ext uri="{FF2B5EF4-FFF2-40B4-BE49-F238E27FC236}">
                    <a16:creationId xmlns:a16="http://schemas.microsoft.com/office/drawing/2014/main" id="{F65024FE-EACC-449C-99FC-8D62BF04B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32" name="Line 190">
                <a:extLst>
                  <a:ext uri="{FF2B5EF4-FFF2-40B4-BE49-F238E27FC236}">
                    <a16:creationId xmlns:a16="http://schemas.microsoft.com/office/drawing/2014/main" id="{1761E868-E0A2-4E59-B420-507424C0A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23" name="Group 191">
              <a:extLst>
                <a:ext uri="{FF2B5EF4-FFF2-40B4-BE49-F238E27FC236}">
                  <a16:creationId xmlns:a16="http://schemas.microsoft.com/office/drawing/2014/main" id="{6D37C81C-C0EE-4998-889A-DB4E274228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2307" name="Rectangle 192">
                <a:extLst>
                  <a:ext uri="{FF2B5EF4-FFF2-40B4-BE49-F238E27FC236}">
                    <a16:creationId xmlns:a16="http://schemas.microsoft.com/office/drawing/2014/main" id="{DF7225A4-62D0-4872-81FD-9EE0A65E3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08" name="Text Box 193">
                <a:extLst>
                  <a:ext uri="{FF2B5EF4-FFF2-40B4-BE49-F238E27FC236}">
                    <a16:creationId xmlns:a16="http://schemas.microsoft.com/office/drawing/2014/main" id="{E43DBB3E-6286-4D4A-92DC-8464688DB6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2309" name="Text Box 194">
                <a:extLst>
                  <a:ext uri="{FF2B5EF4-FFF2-40B4-BE49-F238E27FC236}">
                    <a16:creationId xmlns:a16="http://schemas.microsoft.com/office/drawing/2014/main" id="{82AB904F-5E85-402D-96EA-1F545C245A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2310" name="Text Box 195">
                <a:extLst>
                  <a:ext uri="{FF2B5EF4-FFF2-40B4-BE49-F238E27FC236}">
                    <a16:creationId xmlns:a16="http://schemas.microsoft.com/office/drawing/2014/main" id="{1B910863-EC47-4BB5-BC60-ECF96832E8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2311" name="Text Box 196">
                <a:extLst>
                  <a:ext uri="{FF2B5EF4-FFF2-40B4-BE49-F238E27FC236}">
                    <a16:creationId xmlns:a16="http://schemas.microsoft.com/office/drawing/2014/main" id="{B2358EAC-65E8-42C9-81C8-1CC866F640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312" name="Line 197">
                <a:extLst>
                  <a:ext uri="{FF2B5EF4-FFF2-40B4-BE49-F238E27FC236}">
                    <a16:creationId xmlns:a16="http://schemas.microsoft.com/office/drawing/2014/main" id="{99D99E91-9D35-4D5F-BB19-D9B050E7A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3" name="Line 198">
                <a:extLst>
                  <a:ext uri="{FF2B5EF4-FFF2-40B4-BE49-F238E27FC236}">
                    <a16:creationId xmlns:a16="http://schemas.microsoft.com/office/drawing/2014/main" id="{4A57C1F9-9B14-4ED8-8CA8-F2EBF25C7E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4" name="Line 199">
                <a:extLst>
                  <a:ext uri="{FF2B5EF4-FFF2-40B4-BE49-F238E27FC236}">
                    <a16:creationId xmlns:a16="http://schemas.microsoft.com/office/drawing/2014/main" id="{1CA26094-8557-4554-AE36-43DC7EDFF8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5" name="Line 200">
                <a:extLst>
                  <a:ext uri="{FF2B5EF4-FFF2-40B4-BE49-F238E27FC236}">
                    <a16:creationId xmlns:a16="http://schemas.microsoft.com/office/drawing/2014/main" id="{90966FD2-CEBE-41DC-A6EE-5647A8E5C0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6" name="Line 201">
                <a:extLst>
                  <a:ext uri="{FF2B5EF4-FFF2-40B4-BE49-F238E27FC236}">
                    <a16:creationId xmlns:a16="http://schemas.microsoft.com/office/drawing/2014/main" id="{7A2D11BC-E3A5-4611-96F4-FCED584170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7" name="Line 202">
                <a:extLst>
                  <a:ext uri="{FF2B5EF4-FFF2-40B4-BE49-F238E27FC236}">
                    <a16:creationId xmlns:a16="http://schemas.microsoft.com/office/drawing/2014/main" id="{BDF4EBA9-3A0E-49E8-B9F6-2678974F4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8" name="Line 203">
                <a:extLst>
                  <a:ext uri="{FF2B5EF4-FFF2-40B4-BE49-F238E27FC236}">
                    <a16:creationId xmlns:a16="http://schemas.microsoft.com/office/drawing/2014/main" id="{98321935-79C9-4577-9D97-A8B26C9000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19" name="Line 204">
                <a:extLst>
                  <a:ext uri="{FF2B5EF4-FFF2-40B4-BE49-F238E27FC236}">
                    <a16:creationId xmlns:a16="http://schemas.microsoft.com/office/drawing/2014/main" id="{56E017C6-8089-47CE-8C7B-5EA2BBE1C0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24" name="Line 20">
              <a:extLst>
                <a:ext uri="{FF2B5EF4-FFF2-40B4-BE49-F238E27FC236}">
                  <a16:creationId xmlns:a16="http://schemas.microsoft.com/office/drawing/2014/main" id="{687EE009-322A-4AD9-A8FF-9765DF6866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25" name="Line 21">
              <a:extLst>
                <a:ext uri="{FF2B5EF4-FFF2-40B4-BE49-F238E27FC236}">
                  <a16:creationId xmlns:a16="http://schemas.microsoft.com/office/drawing/2014/main" id="{A82C1850-A47A-403B-AE0D-56E4A8314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26" name="Line 19">
              <a:extLst>
                <a:ext uri="{FF2B5EF4-FFF2-40B4-BE49-F238E27FC236}">
                  <a16:creationId xmlns:a16="http://schemas.microsoft.com/office/drawing/2014/main" id="{C86A59FE-DCBD-4F95-8E32-19E1E85839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27" name="Line 210">
              <a:extLst>
                <a:ext uri="{FF2B5EF4-FFF2-40B4-BE49-F238E27FC236}">
                  <a16:creationId xmlns:a16="http://schemas.microsoft.com/office/drawing/2014/main" id="{0E02B074-668C-4AD3-8869-9ABE34AE59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28" name="Group 79">
              <a:extLst>
                <a:ext uri="{FF2B5EF4-FFF2-40B4-BE49-F238E27FC236}">
                  <a16:creationId xmlns:a16="http://schemas.microsoft.com/office/drawing/2014/main" id="{2246F13C-E330-4278-9175-DEFA574A02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2294" name="Rectangle 80">
                <a:extLst>
                  <a:ext uri="{FF2B5EF4-FFF2-40B4-BE49-F238E27FC236}">
                    <a16:creationId xmlns:a16="http://schemas.microsoft.com/office/drawing/2014/main" id="{0B1A4C23-738D-4E85-A338-824797D02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95" name="Text Box 81">
                <a:extLst>
                  <a:ext uri="{FF2B5EF4-FFF2-40B4-BE49-F238E27FC236}">
                    <a16:creationId xmlns:a16="http://schemas.microsoft.com/office/drawing/2014/main" id="{03D8D6C6-2D20-4A81-B3FA-FB1EF5B2DF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2296" name="Text Box 82">
                <a:extLst>
                  <a:ext uri="{FF2B5EF4-FFF2-40B4-BE49-F238E27FC236}">
                    <a16:creationId xmlns:a16="http://schemas.microsoft.com/office/drawing/2014/main" id="{E066D5EE-E2CF-4EF7-8B4D-230126010F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2297" name="Text Box 83">
                <a:extLst>
                  <a:ext uri="{FF2B5EF4-FFF2-40B4-BE49-F238E27FC236}">
                    <a16:creationId xmlns:a16="http://schemas.microsoft.com/office/drawing/2014/main" id="{1D789544-B840-4487-BEE7-D6A4A3D3E7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98" name="Text Box 84">
                <a:extLst>
                  <a:ext uri="{FF2B5EF4-FFF2-40B4-BE49-F238E27FC236}">
                    <a16:creationId xmlns:a16="http://schemas.microsoft.com/office/drawing/2014/main" id="{8058B550-DAD7-4BC3-A8C1-D2F84CD46B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99" name="Line 85">
                <a:extLst>
                  <a:ext uri="{FF2B5EF4-FFF2-40B4-BE49-F238E27FC236}">
                    <a16:creationId xmlns:a16="http://schemas.microsoft.com/office/drawing/2014/main" id="{BD5CF464-057F-471F-9E9E-6752A53ADF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0" name="Line 86">
                <a:extLst>
                  <a:ext uri="{FF2B5EF4-FFF2-40B4-BE49-F238E27FC236}">
                    <a16:creationId xmlns:a16="http://schemas.microsoft.com/office/drawing/2014/main" id="{11D9AB96-939B-477C-AE53-72B6A7914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1" name="Line 87">
                <a:extLst>
                  <a:ext uri="{FF2B5EF4-FFF2-40B4-BE49-F238E27FC236}">
                    <a16:creationId xmlns:a16="http://schemas.microsoft.com/office/drawing/2014/main" id="{45EC54B6-75E4-4813-A3A9-142E1EF4F0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2" name="Line 88">
                <a:extLst>
                  <a:ext uri="{FF2B5EF4-FFF2-40B4-BE49-F238E27FC236}">
                    <a16:creationId xmlns:a16="http://schemas.microsoft.com/office/drawing/2014/main" id="{C3CD8B91-1C80-421F-876A-B3FF134E0F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3" name="Line 89">
                <a:extLst>
                  <a:ext uri="{FF2B5EF4-FFF2-40B4-BE49-F238E27FC236}">
                    <a16:creationId xmlns:a16="http://schemas.microsoft.com/office/drawing/2014/main" id="{0958E388-8597-430E-BDBD-2A9BD6738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4" name="Line 90">
                <a:extLst>
                  <a:ext uri="{FF2B5EF4-FFF2-40B4-BE49-F238E27FC236}">
                    <a16:creationId xmlns:a16="http://schemas.microsoft.com/office/drawing/2014/main" id="{ADBE5DB6-7E93-4A02-9955-44ACB24706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5" name="Line 91">
                <a:extLst>
                  <a:ext uri="{FF2B5EF4-FFF2-40B4-BE49-F238E27FC236}">
                    <a16:creationId xmlns:a16="http://schemas.microsoft.com/office/drawing/2014/main" id="{08331ECC-EE97-485A-9656-CCE7FF201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306" name="Line 92">
                <a:extLst>
                  <a:ext uri="{FF2B5EF4-FFF2-40B4-BE49-F238E27FC236}">
                    <a16:creationId xmlns:a16="http://schemas.microsoft.com/office/drawing/2014/main" id="{2C8B90C4-6931-48A7-AADC-88932C56FA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29" name="Line 211">
              <a:extLst>
                <a:ext uri="{FF2B5EF4-FFF2-40B4-BE49-F238E27FC236}">
                  <a16:creationId xmlns:a16="http://schemas.microsoft.com/office/drawing/2014/main" id="{150D246C-BBA6-4FB4-902E-712234054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0" name="Line 213">
              <a:extLst>
                <a:ext uri="{FF2B5EF4-FFF2-40B4-BE49-F238E27FC236}">
                  <a16:creationId xmlns:a16="http://schemas.microsoft.com/office/drawing/2014/main" id="{4ACE47B3-F1E1-4E48-B66D-1F71B9EE34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1" name="Line 216">
              <a:extLst>
                <a:ext uri="{FF2B5EF4-FFF2-40B4-BE49-F238E27FC236}">
                  <a16:creationId xmlns:a16="http://schemas.microsoft.com/office/drawing/2014/main" id="{DA49B73A-9FD9-4816-AACC-F49BD98C78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8" y="2004"/>
              <a:ext cx="586" cy="156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32" name="Group 135">
              <a:extLst>
                <a:ext uri="{FF2B5EF4-FFF2-40B4-BE49-F238E27FC236}">
                  <a16:creationId xmlns:a16="http://schemas.microsoft.com/office/drawing/2014/main" id="{51A939F5-AD19-491E-B68D-EF9FA8A348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2281" name="Rectangle 136">
                <a:extLst>
                  <a:ext uri="{FF2B5EF4-FFF2-40B4-BE49-F238E27FC236}">
                    <a16:creationId xmlns:a16="http://schemas.microsoft.com/office/drawing/2014/main" id="{CC768386-0D31-4A4B-9B1E-6E214B1D6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82" name="Text Box 137">
                <a:extLst>
                  <a:ext uri="{FF2B5EF4-FFF2-40B4-BE49-F238E27FC236}">
                    <a16:creationId xmlns:a16="http://schemas.microsoft.com/office/drawing/2014/main" id="{E9CC3480-338C-473A-9112-624E07EC4F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2283" name="Text Box 138">
                <a:extLst>
                  <a:ext uri="{FF2B5EF4-FFF2-40B4-BE49-F238E27FC236}">
                    <a16:creationId xmlns:a16="http://schemas.microsoft.com/office/drawing/2014/main" id="{3012D5C4-EB7D-457D-AFF3-7195047263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2284" name="Text Box 139">
                <a:extLst>
                  <a:ext uri="{FF2B5EF4-FFF2-40B4-BE49-F238E27FC236}">
                    <a16:creationId xmlns:a16="http://schemas.microsoft.com/office/drawing/2014/main" id="{517816D9-BD37-4042-B40D-571434C413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85" name="Text Box 140">
                <a:extLst>
                  <a:ext uri="{FF2B5EF4-FFF2-40B4-BE49-F238E27FC236}">
                    <a16:creationId xmlns:a16="http://schemas.microsoft.com/office/drawing/2014/main" id="{503E6ABB-8B55-465A-B043-68600A60BA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86" name="Line 141">
                <a:extLst>
                  <a:ext uri="{FF2B5EF4-FFF2-40B4-BE49-F238E27FC236}">
                    <a16:creationId xmlns:a16="http://schemas.microsoft.com/office/drawing/2014/main" id="{8139D409-70E0-4F73-97AC-6ECCBAB2E3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7" name="Line 142">
                <a:extLst>
                  <a:ext uri="{FF2B5EF4-FFF2-40B4-BE49-F238E27FC236}">
                    <a16:creationId xmlns:a16="http://schemas.microsoft.com/office/drawing/2014/main" id="{216084D9-99F6-48C4-BC00-E1EE6A11B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8" name="Line 143">
                <a:extLst>
                  <a:ext uri="{FF2B5EF4-FFF2-40B4-BE49-F238E27FC236}">
                    <a16:creationId xmlns:a16="http://schemas.microsoft.com/office/drawing/2014/main" id="{CABE370F-7E3D-40F8-AE41-A2558D9AF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9" name="Line 144">
                <a:extLst>
                  <a:ext uri="{FF2B5EF4-FFF2-40B4-BE49-F238E27FC236}">
                    <a16:creationId xmlns:a16="http://schemas.microsoft.com/office/drawing/2014/main" id="{B5208C85-EBC0-4795-90BD-F22474E0E4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0" name="Line 145">
                <a:extLst>
                  <a:ext uri="{FF2B5EF4-FFF2-40B4-BE49-F238E27FC236}">
                    <a16:creationId xmlns:a16="http://schemas.microsoft.com/office/drawing/2014/main" id="{7AEEB2B0-454F-4EE9-9E0B-CDC91107A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1" name="Line 146">
                <a:extLst>
                  <a:ext uri="{FF2B5EF4-FFF2-40B4-BE49-F238E27FC236}">
                    <a16:creationId xmlns:a16="http://schemas.microsoft.com/office/drawing/2014/main" id="{341A1B90-DF6A-4BF2-B29A-4A5329B90F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2" name="Line 147">
                <a:extLst>
                  <a:ext uri="{FF2B5EF4-FFF2-40B4-BE49-F238E27FC236}">
                    <a16:creationId xmlns:a16="http://schemas.microsoft.com/office/drawing/2014/main" id="{ED30149B-4317-44EE-B599-04FD881EC5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93" name="Line 148">
                <a:extLst>
                  <a:ext uri="{FF2B5EF4-FFF2-40B4-BE49-F238E27FC236}">
                    <a16:creationId xmlns:a16="http://schemas.microsoft.com/office/drawing/2014/main" id="{2297CA79-0B21-48D5-9C76-19CB32048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233" name="Group 149">
              <a:extLst>
                <a:ext uri="{FF2B5EF4-FFF2-40B4-BE49-F238E27FC236}">
                  <a16:creationId xmlns:a16="http://schemas.microsoft.com/office/drawing/2014/main" id="{7E1FAAA7-2885-468C-9F9B-3509BDBCF0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7" y="3567"/>
              <a:ext cx="1512" cy="202"/>
              <a:chOff x="2976" y="2680"/>
              <a:chExt cx="1872" cy="296"/>
            </a:xfrm>
          </p:grpSpPr>
          <p:sp>
            <p:nvSpPr>
              <p:cNvPr id="42268" name="Rectangle 150">
                <a:extLst>
                  <a:ext uri="{FF2B5EF4-FFF2-40B4-BE49-F238E27FC236}">
                    <a16:creationId xmlns:a16="http://schemas.microsoft.com/office/drawing/2014/main" id="{F46E41B7-910C-49D1-BC55-49AA0B0F6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69" name="Text Box 151">
                <a:extLst>
                  <a:ext uri="{FF2B5EF4-FFF2-40B4-BE49-F238E27FC236}">
                    <a16:creationId xmlns:a16="http://schemas.microsoft.com/office/drawing/2014/main" id="{2522CDD0-2746-4710-BCA5-ABC469DDFA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2270" name="Text Box 152">
                <a:extLst>
                  <a:ext uri="{FF2B5EF4-FFF2-40B4-BE49-F238E27FC236}">
                    <a16:creationId xmlns:a16="http://schemas.microsoft.com/office/drawing/2014/main" id="{671C3291-B0B8-488C-8D11-E2C7F3A65A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2271" name="Text Box 153">
                <a:extLst>
                  <a:ext uri="{FF2B5EF4-FFF2-40B4-BE49-F238E27FC236}">
                    <a16:creationId xmlns:a16="http://schemas.microsoft.com/office/drawing/2014/main" id="{A1604052-9F04-4870-AD94-312503FE9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72" name="Text Box 154">
                <a:extLst>
                  <a:ext uri="{FF2B5EF4-FFF2-40B4-BE49-F238E27FC236}">
                    <a16:creationId xmlns:a16="http://schemas.microsoft.com/office/drawing/2014/main" id="{98750606-C663-4F3F-BA6B-3030CA398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73" name="Line 155">
                <a:extLst>
                  <a:ext uri="{FF2B5EF4-FFF2-40B4-BE49-F238E27FC236}">
                    <a16:creationId xmlns:a16="http://schemas.microsoft.com/office/drawing/2014/main" id="{AD4835EF-1342-4531-9FF4-5A36D9347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4" name="Line 156">
                <a:extLst>
                  <a:ext uri="{FF2B5EF4-FFF2-40B4-BE49-F238E27FC236}">
                    <a16:creationId xmlns:a16="http://schemas.microsoft.com/office/drawing/2014/main" id="{A9E5D0ED-B1F5-4A64-9879-AC5C050AAD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5" name="Line 157">
                <a:extLst>
                  <a:ext uri="{FF2B5EF4-FFF2-40B4-BE49-F238E27FC236}">
                    <a16:creationId xmlns:a16="http://schemas.microsoft.com/office/drawing/2014/main" id="{39A5DD3D-4FBB-4E65-81E7-F5632F85BA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6" name="Line 158">
                <a:extLst>
                  <a:ext uri="{FF2B5EF4-FFF2-40B4-BE49-F238E27FC236}">
                    <a16:creationId xmlns:a16="http://schemas.microsoft.com/office/drawing/2014/main" id="{EBEB3D96-DCC8-4E65-9F78-37D1A6DBB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7" name="Line 159">
                <a:extLst>
                  <a:ext uri="{FF2B5EF4-FFF2-40B4-BE49-F238E27FC236}">
                    <a16:creationId xmlns:a16="http://schemas.microsoft.com/office/drawing/2014/main" id="{FA294BC4-F0AF-46D4-B273-02F73166FC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8" name="Line 160">
                <a:extLst>
                  <a:ext uri="{FF2B5EF4-FFF2-40B4-BE49-F238E27FC236}">
                    <a16:creationId xmlns:a16="http://schemas.microsoft.com/office/drawing/2014/main" id="{CEBAE5AA-6AA5-40C0-8313-56FC58B239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79" name="Line 161">
                <a:extLst>
                  <a:ext uri="{FF2B5EF4-FFF2-40B4-BE49-F238E27FC236}">
                    <a16:creationId xmlns:a16="http://schemas.microsoft.com/office/drawing/2014/main" id="{13B91ADC-93AA-4CC1-878C-607D7F7C46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80" name="Line 162">
                <a:extLst>
                  <a:ext uri="{FF2B5EF4-FFF2-40B4-BE49-F238E27FC236}">
                    <a16:creationId xmlns:a16="http://schemas.microsoft.com/office/drawing/2014/main" id="{FC44D3D3-A5C1-45A0-A2C6-FBA8A1230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34" name="Freeform 217">
              <a:extLst>
                <a:ext uri="{FF2B5EF4-FFF2-40B4-BE49-F238E27FC236}">
                  <a16:creationId xmlns:a16="http://schemas.microsoft.com/office/drawing/2014/main" id="{B48507E3-9F49-4979-ADE7-AD4076146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5" name="Freeform 218">
              <a:extLst>
                <a:ext uri="{FF2B5EF4-FFF2-40B4-BE49-F238E27FC236}">
                  <a16:creationId xmlns:a16="http://schemas.microsoft.com/office/drawing/2014/main" id="{F3659E50-1D75-4A32-A06D-2E4F69A3B9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6" name="Freeform 219">
              <a:extLst>
                <a:ext uri="{FF2B5EF4-FFF2-40B4-BE49-F238E27FC236}">
                  <a16:creationId xmlns:a16="http://schemas.microsoft.com/office/drawing/2014/main" id="{76E343B7-FB34-4A3C-862C-3D0E6E6AA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832" cy="1614"/>
            </a:xfrm>
            <a:custGeom>
              <a:avLst/>
              <a:gdLst>
                <a:gd name="T0" fmla="*/ 1360 w 792"/>
                <a:gd name="T1" fmla="*/ 0 h 1536"/>
                <a:gd name="T2" fmla="*/ 206 w 792"/>
                <a:gd name="T3" fmla="*/ 1488 h 1536"/>
                <a:gd name="T4" fmla="*/ 124 w 792"/>
                <a:gd name="T5" fmla="*/ 2648 h 1536"/>
                <a:gd name="T6" fmla="*/ 0 60000 65536"/>
                <a:gd name="T7" fmla="*/ 0 60000 65536"/>
                <a:gd name="T8" fmla="*/ 0 60000 65536"/>
                <a:gd name="T9" fmla="*/ 0 w 792"/>
                <a:gd name="T10" fmla="*/ 0 h 1536"/>
                <a:gd name="T11" fmla="*/ 792 w 792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2" h="1536">
                  <a:moveTo>
                    <a:pt x="792" y="0"/>
                  </a:moveTo>
                  <a:cubicBezTo>
                    <a:pt x="516" y="304"/>
                    <a:pt x="240" y="608"/>
                    <a:pt x="120" y="864"/>
                  </a:cubicBezTo>
                  <a:cubicBezTo>
                    <a:pt x="0" y="1120"/>
                    <a:pt x="36" y="1328"/>
                    <a:pt x="72" y="153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37" name="Group 107">
              <a:extLst>
                <a:ext uri="{FF2B5EF4-FFF2-40B4-BE49-F238E27FC236}">
                  <a16:creationId xmlns:a16="http://schemas.microsoft.com/office/drawing/2014/main" id="{BFAA2413-59D6-4421-A449-3943AC462A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2255" name="Rectangle 108">
                <a:extLst>
                  <a:ext uri="{FF2B5EF4-FFF2-40B4-BE49-F238E27FC236}">
                    <a16:creationId xmlns:a16="http://schemas.microsoft.com/office/drawing/2014/main" id="{48552BB0-7261-4E0F-9F9F-DE670E5CA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56" name="Text Box 109">
                <a:extLst>
                  <a:ext uri="{FF2B5EF4-FFF2-40B4-BE49-F238E27FC236}">
                    <a16:creationId xmlns:a16="http://schemas.microsoft.com/office/drawing/2014/main" id="{A5193FDF-D8EB-48F2-8B4E-F5B7C00E4C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2257" name="Text Box 110">
                <a:extLst>
                  <a:ext uri="{FF2B5EF4-FFF2-40B4-BE49-F238E27FC236}">
                    <a16:creationId xmlns:a16="http://schemas.microsoft.com/office/drawing/2014/main" id="{1C482624-939B-45CC-9AC4-F1018F6D11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2258" name="Text Box 111">
                <a:extLst>
                  <a:ext uri="{FF2B5EF4-FFF2-40B4-BE49-F238E27FC236}">
                    <a16:creationId xmlns:a16="http://schemas.microsoft.com/office/drawing/2014/main" id="{314B9D30-EC27-4EDE-9A9A-C4C2378264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59" name="Text Box 112">
                <a:extLst>
                  <a:ext uri="{FF2B5EF4-FFF2-40B4-BE49-F238E27FC236}">
                    <a16:creationId xmlns:a16="http://schemas.microsoft.com/office/drawing/2014/main" id="{0330BA57-4603-4FAC-98C0-186EA50009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60" name="Line 113">
                <a:extLst>
                  <a:ext uri="{FF2B5EF4-FFF2-40B4-BE49-F238E27FC236}">
                    <a16:creationId xmlns:a16="http://schemas.microsoft.com/office/drawing/2014/main" id="{365609AA-EB7A-45B1-AD57-CC94BF782F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1" name="Line 114">
                <a:extLst>
                  <a:ext uri="{FF2B5EF4-FFF2-40B4-BE49-F238E27FC236}">
                    <a16:creationId xmlns:a16="http://schemas.microsoft.com/office/drawing/2014/main" id="{228CB326-8E4F-4CAF-9DAD-4F28B1B24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2" name="Line 115">
                <a:extLst>
                  <a:ext uri="{FF2B5EF4-FFF2-40B4-BE49-F238E27FC236}">
                    <a16:creationId xmlns:a16="http://schemas.microsoft.com/office/drawing/2014/main" id="{C839C470-D50E-446D-8BE2-139EBE8BD5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3" name="Line 116">
                <a:extLst>
                  <a:ext uri="{FF2B5EF4-FFF2-40B4-BE49-F238E27FC236}">
                    <a16:creationId xmlns:a16="http://schemas.microsoft.com/office/drawing/2014/main" id="{A3339D2A-CB27-4D84-A113-956CE11B57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4" name="Line 117">
                <a:extLst>
                  <a:ext uri="{FF2B5EF4-FFF2-40B4-BE49-F238E27FC236}">
                    <a16:creationId xmlns:a16="http://schemas.microsoft.com/office/drawing/2014/main" id="{C22A0A6F-DA07-4F15-A249-A5940B405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5" name="Line 118">
                <a:extLst>
                  <a:ext uri="{FF2B5EF4-FFF2-40B4-BE49-F238E27FC236}">
                    <a16:creationId xmlns:a16="http://schemas.microsoft.com/office/drawing/2014/main" id="{AB744196-608F-43ED-979E-793D97413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6" name="Line 119">
                <a:extLst>
                  <a:ext uri="{FF2B5EF4-FFF2-40B4-BE49-F238E27FC236}">
                    <a16:creationId xmlns:a16="http://schemas.microsoft.com/office/drawing/2014/main" id="{E1B6D5E7-06A2-4498-ABE0-53B12E9E7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67" name="Line 120">
                <a:extLst>
                  <a:ext uri="{FF2B5EF4-FFF2-40B4-BE49-F238E27FC236}">
                    <a16:creationId xmlns:a16="http://schemas.microsoft.com/office/drawing/2014/main" id="{3F7D8EB3-0104-4568-846A-80E555B9D3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38" name="Freeform 220">
              <a:extLst>
                <a:ext uri="{FF2B5EF4-FFF2-40B4-BE49-F238E27FC236}">
                  <a16:creationId xmlns:a16="http://schemas.microsoft.com/office/drawing/2014/main" id="{C6A0F390-325C-4C69-A186-CB1AD05E7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04"/>
              <a:ext cx="756" cy="1059"/>
            </a:xfrm>
            <a:custGeom>
              <a:avLst/>
              <a:gdLst>
                <a:gd name="T0" fmla="*/ 1233 w 720"/>
                <a:gd name="T1" fmla="*/ 0 h 1008"/>
                <a:gd name="T2" fmla="*/ 330 w 720"/>
                <a:gd name="T3" fmla="*/ 991 h 1008"/>
                <a:gd name="T4" fmla="*/ 0 w 720"/>
                <a:gd name="T5" fmla="*/ 1736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39" name="Freeform 221">
              <a:extLst>
                <a:ext uri="{FF2B5EF4-FFF2-40B4-BE49-F238E27FC236}">
                  <a16:creationId xmlns:a16="http://schemas.microsoft.com/office/drawing/2014/main" id="{A8B93CBE-3E1B-43A3-A114-781A45DD0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240" name="Group 226">
              <a:extLst>
                <a:ext uri="{FF2B5EF4-FFF2-40B4-BE49-F238E27FC236}">
                  <a16:creationId xmlns:a16="http://schemas.microsoft.com/office/drawing/2014/main" id="{729C5C42-5814-4A80-B2ED-18D0254013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2242" name="Rectangle 227">
                <a:extLst>
                  <a:ext uri="{FF2B5EF4-FFF2-40B4-BE49-F238E27FC236}">
                    <a16:creationId xmlns:a16="http://schemas.microsoft.com/office/drawing/2014/main" id="{43295DBE-79FF-4B4A-B706-4A1B43577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43" name="Text Box 228">
                <a:extLst>
                  <a:ext uri="{FF2B5EF4-FFF2-40B4-BE49-F238E27FC236}">
                    <a16:creationId xmlns:a16="http://schemas.microsoft.com/office/drawing/2014/main" id="{21C30545-87FA-4553-B187-373DCA3CFD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2244" name="Text Box 229">
                <a:extLst>
                  <a:ext uri="{FF2B5EF4-FFF2-40B4-BE49-F238E27FC236}">
                    <a16:creationId xmlns:a16="http://schemas.microsoft.com/office/drawing/2014/main" id="{9D0E04E1-D6C9-4A2D-983E-743556B7AB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2245" name="Text Box 230">
                <a:extLst>
                  <a:ext uri="{FF2B5EF4-FFF2-40B4-BE49-F238E27FC236}">
                    <a16:creationId xmlns:a16="http://schemas.microsoft.com/office/drawing/2014/main" id="{2D093ECB-04D6-49EB-8857-8AEC2C0764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46" name="Text Box 231">
                <a:extLst>
                  <a:ext uri="{FF2B5EF4-FFF2-40B4-BE49-F238E27FC236}">
                    <a16:creationId xmlns:a16="http://schemas.microsoft.com/office/drawing/2014/main" id="{D878A272-5200-43D1-A94E-269C2E814B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47" name="Line 232">
                <a:extLst>
                  <a:ext uri="{FF2B5EF4-FFF2-40B4-BE49-F238E27FC236}">
                    <a16:creationId xmlns:a16="http://schemas.microsoft.com/office/drawing/2014/main" id="{B71867F3-D32D-4EF3-87C9-98D7E219F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48" name="Line 233">
                <a:extLst>
                  <a:ext uri="{FF2B5EF4-FFF2-40B4-BE49-F238E27FC236}">
                    <a16:creationId xmlns:a16="http://schemas.microsoft.com/office/drawing/2014/main" id="{C8F645F5-2BF5-4B87-9F36-D2848A1FC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49" name="Line 234">
                <a:extLst>
                  <a:ext uri="{FF2B5EF4-FFF2-40B4-BE49-F238E27FC236}">
                    <a16:creationId xmlns:a16="http://schemas.microsoft.com/office/drawing/2014/main" id="{B57BBB83-FECC-462E-91AE-1B5EB3F52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0" name="Line 235">
                <a:extLst>
                  <a:ext uri="{FF2B5EF4-FFF2-40B4-BE49-F238E27FC236}">
                    <a16:creationId xmlns:a16="http://schemas.microsoft.com/office/drawing/2014/main" id="{BAEEFB17-C20F-4322-B38E-637A2BAC8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1" name="Line 236">
                <a:extLst>
                  <a:ext uri="{FF2B5EF4-FFF2-40B4-BE49-F238E27FC236}">
                    <a16:creationId xmlns:a16="http://schemas.microsoft.com/office/drawing/2014/main" id="{36BDD7B0-BC16-4948-81D6-8E35C0F93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2" name="Line 237">
                <a:extLst>
                  <a:ext uri="{FF2B5EF4-FFF2-40B4-BE49-F238E27FC236}">
                    <a16:creationId xmlns:a16="http://schemas.microsoft.com/office/drawing/2014/main" id="{51EAE0B4-7A5D-464C-BA4D-81D63E4DC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3" name="Line 238">
                <a:extLst>
                  <a:ext uri="{FF2B5EF4-FFF2-40B4-BE49-F238E27FC236}">
                    <a16:creationId xmlns:a16="http://schemas.microsoft.com/office/drawing/2014/main" id="{3F07B341-689A-41ED-B939-5E285624E9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54" name="Line 239">
                <a:extLst>
                  <a:ext uri="{FF2B5EF4-FFF2-40B4-BE49-F238E27FC236}">
                    <a16:creationId xmlns:a16="http://schemas.microsoft.com/office/drawing/2014/main" id="{758EB549-CF2D-407D-863D-10D4BA8DE0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241" name="Line 240">
              <a:extLst>
                <a:ext uri="{FF2B5EF4-FFF2-40B4-BE49-F238E27FC236}">
                  <a16:creationId xmlns:a16="http://schemas.microsoft.com/office/drawing/2014/main" id="{A842BEC8-C540-46B1-BB70-3853E81056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14" name="Group 242">
            <a:extLst>
              <a:ext uri="{FF2B5EF4-FFF2-40B4-BE49-F238E27FC236}">
                <a16:creationId xmlns:a16="http://schemas.microsoft.com/office/drawing/2014/main" id="{169EF1D0-2036-4B9A-ACB9-4A64C5BA7EBB}"/>
              </a:ext>
            </a:extLst>
          </p:cNvPr>
          <p:cNvGrpSpPr>
            <a:grpSpLocks/>
          </p:cNvGrpSpPr>
          <p:nvPr/>
        </p:nvGrpSpPr>
        <p:grpSpPr bwMode="auto">
          <a:xfrm>
            <a:off x="3924300" y="1328738"/>
            <a:ext cx="1638300" cy="1058862"/>
            <a:chOff x="1621" y="845"/>
            <a:chExt cx="899" cy="667"/>
          </a:xfrm>
        </p:grpSpPr>
        <p:sp>
          <p:nvSpPr>
            <p:cNvPr id="42212" name="Oval 223">
              <a:extLst>
                <a:ext uri="{FF2B5EF4-FFF2-40B4-BE49-F238E27FC236}">
                  <a16:creationId xmlns:a16="http://schemas.microsoft.com/office/drawing/2014/main" id="{90E32375-457C-4140-BE93-1974B4772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4" y="1176"/>
              <a:ext cx="336" cy="336"/>
            </a:xfrm>
            <a:prstGeom prst="ellips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2213" name="Line 224">
              <a:extLst>
                <a:ext uri="{FF2B5EF4-FFF2-40B4-BE49-F238E27FC236}">
                  <a16:creationId xmlns:a16="http://schemas.microsoft.com/office/drawing/2014/main" id="{F22DDA7C-B75A-4F0B-B2A1-2817D73F9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1056"/>
              <a:ext cx="336" cy="144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14" name="Text Box 225">
              <a:extLst>
                <a:ext uri="{FF2B5EF4-FFF2-40B4-BE49-F238E27FC236}">
                  <a16:creationId xmlns:a16="http://schemas.microsoft.com/office/drawing/2014/main" id="{A864CC97-0A85-4876-8845-26589929C5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1" y="845"/>
              <a:ext cx="539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folHlink"/>
                  </a:solidFill>
                </a:rPr>
                <a:t>Valoare de </a:t>
              </a:r>
              <a:r>
                <a:rPr lang="ro-RO" altLang="en-US" sz="1800">
                  <a:solidFill>
                    <a:schemeClr val="folHlink"/>
                  </a:solidFill>
                </a:rPr>
                <a:t>ș</a:t>
              </a:r>
              <a:r>
                <a:rPr lang="en-US" altLang="en-US" sz="1800">
                  <a:solidFill>
                    <a:schemeClr val="folHlink"/>
                  </a:solidFill>
                </a:rPr>
                <a:t>ters</a:t>
              </a:r>
            </a:p>
          </p:txBody>
        </p:sp>
      </p:grpSp>
      <p:grpSp>
        <p:nvGrpSpPr>
          <p:cNvPr id="218" name="Group 247">
            <a:extLst>
              <a:ext uri="{FF2B5EF4-FFF2-40B4-BE49-F238E27FC236}">
                <a16:creationId xmlns:a16="http://schemas.microsoft.com/office/drawing/2014/main" id="{EF55E7CB-79F1-46D9-B453-94A8297092C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5638800"/>
            <a:ext cx="1752600" cy="646113"/>
            <a:chOff x="672" y="3552"/>
            <a:chExt cx="1104" cy="407"/>
          </a:xfrm>
        </p:grpSpPr>
        <p:sp>
          <p:nvSpPr>
            <p:cNvPr id="42210" name="Line 245">
              <a:extLst>
                <a:ext uri="{FF2B5EF4-FFF2-40B4-BE49-F238E27FC236}">
                  <a16:creationId xmlns:a16="http://schemas.microsoft.com/office/drawing/2014/main" id="{F85C442B-B6C5-44BF-AC25-504000D81F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696"/>
              <a:ext cx="528" cy="4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211" name="Text Box 246">
              <a:extLst>
                <a:ext uri="{FF2B5EF4-FFF2-40B4-BE49-F238E27FC236}">
                  <a16:creationId xmlns:a16="http://schemas.microsoft.com/office/drawing/2014/main" id="{2532E6D0-B8B1-49CF-9E3A-2B341D9E4B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3552"/>
              <a:ext cx="768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dirty="0" err="1">
                  <a:solidFill>
                    <a:schemeClr val="folHlink"/>
                  </a:solidFill>
                </a:rPr>
                <a:t>vecinul</a:t>
              </a:r>
              <a:r>
                <a:rPr lang="en-US" altLang="en-US" sz="1800" dirty="0">
                  <a:solidFill>
                    <a:schemeClr val="folHlink"/>
                  </a:solidFill>
                </a:rPr>
                <a:t> </a:t>
              </a:r>
              <a:r>
                <a:rPr lang="en-US" altLang="en-US" sz="1800" dirty="0" err="1">
                  <a:solidFill>
                    <a:schemeClr val="folHlink"/>
                  </a:solidFill>
                </a:rPr>
                <a:t>mai</a:t>
              </a:r>
              <a:r>
                <a:rPr lang="en-US" altLang="en-US" sz="1800" dirty="0">
                  <a:solidFill>
                    <a:schemeClr val="folHlink"/>
                  </a:solidFill>
                </a:rPr>
                <a:t> mare</a:t>
              </a:r>
            </a:p>
          </p:txBody>
        </p:sp>
      </p:grpSp>
      <p:sp>
        <p:nvSpPr>
          <p:cNvPr id="440" name="Rectangle 2">
            <a:extLst>
              <a:ext uri="{FF2B5EF4-FFF2-40B4-BE49-F238E27FC236}">
                <a16:creationId xmlns:a16="http://schemas.microsoft.com/office/drawing/2014/main" id="{94AB4CB4-5A8B-47D4-8315-99262504B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  <p:extLst>
      <p:ext uri="{BB962C8B-B14F-4D97-AF65-F5344CB8AC3E}">
        <p14:creationId xmlns:p14="http://schemas.microsoft.com/office/powerpoint/2010/main" val="34419893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48">
            <a:extLst>
              <a:ext uri="{FF2B5EF4-FFF2-40B4-BE49-F238E27FC236}">
                <a16:creationId xmlns:a16="http://schemas.microsoft.com/office/drawing/2014/main" id="{68661882-C2DD-45D3-A1F3-44B702DE22E3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2001" name="Group 249">
              <a:extLst>
                <a:ext uri="{FF2B5EF4-FFF2-40B4-BE49-F238E27FC236}">
                  <a16:creationId xmlns:a16="http://schemas.microsoft.com/office/drawing/2014/main" id="{E74FFEFC-AE05-443E-8671-284D6C325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2197" name="Rectangle 250">
                <a:extLst>
                  <a:ext uri="{FF2B5EF4-FFF2-40B4-BE49-F238E27FC236}">
                    <a16:creationId xmlns:a16="http://schemas.microsoft.com/office/drawing/2014/main" id="{39F51D46-A557-4084-AF13-72C640576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98" name="Text Box 251">
                <a:extLst>
                  <a:ext uri="{FF2B5EF4-FFF2-40B4-BE49-F238E27FC236}">
                    <a16:creationId xmlns:a16="http://schemas.microsoft.com/office/drawing/2014/main" id="{DC2BEB4C-5802-4311-87EE-0C7E314C8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2199" name="Text Box 252">
                <a:extLst>
                  <a:ext uri="{FF2B5EF4-FFF2-40B4-BE49-F238E27FC236}">
                    <a16:creationId xmlns:a16="http://schemas.microsoft.com/office/drawing/2014/main" id="{58C4F48F-9855-4FCC-8B15-A09DB7ACF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2200" name="Text Box 253">
                <a:extLst>
                  <a:ext uri="{FF2B5EF4-FFF2-40B4-BE49-F238E27FC236}">
                    <a16:creationId xmlns:a16="http://schemas.microsoft.com/office/drawing/2014/main" id="{FDAB2E6D-57A4-44F3-BDB5-C7F81168E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01" name="Text Box 254">
                <a:extLst>
                  <a:ext uri="{FF2B5EF4-FFF2-40B4-BE49-F238E27FC236}">
                    <a16:creationId xmlns:a16="http://schemas.microsoft.com/office/drawing/2014/main" id="{5A61900C-7967-4DBA-852C-59AEE04BD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02" name="Line 255">
                <a:extLst>
                  <a:ext uri="{FF2B5EF4-FFF2-40B4-BE49-F238E27FC236}">
                    <a16:creationId xmlns:a16="http://schemas.microsoft.com/office/drawing/2014/main" id="{BBBC7AD5-C38B-41CA-A7C3-3BE1FB0E7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3" name="Line 256">
                <a:extLst>
                  <a:ext uri="{FF2B5EF4-FFF2-40B4-BE49-F238E27FC236}">
                    <a16:creationId xmlns:a16="http://schemas.microsoft.com/office/drawing/2014/main" id="{8F379CAE-34EE-4944-AF46-5FED05325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4" name="Line 257">
                <a:extLst>
                  <a:ext uri="{FF2B5EF4-FFF2-40B4-BE49-F238E27FC236}">
                    <a16:creationId xmlns:a16="http://schemas.microsoft.com/office/drawing/2014/main" id="{47049197-BE51-4195-85DA-3C7CC1E4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5" name="Line 258">
                <a:extLst>
                  <a:ext uri="{FF2B5EF4-FFF2-40B4-BE49-F238E27FC236}">
                    <a16:creationId xmlns:a16="http://schemas.microsoft.com/office/drawing/2014/main" id="{5C48A960-E204-4426-B1CF-1B30235B3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6" name="Line 259">
                <a:extLst>
                  <a:ext uri="{FF2B5EF4-FFF2-40B4-BE49-F238E27FC236}">
                    <a16:creationId xmlns:a16="http://schemas.microsoft.com/office/drawing/2014/main" id="{B3FA9934-706A-4223-88E8-FD7C52ADD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7" name="Line 260">
                <a:extLst>
                  <a:ext uri="{FF2B5EF4-FFF2-40B4-BE49-F238E27FC236}">
                    <a16:creationId xmlns:a16="http://schemas.microsoft.com/office/drawing/2014/main" id="{A7701F1D-22CB-4DDE-B7C9-269F76A47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8" name="Line 261">
                <a:extLst>
                  <a:ext uri="{FF2B5EF4-FFF2-40B4-BE49-F238E27FC236}">
                    <a16:creationId xmlns:a16="http://schemas.microsoft.com/office/drawing/2014/main" id="{BC366096-DE10-4654-97F5-20E270BD6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9" name="Line 262">
                <a:extLst>
                  <a:ext uri="{FF2B5EF4-FFF2-40B4-BE49-F238E27FC236}">
                    <a16:creationId xmlns:a16="http://schemas.microsoft.com/office/drawing/2014/main" id="{84BDBA99-0264-404F-812C-C62593BEB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2" name="Group 263">
              <a:extLst>
                <a:ext uri="{FF2B5EF4-FFF2-40B4-BE49-F238E27FC236}">
                  <a16:creationId xmlns:a16="http://schemas.microsoft.com/office/drawing/2014/main" id="{FEF3B7E3-6ED8-457E-BF16-3317FF656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2184" name="Rectangle 264">
                <a:extLst>
                  <a:ext uri="{FF2B5EF4-FFF2-40B4-BE49-F238E27FC236}">
                    <a16:creationId xmlns:a16="http://schemas.microsoft.com/office/drawing/2014/main" id="{2A79162A-7858-4ECE-94FA-C7C473676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85" name="Text Box 265">
                <a:extLst>
                  <a:ext uri="{FF2B5EF4-FFF2-40B4-BE49-F238E27FC236}">
                    <a16:creationId xmlns:a16="http://schemas.microsoft.com/office/drawing/2014/main" id="{4A9730A7-AFE8-4258-B3DD-F4D0FA5EF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2186" name="Text Box 266">
                <a:extLst>
                  <a:ext uri="{FF2B5EF4-FFF2-40B4-BE49-F238E27FC236}">
                    <a16:creationId xmlns:a16="http://schemas.microsoft.com/office/drawing/2014/main" id="{744FEB70-CB47-4955-95C2-1CB67D413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2187" name="Text Box 267">
                <a:extLst>
                  <a:ext uri="{FF2B5EF4-FFF2-40B4-BE49-F238E27FC236}">
                    <a16:creationId xmlns:a16="http://schemas.microsoft.com/office/drawing/2014/main" id="{EA44EF25-1C11-41C7-BABB-D2746B1D0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2188" name="Text Box 268">
                <a:extLst>
                  <a:ext uri="{FF2B5EF4-FFF2-40B4-BE49-F238E27FC236}">
                    <a16:creationId xmlns:a16="http://schemas.microsoft.com/office/drawing/2014/main" id="{2C2197CC-A751-4AD9-B20C-1B1D14D367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89" name="Line 269">
                <a:extLst>
                  <a:ext uri="{FF2B5EF4-FFF2-40B4-BE49-F238E27FC236}">
                    <a16:creationId xmlns:a16="http://schemas.microsoft.com/office/drawing/2014/main" id="{F13F86C9-74C3-434C-92BA-8206384AA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0" name="Line 270">
                <a:extLst>
                  <a:ext uri="{FF2B5EF4-FFF2-40B4-BE49-F238E27FC236}">
                    <a16:creationId xmlns:a16="http://schemas.microsoft.com/office/drawing/2014/main" id="{A312DD0D-B5E3-4A95-9CFE-8DF4F671F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1" name="Line 271">
                <a:extLst>
                  <a:ext uri="{FF2B5EF4-FFF2-40B4-BE49-F238E27FC236}">
                    <a16:creationId xmlns:a16="http://schemas.microsoft.com/office/drawing/2014/main" id="{AB33A081-DB89-497E-81F3-3C8AA1B9A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2" name="Line 272">
                <a:extLst>
                  <a:ext uri="{FF2B5EF4-FFF2-40B4-BE49-F238E27FC236}">
                    <a16:creationId xmlns:a16="http://schemas.microsoft.com/office/drawing/2014/main" id="{D6E2B86C-3714-4011-B5B7-6A3C3374F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3" name="Line 273">
                <a:extLst>
                  <a:ext uri="{FF2B5EF4-FFF2-40B4-BE49-F238E27FC236}">
                    <a16:creationId xmlns:a16="http://schemas.microsoft.com/office/drawing/2014/main" id="{B6145178-D455-4B80-97FD-BC6AAE992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4" name="Line 274">
                <a:extLst>
                  <a:ext uri="{FF2B5EF4-FFF2-40B4-BE49-F238E27FC236}">
                    <a16:creationId xmlns:a16="http://schemas.microsoft.com/office/drawing/2014/main" id="{0E40F9AA-F47E-45E8-B051-F43816EA7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5" name="Line 275">
                <a:extLst>
                  <a:ext uri="{FF2B5EF4-FFF2-40B4-BE49-F238E27FC236}">
                    <a16:creationId xmlns:a16="http://schemas.microsoft.com/office/drawing/2014/main" id="{DF09CE21-9152-445E-B421-6A8BE93A9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6" name="Line 276">
                <a:extLst>
                  <a:ext uri="{FF2B5EF4-FFF2-40B4-BE49-F238E27FC236}">
                    <a16:creationId xmlns:a16="http://schemas.microsoft.com/office/drawing/2014/main" id="{68217542-FCF1-4320-A6D3-0DE12077C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3" name="Group 277">
              <a:extLst>
                <a:ext uri="{FF2B5EF4-FFF2-40B4-BE49-F238E27FC236}">
                  <a16:creationId xmlns:a16="http://schemas.microsoft.com/office/drawing/2014/main" id="{564B5B50-4D8D-451E-A220-7EB53C10C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2171" name="Rectangle 278">
                <a:extLst>
                  <a:ext uri="{FF2B5EF4-FFF2-40B4-BE49-F238E27FC236}">
                    <a16:creationId xmlns:a16="http://schemas.microsoft.com/office/drawing/2014/main" id="{DDB97D9E-5397-407E-AB61-3888BA5B8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2" name="Text Box 279">
                <a:extLst>
                  <a:ext uri="{FF2B5EF4-FFF2-40B4-BE49-F238E27FC236}">
                    <a16:creationId xmlns:a16="http://schemas.microsoft.com/office/drawing/2014/main" id="{542C1DBD-E95F-4C50-BC0E-11F0D77443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2173" name="Text Box 280">
                <a:extLst>
                  <a:ext uri="{FF2B5EF4-FFF2-40B4-BE49-F238E27FC236}">
                    <a16:creationId xmlns:a16="http://schemas.microsoft.com/office/drawing/2014/main" id="{9D58DB81-8AFE-43BC-98CF-F542DE3104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2174" name="Text Box 281">
                <a:extLst>
                  <a:ext uri="{FF2B5EF4-FFF2-40B4-BE49-F238E27FC236}">
                    <a16:creationId xmlns:a16="http://schemas.microsoft.com/office/drawing/2014/main" id="{5D2C209F-AA5A-4A89-AF5B-E186F57619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5" name="Text Box 282">
                <a:extLst>
                  <a:ext uri="{FF2B5EF4-FFF2-40B4-BE49-F238E27FC236}">
                    <a16:creationId xmlns:a16="http://schemas.microsoft.com/office/drawing/2014/main" id="{F37EC5BE-7E9E-4A9B-BE2E-5E5289DF21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6" name="Line 283">
                <a:extLst>
                  <a:ext uri="{FF2B5EF4-FFF2-40B4-BE49-F238E27FC236}">
                    <a16:creationId xmlns:a16="http://schemas.microsoft.com/office/drawing/2014/main" id="{E1CFF7C0-B2A5-41A8-8934-0912175E4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7" name="Line 284">
                <a:extLst>
                  <a:ext uri="{FF2B5EF4-FFF2-40B4-BE49-F238E27FC236}">
                    <a16:creationId xmlns:a16="http://schemas.microsoft.com/office/drawing/2014/main" id="{99104248-AD6F-4810-9207-E5FB6660F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8" name="Line 285">
                <a:extLst>
                  <a:ext uri="{FF2B5EF4-FFF2-40B4-BE49-F238E27FC236}">
                    <a16:creationId xmlns:a16="http://schemas.microsoft.com/office/drawing/2014/main" id="{BC194887-819F-4DA5-9A15-6A3DB6496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9" name="Line 286">
                <a:extLst>
                  <a:ext uri="{FF2B5EF4-FFF2-40B4-BE49-F238E27FC236}">
                    <a16:creationId xmlns:a16="http://schemas.microsoft.com/office/drawing/2014/main" id="{9F04AAF9-C40B-4DC5-A512-06E9347C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0" name="Line 287">
                <a:extLst>
                  <a:ext uri="{FF2B5EF4-FFF2-40B4-BE49-F238E27FC236}">
                    <a16:creationId xmlns:a16="http://schemas.microsoft.com/office/drawing/2014/main" id="{488D65DE-AE44-4966-BA07-D7BA5FD01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1" name="Line 288">
                <a:extLst>
                  <a:ext uri="{FF2B5EF4-FFF2-40B4-BE49-F238E27FC236}">
                    <a16:creationId xmlns:a16="http://schemas.microsoft.com/office/drawing/2014/main" id="{C987DB1C-30A0-4E97-A10F-232744117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2" name="Line 289">
                <a:extLst>
                  <a:ext uri="{FF2B5EF4-FFF2-40B4-BE49-F238E27FC236}">
                    <a16:creationId xmlns:a16="http://schemas.microsoft.com/office/drawing/2014/main" id="{1ACA6B19-E7A9-4A7D-900C-C52432E41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3" name="Line 290">
                <a:extLst>
                  <a:ext uri="{FF2B5EF4-FFF2-40B4-BE49-F238E27FC236}">
                    <a16:creationId xmlns:a16="http://schemas.microsoft.com/office/drawing/2014/main" id="{0655A297-EC0B-44EC-ACDF-860297234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4" name="Group 291">
              <a:extLst>
                <a:ext uri="{FF2B5EF4-FFF2-40B4-BE49-F238E27FC236}">
                  <a16:creationId xmlns:a16="http://schemas.microsoft.com/office/drawing/2014/main" id="{E3270560-940D-4710-B0ED-1DB657C4E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2158" name="Rectangle 292">
                <a:extLst>
                  <a:ext uri="{FF2B5EF4-FFF2-40B4-BE49-F238E27FC236}">
                    <a16:creationId xmlns:a16="http://schemas.microsoft.com/office/drawing/2014/main" id="{F3EB5DE3-4281-4331-A9EC-2190B1899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59" name="Text Box 293">
                <a:extLst>
                  <a:ext uri="{FF2B5EF4-FFF2-40B4-BE49-F238E27FC236}">
                    <a16:creationId xmlns:a16="http://schemas.microsoft.com/office/drawing/2014/main" id="{439471D4-B117-48A9-92F1-2D27ADA23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2160" name="Text Box 294">
                <a:extLst>
                  <a:ext uri="{FF2B5EF4-FFF2-40B4-BE49-F238E27FC236}">
                    <a16:creationId xmlns:a16="http://schemas.microsoft.com/office/drawing/2014/main" id="{0D42E20F-452C-4E4E-9041-2D0998105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2161" name="Text Box 295">
                <a:extLst>
                  <a:ext uri="{FF2B5EF4-FFF2-40B4-BE49-F238E27FC236}">
                    <a16:creationId xmlns:a16="http://schemas.microsoft.com/office/drawing/2014/main" id="{44AE3650-253C-457E-BE12-E268DA9EC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62" name="Text Box 296">
                <a:extLst>
                  <a:ext uri="{FF2B5EF4-FFF2-40B4-BE49-F238E27FC236}">
                    <a16:creationId xmlns:a16="http://schemas.microsoft.com/office/drawing/2014/main" id="{929E9155-6115-4696-BDD9-15F14322AE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63" name="Line 297">
                <a:extLst>
                  <a:ext uri="{FF2B5EF4-FFF2-40B4-BE49-F238E27FC236}">
                    <a16:creationId xmlns:a16="http://schemas.microsoft.com/office/drawing/2014/main" id="{4FC388EE-00D8-409E-A1BE-E9FB6C155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4" name="Line 298">
                <a:extLst>
                  <a:ext uri="{FF2B5EF4-FFF2-40B4-BE49-F238E27FC236}">
                    <a16:creationId xmlns:a16="http://schemas.microsoft.com/office/drawing/2014/main" id="{8E6D3708-F229-4E64-9866-B26D8F523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5" name="Line 299">
                <a:extLst>
                  <a:ext uri="{FF2B5EF4-FFF2-40B4-BE49-F238E27FC236}">
                    <a16:creationId xmlns:a16="http://schemas.microsoft.com/office/drawing/2014/main" id="{66D4B17C-4B77-42B1-A6D1-820F5EC2B5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6" name="Line 300">
                <a:extLst>
                  <a:ext uri="{FF2B5EF4-FFF2-40B4-BE49-F238E27FC236}">
                    <a16:creationId xmlns:a16="http://schemas.microsoft.com/office/drawing/2014/main" id="{72364229-EB37-4D36-8395-0BEE554DA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7" name="Line 301">
                <a:extLst>
                  <a:ext uri="{FF2B5EF4-FFF2-40B4-BE49-F238E27FC236}">
                    <a16:creationId xmlns:a16="http://schemas.microsoft.com/office/drawing/2014/main" id="{4F39DD4D-C363-49D1-9090-A67EDAE42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8" name="Line 302">
                <a:extLst>
                  <a:ext uri="{FF2B5EF4-FFF2-40B4-BE49-F238E27FC236}">
                    <a16:creationId xmlns:a16="http://schemas.microsoft.com/office/drawing/2014/main" id="{C86642A8-17C8-4E83-833D-E6FE4423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9" name="Line 303">
                <a:extLst>
                  <a:ext uri="{FF2B5EF4-FFF2-40B4-BE49-F238E27FC236}">
                    <a16:creationId xmlns:a16="http://schemas.microsoft.com/office/drawing/2014/main" id="{F0276BB6-7A7B-45EE-97B5-C9BC019E8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0" name="Line 304">
                <a:extLst>
                  <a:ext uri="{FF2B5EF4-FFF2-40B4-BE49-F238E27FC236}">
                    <a16:creationId xmlns:a16="http://schemas.microsoft.com/office/drawing/2014/main" id="{A9DFD780-6119-4A7C-A140-CA022234C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5" name="Group 305">
              <a:extLst>
                <a:ext uri="{FF2B5EF4-FFF2-40B4-BE49-F238E27FC236}">
                  <a16:creationId xmlns:a16="http://schemas.microsoft.com/office/drawing/2014/main" id="{91694810-BB5D-47E6-B9F0-E07DA438B6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2145" name="Rectangle 306">
                <a:extLst>
                  <a:ext uri="{FF2B5EF4-FFF2-40B4-BE49-F238E27FC236}">
                    <a16:creationId xmlns:a16="http://schemas.microsoft.com/office/drawing/2014/main" id="{356ABDE4-2EAC-4C08-B662-8C6D4DA89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46" name="Text Box 307">
                <a:extLst>
                  <a:ext uri="{FF2B5EF4-FFF2-40B4-BE49-F238E27FC236}">
                    <a16:creationId xmlns:a16="http://schemas.microsoft.com/office/drawing/2014/main" id="{DE2BD717-89DD-4030-9BCF-B7D17F737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2147" name="Text Box 308">
                <a:extLst>
                  <a:ext uri="{FF2B5EF4-FFF2-40B4-BE49-F238E27FC236}">
                    <a16:creationId xmlns:a16="http://schemas.microsoft.com/office/drawing/2014/main" id="{7C2551AD-FD4C-457E-BBC4-B9CCC4A72E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2148" name="Text Box 309">
                <a:extLst>
                  <a:ext uri="{FF2B5EF4-FFF2-40B4-BE49-F238E27FC236}">
                    <a16:creationId xmlns:a16="http://schemas.microsoft.com/office/drawing/2014/main" id="{7D86AFFD-CCD5-4B1A-BCEC-4D830C69C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49" name="Text Box 310">
                <a:extLst>
                  <a:ext uri="{FF2B5EF4-FFF2-40B4-BE49-F238E27FC236}">
                    <a16:creationId xmlns:a16="http://schemas.microsoft.com/office/drawing/2014/main" id="{99474CBA-0BAB-4559-B77B-D1B7773E6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50" name="Line 311">
                <a:extLst>
                  <a:ext uri="{FF2B5EF4-FFF2-40B4-BE49-F238E27FC236}">
                    <a16:creationId xmlns:a16="http://schemas.microsoft.com/office/drawing/2014/main" id="{64272D4B-BE71-4D51-816F-D384420E0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1" name="Line 312">
                <a:extLst>
                  <a:ext uri="{FF2B5EF4-FFF2-40B4-BE49-F238E27FC236}">
                    <a16:creationId xmlns:a16="http://schemas.microsoft.com/office/drawing/2014/main" id="{52A37573-75A8-437F-887E-704C68758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2" name="Line 313">
                <a:extLst>
                  <a:ext uri="{FF2B5EF4-FFF2-40B4-BE49-F238E27FC236}">
                    <a16:creationId xmlns:a16="http://schemas.microsoft.com/office/drawing/2014/main" id="{B4F90C2D-1DAC-4520-8868-0443DDEF9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3" name="Line 314">
                <a:extLst>
                  <a:ext uri="{FF2B5EF4-FFF2-40B4-BE49-F238E27FC236}">
                    <a16:creationId xmlns:a16="http://schemas.microsoft.com/office/drawing/2014/main" id="{683716ED-446B-4C3E-B455-75DFAA976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4" name="Line 315">
                <a:extLst>
                  <a:ext uri="{FF2B5EF4-FFF2-40B4-BE49-F238E27FC236}">
                    <a16:creationId xmlns:a16="http://schemas.microsoft.com/office/drawing/2014/main" id="{91FBE44D-107E-488D-AD3E-ADEBEE590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5" name="Line 316">
                <a:extLst>
                  <a:ext uri="{FF2B5EF4-FFF2-40B4-BE49-F238E27FC236}">
                    <a16:creationId xmlns:a16="http://schemas.microsoft.com/office/drawing/2014/main" id="{5420A436-BF96-441B-95AA-EB8433DEA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6" name="Line 317">
                <a:extLst>
                  <a:ext uri="{FF2B5EF4-FFF2-40B4-BE49-F238E27FC236}">
                    <a16:creationId xmlns:a16="http://schemas.microsoft.com/office/drawing/2014/main" id="{89E4F512-33B2-4922-8D69-51A04048FB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7" name="Line 318">
                <a:extLst>
                  <a:ext uri="{FF2B5EF4-FFF2-40B4-BE49-F238E27FC236}">
                    <a16:creationId xmlns:a16="http://schemas.microsoft.com/office/drawing/2014/main" id="{04541596-7CAF-4CAA-B62E-7B8C8E4E2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6" name="Group 319">
              <a:extLst>
                <a:ext uri="{FF2B5EF4-FFF2-40B4-BE49-F238E27FC236}">
                  <a16:creationId xmlns:a16="http://schemas.microsoft.com/office/drawing/2014/main" id="{0F177A28-9078-4FD1-997C-FAF4EFC3E7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2132" name="Rectangle 320">
                <a:extLst>
                  <a:ext uri="{FF2B5EF4-FFF2-40B4-BE49-F238E27FC236}">
                    <a16:creationId xmlns:a16="http://schemas.microsoft.com/office/drawing/2014/main" id="{3429C0DD-E71C-4F1A-95C3-04EE3EF9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3" name="Text Box 321">
                <a:extLst>
                  <a:ext uri="{FF2B5EF4-FFF2-40B4-BE49-F238E27FC236}">
                    <a16:creationId xmlns:a16="http://schemas.microsoft.com/office/drawing/2014/main" id="{4268DB77-D09E-47EB-8F3D-604C680F4E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2134" name="Text Box 322">
                <a:extLst>
                  <a:ext uri="{FF2B5EF4-FFF2-40B4-BE49-F238E27FC236}">
                    <a16:creationId xmlns:a16="http://schemas.microsoft.com/office/drawing/2014/main" id="{F29AFA84-0897-47E8-B60B-AE84B7145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2135" name="Text Box 323">
                <a:extLst>
                  <a:ext uri="{FF2B5EF4-FFF2-40B4-BE49-F238E27FC236}">
                    <a16:creationId xmlns:a16="http://schemas.microsoft.com/office/drawing/2014/main" id="{13E51921-609A-4162-82A7-98134AF086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6" name="Text Box 324">
                <a:extLst>
                  <a:ext uri="{FF2B5EF4-FFF2-40B4-BE49-F238E27FC236}">
                    <a16:creationId xmlns:a16="http://schemas.microsoft.com/office/drawing/2014/main" id="{32C9D0BA-BED9-43EE-86A7-C5CAFD231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7" name="Line 325">
                <a:extLst>
                  <a:ext uri="{FF2B5EF4-FFF2-40B4-BE49-F238E27FC236}">
                    <a16:creationId xmlns:a16="http://schemas.microsoft.com/office/drawing/2014/main" id="{507D18A6-0796-4654-A266-79DBD39D1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8" name="Line 326">
                <a:extLst>
                  <a:ext uri="{FF2B5EF4-FFF2-40B4-BE49-F238E27FC236}">
                    <a16:creationId xmlns:a16="http://schemas.microsoft.com/office/drawing/2014/main" id="{0E9EF0D7-343C-46FF-BDC4-771728A4C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9" name="Line 327">
                <a:extLst>
                  <a:ext uri="{FF2B5EF4-FFF2-40B4-BE49-F238E27FC236}">
                    <a16:creationId xmlns:a16="http://schemas.microsoft.com/office/drawing/2014/main" id="{C922CD15-F092-4463-A456-7B4E32C6A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0" name="Line 328">
                <a:extLst>
                  <a:ext uri="{FF2B5EF4-FFF2-40B4-BE49-F238E27FC236}">
                    <a16:creationId xmlns:a16="http://schemas.microsoft.com/office/drawing/2014/main" id="{E3EE3E47-DC53-464A-9B52-9813E12E5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1" name="Line 329">
                <a:extLst>
                  <a:ext uri="{FF2B5EF4-FFF2-40B4-BE49-F238E27FC236}">
                    <a16:creationId xmlns:a16="http://schemas.microsoft.com/office/drawing/2014/main" id="{67CEF80C-C3BD-4FE4-99A1-2264F941B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2" name="Line 330">
                <a:extLst>
                  <a:ext uri="{FF2B5EF4-FFF2-40B4-BE49-F238E27FC236}">
                    <a16:creationId xmlns:a16="http://schemas.microsoft.com/office/drawing/2014/main" id="{8C0AA1C9-96C4-4073-A266-98E4BD6C4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3" name="Line 331">
                <a:extLst>
                  <a:ext uri="{FF2B5EF4-FFF2-40B4-BE49-F238E27FC236}">
                    <a16:creationId xmlns:a16="http://schemas.microsoft.com/office/drawing/2014/main" id="{9EADE280-1A17-402D-81BA-349433A83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4" name="Line 332">
                <a:extLst>
                  <a:ext uri="{FF2B5EF4-FFF2-40B4-BE49-F238E27FC236}">
                    <a16:creationId xmlns:a16="http://schemas.microsoft.com/office/drawing/2014/main" id="{1E435900-6977-47B1-AA52-10B4F62F0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7" name="Group 333">
              <a:extLst>
                <a:ext uri="{FF2B5EF4-FFF2-40B4-BE49-F238E27FC236}">
                  <a16:creationId xmlns:a16="http://schemas.microsoft.com/office/drawing/2014/main" id="{ED46A1F3-9599-4BEC-A6E7-28F056FC4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2119" name="Rectangle 334">
                <a:extLst>
                  <a:ext uri="{FF2B5EF4-FFF2-40B4-BE49-F238E27FC236}">
                    <a16:creationId xmlns:a16="http://schemas.microsoft.com/office/drawing/2014/main" id="{842A740F-5DDA-422D-B352-EBAD7CC7C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20" name="Text Box 335">
                <a:extLst>
                  <a:ext uri="{FF2B5EF4-FFF2-40B4-BE49-F238E27FC236}">
                    <a16:creationId xmlns:a16="http://schemas.microsoft.com/office/drawing/2014/main" id="{0243B2A6-ACE0-420A-9270-493D0DF312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2121" name="Text Box 336">
                <a:extLst>
                  <a:ext uri="{FF2B5EF4-FFF2-40B4-BE49-F238E27FC236}">
                    <a16:creationId xmlns:a16="http://schemas.microsoft.com/office/drawing/2014/main" id="{E16B0E41-6320-44EB-BC52-13B8329757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2122" name="Text Box 337">
                <a:extLst>
                  <a:ext uri="{FF2B5EF4-FFF2-40B4-BE49-F238E27FC236}">
                    <a16:creationId xmlns:a16="http://schemas.microsoft.com/office/drawing/2014/main" id="{ECFA6E03-E609-4EDD-A034-8827357BA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2123" name="Text Box 338">
                <a:extLst>
                  <a:ext uri="{FF2B5EF4-FFF2-40B4-BE49-F238E27FC236}">
                    <a16:creationId xmlns:a16="http://schemas.microsoft.com/office/drawing/2014/main" id="{0DC97DE4-209E-47CD-88EE-EA878124C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2124" name="Line 339">
                <a:extLst>
                  <a:ext uri="{FF2B5EF4-FFF2-40B4-BE49-F238E27FC236}">
                    <a16:creationId xmlns:a16="http://schemas.microsoft.com/office/drawing/2014/main" id="{F38DED12-9E7F-4C04-816E-62A4151F4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5" name="Line 340">
                <a:extLst>
                  <a:ext uri="{FF2B5EF4-FFF2-40B4-BE49-F238E27FC236}">
                    <a16:creationId xmlns:a16="http://schemas.microsoft.com/office/drawing/2014/main" id="{28214175-C0B8-484D-BDA7-CA8B1D3EA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6" name="Line 341">
                <a:extLst>
                  <a:ext uri="{FF2B5EF4-FFF2-40B4-BE49-F238E27FC236}">
                    <a16:creationId xmlns:a16="http://schemas.microsoft.com/office/drawing/2014/main" id="{693C7E25-D8F9-4940-A917-1DD3A54BC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7" name="Line 342">
                <a:extLst>
                  <a:ext uri="{FF2B5EF4-FFF2-40B4-BE49-F238E27FC236}">
                    <a16:creationId xmlns:a16="http://schemas.microsoft.com/office/drawing/2014/main" id="{DA927C4E-0177-468C-AB86-6AAC2CF3A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8" name="Line 343">
                <a:extLst>
                  <a:ext uri="{FF2B5EF4-FFF2-40B4-BE49-F238E27FC236}">
                    <a16:creationId xmlns:a16="http://schemas.microsoft.com/office/drawing/2014/main" id="{3E390AEF-0BC8-4413-9707-D4717938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9" name="Line 344">
                <a:extLst>
                  <a:ext uri="{FF2B5EF4-FFF2-40B4-BE49-F238E27FC236}">
                    <a16:creationId xmlns:a16="http://schemas.microsoft.com/office/drawing/2014/main" id="{857DBC97-33EB-45E9-97E0-DCA28794B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0" name="Line 345">
                <a:extLst>
                  <a:ext uri="{FF2B5EF4-FFF2-40B4-BE49-F238E27FC236}">
                    <a16:creationId xmlns:a16="http://schemas.microsoft.com/office/drawing/2014/main" id="{8D039BE4-54A0-4133-B01F-7F708E217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1" name="Line 346">
                <a:extLst>
                  <a:ext uri="{FF2B5EF4-FFF2-40B4-BE49-F238E27FC236}">
                    <a16:creationId xmlns:a16="http://schemas.microsoft.com/office/drawing/2014/main" id="{310CDE17-5A4A-43B0-8C69-69C892200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8" name="Group 347">
              <a:extLst>
                <a:ext uri="{FF2B5EF4-FFF2-40B4-BE49-F238E27FC236}">
                  <a16:creationId xmlns:a16="http://schemas.microsoft.com/office/drawing/2014/main" id="{38AE72F2-5198-4690-8C2F-A1059BD35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2106" name="Rectangle 348">
                <a:extLst>
                  <a:ext uri="{FF2B5EF4-FFF2-40B4-BE49-F238E27FC236}">
                    <a16:creationId xmlns:a16="http://schemas.microsoft.com/office/drawing/2014/main" id="{F5C45D1D-1E74-417E-A4B7-8D0C94317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07" name="Text Box 349">
                <a:extLst>
                  <a:ext uri="{FF2B5EF4-FFF2-40B4-BE49-F238E27FC236}">
                    <a16:creationId xmlns:a16="http://schemas.microsoft.com/office/drawing/2014/main" id="{7A8BF6AA-0947-4801-A369-6AD10329E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2108" name="Text Box 350">
                <a:extLst>
                  <a:ext uri="{FF2B5EF4-FFF2-40B4-BE49-F238E27FC236}">
                    <a16:creationId xmlns:a16="http://schemas.microsoft.com/office/drawing/2014/main" id="{FEF23DC6-2F36-4D71-8FB2-3590EDD754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2109" name="Text Box 351">
                <a:extLst>
                  <a:ext uri="{FF2B5EF4-FFF2-40B4-BE49-F238E27FC236}">
                    <a16:creationId xmlns:a16="http://schemas.microsoft.com/office/drawing/2014/main" id="{262FA0BA-636F-4958-9EE4-AF879E1F81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2110" name="Text Box 352">
                <a:extLst>
                  <a:ext uri="{FF2B5EF4-FFF2-40B4-BE49-F238E27FC236}">
                    <a16:creationId xmlns:a16="http://schemas.microsoft.com/office/drawing/2014/main" id="{94C744D1-A697-456C-A002-C631DE586D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11" name="Line 353">
                <a:extLst>
                  <a:ext uri="{FF2B5EF4-FFF2-40B4-BE49-F238E27FC236}">
                    <a16:creationId xmlns:a16="http://schemas.microsoft.com/office/drawing/2014/main" id="{D945BD85-96D4-4AAA-AB13-1047C1572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2" name="Line 354">
                <a:extLst>
                  <a:ext uri="{FF2B5EF4-FFF2-40B4-BE49-F238E27FC236}">
                    <a16:creationId xmlns:a16="http://schemas.microsoft.com/office/drawing/2014/main" id="{7717717C-FF6D-4113-BD07-10D52065A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3" name="Line 355">
                <a:extLst>
                  <a:ext uri="{FF2B5EF4-FFF2-40B4-BE49-F238E27FC236}">
                    <a16:creationId xmlns:a16="http://schemas.microsoft.com/office/drawing/2014/main" id="{001FC7DB-97C2-4CE0-826D-FF48D4C73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4" name="Line 356">
                <a:extLst>
                  <a:ext uri="{FF2B5EF4-FFF2-40B4-BE49-F238E27FC236}">
                    <a16:creationId xmlns:a16="http://schemas.microsoft.com/office/drawing/2014/main" id="{7481DC93-230F-4216-8F81-931E51BA8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5" name="Line 357">
                <a:extLst>
                  <a:ext uri="{FF2B5EF4-FFF2-40B4-BE49-F238E27FC236}">
                    <a16:creationId xmlns:a16="http://schemas.microsoft.com/office/drawing/2014/main" id="{788F1FDD-90AD-41C0-81BC-2051AC06F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6" name="Line 358">
                <a:extLst>
                  <a:ext uri="{FF2B5EF4-FFF2-40B4-BE49-F238E27FC236}">
                    <a16:creationId xmlns:a16="http://schemas.microsoft.com/office/drawing/2014/main" id="{BD2A3F4E-3187-4ADD-8E9D-B4D62ABB9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7" name="Line 359">
                <a:extLst>
                  <a:ext uri="{FF2B5EF4-FFF2-40B4-BE49-F238E27FC236}">
                    <a16:creationId xmlns:a16="http://schemas.microsoft.com/office/drawing/2014/main" id="{083FDE1E-068F-41FA-96BE-CABFD3BB9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8" name="Line 360">
                <a:extLst>
                  <a:ext uri="{FF2B5EF4-FFF2-40B4-BE49-F238E27FC236}">
                    <a16:creationId xmlns:a16="http://schemas.microsoft.com/office/drawing/2014/main" id="{0E0628DE-CE42-4958-A0B9-1A852D99C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9" name="Group 361">
              <a:extLst>
                <a:ext uri="{FF2B5EF4-FFF2-40B4-BE49-F238E27FC236}">
                  <a16:creationId xmlns:a16="http://schemas.microsoft.com/office/drawing/2014/main" id="{CCD36F24-CDE7-4F1E-BCB6-22D10BC2E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2093" name="Rectangle 362">
                <a:extLst>
                  <a:ext uri="{FF2B5EF4-FFF2-40B4-BE49-F238E27FC236}">
                    <a16:creationId xmlns:a16="http://schemas.microsoft.com/office/drawing/2014/main" id="{5D8E638E-5442-4102-BDEE-A157B5FF9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94" name="Text Box 363">
                <a:extLst>
                  <a:ext uri="{FF2B5EF4-FFF2-40B4-BE49-F238E27FC236}">
                    <a16:creationId xmlns:a16="http://schemas.microsoft.com/office/drawing/2014/main" id="{476082B0-FBAD-4CCF-8A83-C9C4837A9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2095" name="Text Box 364">
                <a:extLst>
                  <a:ext uri="{FF2B5EF4-FFF2-40B4-BE49-F238E27FC236}">
                    <a16:creationId xmlns:a16="http://schemas.microsoft.com/office/drawing/2014/main" id="{FA235AF5-54CD-4DC8-A124-662673213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2096" name="Text Box 365">
                <a:extLst>
                  <a:ext uri="{FF2B5EF4-FFF2-40B4-BE49-F238E27FC236}">
                    <a16:creationId xmlns:a16="http://schemas.microsoft.com/office/drawing/2014/main" id="{21CDB7AF-8E15-4133-89E2-2E30981E4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2097" name="Text Box 366">
                <a:extLst>
                  <a:ext uri="{FF2B5EF4-FFF2-40B4-BE49-F238E27FC236}">
                    <a16:creationId xmlns:a16="http://schemas.microsoft.com/office/drawing/2014/main" id="{0701511D-C1F3-40B3-8045-FBBD40097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98" name="Line 367">
                <a:extLst>
                  <a:ext uri="{FF2B5EF4-FFF2-40B4-BE49-F238E27FC236}">
                    <a16:creationId xmlns:a16="http://schemas.microsoft.com/office/drawing/2014/main" id="{C774403E-3485-433F-B08D-C3991F854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9" name="Line 368">
                <a:extLst>
                  <a:ext uri="{FF2B5EF4-FFF2-40B4-BE49-F238E27FC236}">
                    <a16:creationId xmlns:a16="http://schemas.microsoft.com/office/drawing/2014/main" id="{ECE4F1DD-4ECF-40FB-A5BC-84D26A3CD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0" name="Line 369">
                <a:extLst>
                  <a:ext uri="{FF2B5EF4-FFF2-40B4-BE49-F238E27FC236}">
                    <a16:creationId xmlns:a16="http://schemas.microsoft.com/office/drawing/2014/main" id="{1E32F34C-B9BF-45E0-8608-332197C8E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1" name="Line 370">
                <a:extLst>
                  <a:ext uri="{FF2B5EF4-FFF2-40B4-BE49-F238E27FC236}">
                    <a16:creationId xmlns:a16="http://schemas.microsoft.com/office/drawing/2014/main" id="{0E2FF0CD-0735-4278-8C18-7D684C0F0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2" name="Line 371">
                <a:extLst>
                  <a:ext uri="{FF2B5EF4-FFF2-40B4-BE49-F238E27FC236}">
                    <a16:creationId xmlns:a16="http://schemas.microsoft.com/office/drawing/2014/main" id="{467E627F-67D0-42F1-BF6C-B1DD9C9D2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3" name="Line 372">
                <a:extLst>
                  <a:ext uri="{FF2B5EF4-FFF2-40B4-BE49-F238E27FC236}">
                    <a16:creationId xmlns:a16="http://schemas.microsoft.com/office/drawing/2014/main" id="{007E035B-3106-4B07-A196-B892412C7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4" name="Line 373">
                <a:extLst>
                  <a:ext uri="{FF2B5EF4-FFF2-40B4-BE49-F238E27FC236}">
                    <a16:creationId xmlns:a16="http://schemas.microsoft.com/office/drawing/2014/main" id="{C948C954-BB5C-4CBC-9D9D-0520D6494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5" name="Line 374">
                <a:extLst>
                  <a:ext uri="{FF2B5EF4-FFF2-40B4-BE49-F238E27FC236}">
                    <a16:creationId xmlns:a16="http://schemas.microsoft.com/office/drawing/2014/main" id="{9BD496F4-94F9-4830-A3D7-F5E1E73C9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10" name="Line 375">
              <a:extLst>
                <a:ext uri="{FF2B5EF4-FFF2-40B4-BE49-F238E27FC236}">
                  <a16:creationId xmlns:a16="http://schemas.microsoft.com/office/drawing/2014/main" id="{CB9BFF88-B7C6-488F-A544-2738555DE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1" name="Line 376">
              <a:extLst>
                <a:ext uri="{FF2B5EF4-FFF2-40B4-BE49-F238E27FC236}">
                  <a16:creationId xmlns:a16="http://schemas.microsoft.com/office/drawing/2014/main" id="{53417DA9-0BD1-4166-A251-581AA299D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2" name="Line 377">
              <a:extLst>
                <a:ext uri="{FF2B5EF4-FFF2-40B4-BE49-F238E27FC236}">
                  <a16:creationId xmlns:a16="http://schemas.microsoft.com/office/drawing/2014/main" id="{493FDF72-5842-4AC0-8EBE-79D54DA98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3" name="Line 378">
              <a:extLst>
                <a:ext uri="{FF2B5EF4-FFF2-40B4-BE49-F238E27FC236}">
                  <a16:creationId xmlns:a16="http://schemas.microsoft.com/office/drawing/2014/main" id="{C619D7F4-3BA9-4128-917B-31F6807CC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14" name="Group 379">
              <a:extLst>
                <a:ext uri="{FF2B5EF4-FFF2-40B4-BE49-F238E27FC236}">
                  <a16:creationId xmlns:a16="http://schemas.microsoft.com/office/drawing/2014/main" id="{175E8B14-E338-4916-AE6B-17D9B7AAF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2080" name="Rectangle 380">
                <a:extLst>
                  <a:ext uri="{FF2B5EF4-FFF2-40B4-BE49-F238E27FC236}">
                    <a16:creationId xmlns:a16="http://schemas.microsoft.com/office/drawing/2014/main" id="{31FC6B8B-6D10-4E16-9916-02B1A62E1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1" name="Text Box 381">
                <a:extLst>
                  <a:ext uri="{FF2B5EF4-FFF2-40B4-BE49-F238E27FC236}">
                    <a16:creationId xmlns:a16="http://schemas.microsoft.com/office/drawing/2014/main" id="{82A3B226-6C01-4B26-9BEB-081C42139F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2082" name="Text Box 382">
                <a:extLst>
                  <a:ext uri="{FF2B5EF4-FFF2-40B4-BE49-F238E27FC236}">
                    <a16:creationId xmlns:a16="http://schemas.microsoft.com/office/drawing/2014/main" id="{164FBA50-92B9-4DF5-A95C-52F85EBA7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2083" name="Text Box 383">
                <a:extLst>
                  <a:ext uri="{FF2B5EF4-FFF2-40B4-BE49-F238E27FC236}">
                    <a16:creationId xmlns:a16="http://schemas.microsoft.com/office/drawing/2014/main" id="{ECE9EB06-1E2B-437B-9F6E-E813CF28E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4" name="Text Box 384">
                <a:extLst>
                  <a:ext uri="{FF2B5EF4-FFF2-40B4-BE49-F238E27FC236}">
                    <a16:creationId xmlns:a16="http://schemas.microsoft.com/office/drawing/2014/main" id="{6CB4C345-648D-45B1-ADA9-27715E47B3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5" name="Line 385">
                <a:extLst>
                  <a:ext uri="{FF2B5EF4-FFF2-40B4-BE49-F238E27FC236}">
                    <a16:creationId xmlns:a16="http://schemas.microsoft.com/office/drawing/2014/main" id="{81C89604-0FE7-48C3-BE5B-8D78B00DD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6" name="Line 386">
                <a:extLst>
                  <a:ext uri="{FF2B5EF4-FFF2-40B4-BE49-F238E27FC236}">
                    <a16:creationId xmlns:a16="http://schemas.microsoft.com/office/drawing/2014/main" id="{54BD8D14-B707-4BDC-B526-C74F56C1F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7" name="Line 387">
                <a:extLst>
                  <a:ext uri="{FF2B5EF4-FFF2-40B4-BE49-F238E27FC236}">
                    <a16:creationId xmlns:a16="http://schemas.microsoft.com/office/drawing/2014/main" id="{997262FF-9B56-41B4-A4C2-98AB322A7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8" name="Line 388">
                <a:extLst>
                  <a:ext uri="{FF2B5EF4-FFF2-40B4-BE49-F238E27FC236}">
                    <a16:creationId xmlns:a16="http://schemas.microsoft.com/office/drawing/2014/main" id="{135CECEF-6B87-42EA-A062-94504BF2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9" name="Line 389">
                <a:extLst>
                  <a:ext uri="{FF2B5EF4-FFF2-40B4-BE49-F238E27FC236}">
                    <a16:creationId xmlns:a16="http://schemas.microsoft.com/office/drawing/2014/main" id="{39195534-1ED0-4A0E-AA49-C38C1996D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0" name="Line 390">
                <a:extLst>
                  <a:ext uri="{FF2B5EF4-FFF2-40B4-BE49-F238E27FC236}">
                    <a16:creationId xmlns:a16="http://schemas.microsoft.com/office/drawing/2014/main" id="{777BB5E9-CD84-431D-9358-DB15782FC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1" name="Line 391">
                <a:extLst>
                  <a:ext uri="{FF2B5EF4-FFF2-40B4-BE49-F238E27FC236}">
                    <a16:creationId xmlns:a16="http://schemas.microsoft.com/office/drawing/2014/main" id="{10ABA8FB-9518-43B9-884A-118ABF8E1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2" name="Line 392">
                <a:extLst>
                  <a:ext uri="{FF2B5EF4-FFF2-40B4-BE49-F238E27FC236}">
                    <a16:creationId xmlns:a16="http://schemas.microsoft.com/office/drawing/2014/main" id="{B9A0D905-4910-4785-AE41-6AE22C714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15" name="Line 393">
              <a:extLst>
                <a:ext uri="{FF2B5EF4-FFF2-40B4-BE49-F238E27FC236}">
                  <a16:creationId xmlns:a16="http://schemas.microsoft.com/office/drawing/2014/main" id="{60233024-F9BF-4B0A-B02A-586F6D074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6" name="Line 394">
              <a:extLst>
                <a:ext uri="{FF2B5EF4-FFF2-40B4-BE49-F238E27FC236}">
                  <a16:creationId xmlns:a16="http://schemas.microsoft.com/office/drawing/2014/main" id="{45E6311B-81A8-415A-82A0-731FED6AC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7" name="Line 395">
              <a:extLst>
                <a:ext uri="{FF2B5EF4-FFF2-40B4-BE49-F238E27FC236}">
                  <a16:creationId xmlns:a16="http://schemas.microsoft.com/office/drawing/2014/main" id="{9A1F40A9-3A42-4625-856D-A2C8DE89F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8" y="2004"/>
              <a:ext cx="586" cy="156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18" name="Group 396">
              <a:extLst>
                <a:ext uri="{FF2B5EF4-FFF2-40B4-BE49-F238E27FC236}">
                  <a16:creationId xmlns:a16="http://schemas.microsoft.com/office/drawing/2014/main" id="{6F317BCF-7E06-41E1-8EF9-4DED45B3B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2067" name="Rectangle 397">
                <a:extLst>
                  <a:ext uri="{FF2B5EF4-FFF2-40B4-BE49-F238E27FC236}">
                    <a16:creationId xmlns:a16="http://schemas.microsoft.com/office/drawing/2014/main" id="{FE4FCEF0-64EE-47A3-90C8-8B41A24F6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68" name="Text Box 398">
                <a:extLst>
                  <a:ext uri="{FF2B5EF4-FFF2-40B4-BE49-F238E27FC236}">
                    <a16:creationId xmlns:a16="http://schemas.microsoft.com/office/drawing/2014/main" id="{1775912A-9DBD-4FBD-8297-5622C9C98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2069" name="Text Box 399">
                <a:extLst>
                  <a:ext uri="{FF2B5EF4-FFF2-40B4-BE49-F238E27FC236}">
                    <a16:creationId xmlns:a16="http://schemas.microsoft.com/office/drawing/2014/main" id="{B18ECBB1-7590-4A69-AACA-58A582375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2070" name="Text Box 400">
                <a:extLst>
                  <a:ext uri="{FF2B5EF4-FFF2-40B4-BE49-F238E27FC236}">
                    <a16:creationId xmlns:a16="http://schemas.microsoft.com/office/drawing/2014/main" id="{3F1CA446-12A9-41CA-BEA6-BE3AA71ED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71" name="Text Box 401">
                <a:extLst>
                  <a:ext uri="{FF2B5EF4-FFF2-40B4-BE49-F238E27FC236}">
                    <a16:creationId xmlns:a16="http://schemas.microsoft.com/office/drawing/2014/main" id="{74EF40BB-D629-4E7F-A3A1-ADE55340EF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72" name="Line 402">
                <a:extLst>
                  <a:ext uri="{FF2B5EF4-FFF2-40B4-BE49-F238E27FC236}">
                    <a16:creationId xmlns:a16="http://schemas.microsoft.com/office/drawing/2014/main" id="{6B8E9A16-875D-43A1-ACB0-037558F8B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3" name="Line 403">
                <a:extLst>
                  <a:ext uri="{FF2B5EF4-FFF2-40B4-BE49-F238E27FC236}">
                    <a16:creationId xmlns:a16="http://schemas.microsoft.com/office/drawing/2014/main" id="{A56CDA94-18D5-4D58-A39C-A7A22BDCF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4" name="Line 404">
                <a:extLst>
                  <a:ext uri="{FF2B5EF4-FFF2-40B4-BE49-F238E27FC236}">
                    <a16:creationId xmlns:a16="http://schemas.microsoft.com/office/drawing/2014/main" id="{B6D5AAA9-A22B-492D-B190-A8BE3485C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5" name="Line 405">
                <a:extLst>
                  <a:ext uri="{FF2B5EF4-FFF2-40B4-BE49-F238E27FC236}">
                    <a16:creationId xmlns:a16="http://schemas.microsoft.com/office/drawing/2014/main" id="{2BCA846A-03FF-4616-9EE3-F1C3955E5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6" name="Line 406">
                <a:extLst>
                  <a:ext uri="{FF2B5EF4-FFF2-40B4-BE49-F238E27FC236}">
                    <a16:creationId xmlns:a16="http://schemas.microsoft.com/office/drawing/2014/main" id="{993705C1-715D-4D3D-A975-6ED167918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7" name="Line 407">
                <a:extLst>
                  <a:ext uri="{FF2B5EF4-FFF2-40B4-BE49-F238E27FC236}">
                    <a16:creationId xmlns:a16="http://schemas.microsoft.com/office/drawing/2014/main" id="{75BF2F8B-DFD3-489D-AF2D-E5EB7DC7A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8" name="Line 408">
                <a:extLst>
                  <a:ext uri="{FF2B5EF4-FFF2-40B4-BE49-F238E27FC236}">
                    <a16:creationId xmlns:a16="http://schemas.microsoft.com/office/drawing/2014/main" id="{26772420-FAD9-4E28-A48E-F36059BA9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9" name="Line 409">
                <a:extLst>
                  <a:ext uri="{FF2B5EF4-FFF2-40B4-BE49-F238E27FC236}">
                    <a16:creationId xmlns:a16="http://schemas.microsoft.com/office/drawing/2014/main" id="{703842BD-8940-451A-852C-00051D4B9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19" name="Group 410">
              <a:extLst>
                <a:ext uri="{FF2B5EF4-FFF2-40B4-BE49-F238E27FC236}">
                  <a16:creationId xmlns:a16="http://schemas.microsoft.com/office/drawing/2014/main" id="{40D556CB-5AFB-4CA5-9306-7EB2F77E1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7" y="3567"/>
              <a:ext cx="1512" cy="202"/>
              <a:chOff x="2976" y="2680"/>
              <a:chExt cx="1872" cy="296"/>
            </a:xfrm>
          </p:grpSpPr>
          <p:sp>
            <p:nvSpPr>
              <p:cNvPr id="42054" name="Rectangle 411">
                <a:extLst>
                  <a:ext uri="{FF2B5EF4-FFF2-40B4-BE49-F238E27FC236}">
                    <a16:creationId xmlns:a16="http://schemas.microsoft.com/office/drawing/2014/main" id="{56D54068-C144-46EA-91C0-8BBE84647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5" name="Text Box 412">
                <a:extLst>
                  <a:ext uri="{FF2B5EF4-FFF2-40B4-BE49-F238E27FC236}">
                    <a16:creationId xmlns:a16="http://schemas.microsoft.com/office/drawing/2014/main" id="{999BC25A-C5E0-47D4-854F-32EB86915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2056" name="Text Box 413">
                <a:extLst>
                  <a:ext uri="{FF2B5EF4-FFF2-40B4-BE49-F238E27FC236}">
                    <a16:creationId xmlns:a16="http://schemas.microsoft.com/office/drawing/2014/main" id="{DE571551-DDF7-4F24-900B-3B830D7C3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7" name="Text Box 414">
                <a:extLst>
                  <a:ext uri="{FF2B5EF4-FFF2-40B4-BE49-F238E27FC236}">
                    <a16:creationId xmlns:a16="http://schemas.microsoft.com/office/drawing/2014/main" id="{DD76C69D-295F-4935-8192-15DE6C605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8" name="Text Box 415">
                <a:extLst>
                  <a:ext uri="{FF2B5EF4-FFF2-40B4-BE49-F238E27FC236}">
                    <a16:creationId xmlns:a16="http://schemas.microsoft.com/office/drawing/2014/main" id="{205BAE25-EE30-4735-A3EB-2C789B8E9A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9" name="Line 416">
                <a:extLst>
                  <a:ext uri="{FF2B5EF4-FFF2-40B4-BE49-F238E27FC236}">
                    <a16:creationId xmlns:a16="http://schemas.microsoft.com/office/drawing/2014/main" id="{4A57EF13-6368-4253-BACE-15AA17B31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0" name="Line 417">
                <a:extLst>
                  <a:ext uri="{FF2B5EF4-FFF2-40B4-BE49-F238E27FC236}">
                    <a16:creationId xmlns:a16="http://schemas.microsoft.com/office/drawing/2014/main" id="{BA248CAD-0AB9-48F2-99F9-6F9D1267B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1" name="Line 418">
                <a:extLst>
                  <a:ext uri="{FF2B5EF4-FFF2-40B4-BE49-F238E27FC236}">
                    <a16:creationId xmlns:a16="http://schemas.microsoft.com/office/drawing/2014/main" id="{4BC444D1-687B-46DF-B79E-7954D49EE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2" name="Line 419">
                <a:extLst>
                  <a:ext uri="{FF2B5EF4-FFF2-40B4-BE49-F238E27FC236}">
                    <a16:creationId xmlns:a16="http://schemas.microsoft.com/office/drawing/2014/main" id="{A96BEE38-3DA1-4293-BFDC-8E4362AF0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3" name="Line 420">
                <a:extLst>
                  <a:ext uri="{FF2B5EF4-FFF2-40B4-BE49-F238E27FC236}">
                    <a16:creationId xmlns:a16="http://schemas.microsoft.com/office/drawing/2014/main" id="{78874BBA-A1DD-4221-AE4E-71AA21497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4" name="Line 421">
                <a:extLst>
                  <a:ext uri="{FF2B5EF4-FFF2-40B4-BE49-F238E27FC236}">
                    <a16:creationId xmlns:a16="http://schemas.microsoft.com/office/drawing/2014/main" id="{B1CF7317-3687-4530-9C0E-992FE2AB4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5" name="Line 422">
                <a:extLst>
                  <a:ext uri="{FF2B5EF4-FFF2-40B4-BE49-F238E27FC236}">
                    <a16:creationId xmlns:a16="http://schemas.microsoft.com/office/drawing/2014/main" id="{89952FDD-FF73-42FF-B949-C8FB0CF9F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6" name="Line 423">
                <a:extLst>
                  <a:ext uri="{FF2B5EF4-FFF2-40B4-BE49-F238E27FC236}">
                    <a16:creationId xmlns:a16="http://schemas.microsoft.com/office/drawing/2014/main" id="{BEF99DE1-53EC-4FA2-BF65-DD4101E22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0" name="Freeform 424">
              <a:extLst>
                <a:ext uri="{FF2B5EF4-FFF2-40B4-BE49-F238E27FC236}">
                  <a16:creationId xmlns:a16="http://schemas.microsoft.com/office/drawing/2014/main" id="{68F5D2F2-8FFA-45C8-AF09-5CFCF35F6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1" name="Freeform 425">
              <a:extLst>
                <a:ext uri="{FF2B5EF4-FFF2-40B4-BE49-F238E27FC236}">
                  <a16:creationId xmlns:a16="http://schemas.microsoft.com/office/drawing/2014/main" id="{35A77D55-C678-489D-BAF9-15DADEB6B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2" name="Freeform 426">
              <a:extLst>
                <a:ext uri="{FF2B5EF4-FFF2-40B4-BE49-F238E27FC236}">
                  <a16:creationId xmlns:a16="http://schemas.microsoft.com/office/drawing/2014/main" id="{414A8317-3815-48FA-8570-EB0ADA78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832" cy="1614"/>
            </a:xfrm>
            <a:custGeom>
              <a:avLst/>
              <a:gdLst>
                <a:gd name="T0" fmla="*/ 1360 w 792"/>
                <a:gd name="T1" fmla="*/ 0 h 1536"/>
                <a:gd name="T2" fmla="*/ 206 w 792"/>
                <a:gd name="T3" fmla="*/ 1488 h 1536"/>
                <a:gd name="T4" fmla="*/ 124 w 792"/>
                <a:gd name="T5" fmla="*/ 2648 h 1536"/>
                <a:gd name="T6" fmla="*/ 0 60000 65536"/>
                <a:gd name="T7" fmla="*/ 0 60000 65536"/>
                <a:gd name="T8" fmla="*/ 0 60000 65536"/>
                <a:gd name="T9" fmla="*/ 0 w 792"/>
                <a:gd name="T10" fmla="*/ 0 h 1536"/>
                <a:gd name="T11" fmla="*/ 792 w 792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2" h="1536">
                  <a:moveTo>
                    <a:pt x="792" y="0"/>
                  </a:moveTo>
                  <a:cubicBezTo>
                    <a:pt x="516" y="304"/>
                    <a:pt x="240" y="608"/>
                    <a:pt x="120" y="864"/>
                  </a:cubicBezTo>
                  <a:cubicBezTo>
                    <a:pt x="0" y="1120"/>
                    <a:pt x="36" y="1328"/>
                    <a:pt x="72" y="153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23" name="Group 427">
              <a:extLst>
                <a:ext uri="{FF2B5EF4-FFF2-40B4-BE49-F238E27FC236}">
                  <a16:creationId xmlns:a16="http://schemas.microsoft.com/office/drawing/2014/main" id="{C363EB19-3F4A-4EB6-AD45-E5928A4B3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2041" name="Rectangle 428">
                <a:extLst>
                  <a:ext uri="{FF2B5EF4-FFF2-40B4-BE49-F238E27FC236}">
                    <a16:creationId xmlns:a16="http://schemas.microsoft.com/office/drawing/2014/main" id="{0EAC8F02-3605-4290-B13C-DE38549EB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2" name="Text Box 429">
                <a:extLst>
                  <a:ext uri="{FF2B5EF4-FFF2-40B4-BE49-F238E27FC236}">
                    <a16:creationId xmlns:a16="http://schemas.microsoft.com/office/drawing/2014/main" id="{DC5EFFA3-C9B9-479B-A2B0-9E9B3AE72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2043" name="Text Box 430">
                <a:extLst>
                  <a:ext uri="{FF2B5EF4-FFF2-40B4-BE49-F238E27FC236}">
                    <a16:creationId xmlns:a16="http://schemas.microsoft.com/office/drawing/2014/main" id="{45ED5026-B4CD-41C1-9CDB-EA5E0E2AA5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2044" name="Text Box 431">
                <a:extLst>
                  <a:ext uri="{FF2B5EF4-FFF2-40B4-BE49-F238E27FC236}">
                    <a16:creationId xmlns:a16="http://schemas.microsoft.com/office/drawing/2014/main" id="{4BEA1102-2268-467F-A157-74BB942F6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5" name="Text Box 432">
                <a:extLst>
                  <a:ext uri="{FF2B5EF4-FFF2-40B4-BE49-F238E27FC236}">
                    <a16:creationId xmlns:a16="http://schemas.microsoft.com/office/drawing/2014/main" id="{9A39F0A2-6DB1-45EC-803F-00E36D9E5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6" name="Line 433">
                <a:extLst>
                  <a:ext uri="{FF2B5EF4-FFF2-40B4-BE49-F238E27FC236}">
                    <a16:creationId xmlns:a16="http://schemas.microsoft.com/office/drawing/2014/main" id="{059DE143-ACC8-48D9-A301-24773B1DB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7" name="Line 434">
                <a:extLst>
                  <a:ext uri="{FF2B5EF4-FFF2-40B4-BE49-F238E27FC236}">
                    <a16:creationId xmlns:a16="http://schemas.microsoft.com/office/drawing/2014/main" id="{2D3AC73C-18E8-41DD-B9CE-CC192A5F6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8" name="Line 435">
                <a:extLst>
                  <a:ext uri="{FF2B5EF4-FFF2-40B4-BE49-F238E27FC236}">
                    <a16:creationId xmlns:a16="http://schemas.microsoft.com/office/drawing/2014/main" id="{E92ABCD6-5C5C-425E-81C2-358DBF5B9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9" name="Line 436">
                <a:extLst>
                  <a:ext uri="{FF2B5EF4-FFF2-40B4-BE49-F238E27FC236}">
                    <a16:creationId xmlns:a16="http://schemas.microsoft.com/office/drawing/2014/main" id="{7FE979A6-AAE0-4ED7-8CA8-D08A9956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0" name="Line 437">
                <a:extLst>
                  <a:ext uri="{FF2B5EF4-FFF2-40B4-BE49-F238E27FC236}">
                    <a16:creationId xmlns:a16="http://schemas.microsoft.com/office/drawing/2014/main" id="{DE3F73B4-6DA3-452E-9814-52FE731BD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1" name="Line 438">
                <a:extLst>
                  <a:ext uri="{FF2B5EF4-FFF2-40B4-BE49-F238E27FC236}">
                    <a16:creationId xmlns:a16="http://schemas.microsoft.com/office/drawing/2014/main" id="{5780A828-7AA6-49B6-A21F-6A33275F5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2" name="Line 439">
                <a:extLst>
                  <a:ext uri="{FF2B5EF4-FFF2-40B4-BE49-F238E27FC236}">
                    <a16:creationId xmlns:a16="http://schemas.microsoft.com/office/drawing/2014/main" id="{781F5324-CDB2-4459-A5BC-555012889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3" name="Line 440">
                <a:extLst>
                  <a:ext uri="{FF2B5EF4-FFF2-40B4-BE49-F238E27FC236}">
                    <a16:creationId xmlns:a16="http://schemas.microsoft.com/office/drawing/2014/main" id="{9018E2FC-D6EC-4C58-AB92-680C79262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4" name="Freeform 441">
              <a:extLst>
                <a:ext uri="{FF2B5EF4-FFF2-40B4-BE49-F238E27FC236}">
                  <a16:creationId xmlns:a16="http://schemas.microsoft.com/office/drawing/2014/main" id="{BA366CD6-04A9-4E03-8212-30172DAF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04"/>
              <a:ext cx="756" cy="1059"/>
            </a:xfrm>
            <a:custGeom>
              <a:avLst/>
              <a:gdLst>
                <a:gd name="T0" fmla="*/ 1233 w 720"/>
                <a:gd name="T1" fmla="*/ 0 h 1008"/>
                <a:gd name="T2" fmla="*/ 330 w 720"/>
                <a:gd name="T3" fmla="*/ 991 h 1008"/>
                <a:gd name="T4" fmla="*/ 0 w 720"/>
                <a:gd name="T5" fmla="*/ 1736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5" name="Freeform 442">
              <a:extLst>
                <a:ext uri="{FF2B5EF4-FFF2-40B4-BE49-F238E27FC236}">
                  <a16:creationId xmlns:a16="http://schemas.microsoft.com/office/drawing/2014/main" id="{69AC36A5-3A8D-4326-823C-2D559FA4F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26" name="Group 443">
              <a:extLst>
                <a:ext uri="{FF2B5EF4-FFF2-40B4-BE49-F238E27FC236}">
                  <a16:creationId xmlns:a16="http://schemas.microsoft.com/office/drawing/2014/main" id="{7924E844-28DA-4C87-AF10-E4A344560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2028" name="Rectangle 444">
                <a:extLst>
                  <a:ext uri="{FF2B5EF4-FFF2-40B4-BE49-F238E27FC236}">
                    <a16:creationId xmlns:a16="http://schemas.microsoft.com/office/drawing/2014/main" id="{A483782F-5618-4892-9ABE-059BDD95C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29" name="Text Box 445">
                <a:extLst>
                  <a:ext uri="{FF2B5EF4-FFF2-40B4-BE49-F238E27FC236}">
                    <a16:creationId xmlns:a16="http://schemas.microsoft.com/office/drawing/2014/main" id="{723777C9-C0F1-4EC1-935B-1FC1D3D1E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2030" name="Text Box 446">
                <a:extLst>
                  <a:ext uri="{FF2B5EF4-FFF2-40B4-BE49-F238E27FC236}">
                    <a16:creationId xmlns:a16="http://schemas.microsoft.com/office/drawing/2014/main" id="{C948815C-E85E-4F91-89A7-EED0E32EEE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2031" name="Text Box 447">
                <a:extLst>
                  <a:ext uri="{FF2B5EF4-FFF2-40B4-BE49-F238E27FC236}">
                    <a16:creationId xmlns:a16="http://schemas.microsoft.com/office/drawing/2014/main" id="{52A1F469-1D65-4E7B-AFA2-F0428F3B33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32" name="Text Box 448">
                <a:extLst>
                  <a:ext uri="{FF2B5EF4-FFF2-40B4-BE49-F238E27FC236}">
                    <a16:creationId xmlns:a16="http://schemas.microsoft.com/office/drawing/2014/main" id="{F699DE3A-C3FC-4181-B99B-6CDCCCF6D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33" name="Line 449">
                <a:extLst>
                  <a:ext uri="{FF2B5EF4-FFF2-40B4-BE49-F238E27FC236}">
                    <a16:creationId xmlns:a16="http://schemas.microsoft.com/office/drawing/2014/main" id="{C4BBC3B7-4F07-4213-9A57-9E21585F1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4" name="Line 450">
                <a:extLst>
                  <a:ext uri="{FF2B5EF4-FFF2-40B4-BE49-F238E27FC236}">
                    <a16:creationId xmlns:a16="http://schemas.microsoft.com/office/drawing/2014/main" id="{645118EC-FAE7-4798-9C56-0FB608508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5" name="Line 451">
                <a:extLst>
                  <a:ext uri="{FF2B5EF4-FFF2-40B4-BE49-F238E27FC236}">
                    <a16:creationId xmlns:a16="http://schemas.microsoft.com/office/drawing/2014/main" id="{E1D7A5EF-0F02-4817-89D6-148DB450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6" name="Line 452">
                <a:extLst>
                  <a:ext uri="{FF2B5EF4-FFF2-40B4-BE49-F238E27FC236}">
                    <a16:creationId xmlns:a16="http://schemas.microsoft.com/office/drawing/2014/main" id="{6BAE917B-08EF-40AF-9053-F7D13F842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7" name="Line 453">
                <a:extLst>
                  <a:ext uri="{FF2B5EF4-FFF2-40B4-BE49-F238E27FC236}">
                    <a16:creationId xmlns:a16="http://schemas.microsoft.com/office/drawing/2014/main" id="{00AD857A-507A-495B-A4B6-E79E1F6E0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8" name="Line 454">
                <a:extLst>
                  <a:ext uri="{FF2B5EF4-FFF2-40B4-BE49-F238E27FC236}">
                    <a16:creationId xmlns:a16="http://schemas.microsoft.com/office/drawing/2014/main" id="{BA0E7AD0-B09D-401E-ADD2-CF548ADCD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9" name="Line 455">
                <a:extLst>
                  <a:ext uri="{FF2B5EF4-FFF2-40B4-BE49-F238E27FC236}">
                    <a16:creationId xmlns:a16="http://schemas.microsoft.com/office/drawing/2014/main" id="{305BAF51-B179-40F5-A6D7-751948DF6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0" name="Line 456">
                <a:extLst>
                  <a:ext uri="{FF2B5EF4-FFF2-40B4-BE49-F238E27FC236}">
                    <a16:creationId xmlns:a16="http://schemas.microsoft.com/office/drawing/2014/main" id="{7BB733A7-3EDD-4517-9849-211DC258B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7" name="Line 457">
              <a:extLst>
                <a:ext uri="{FF2B5EF4-FFF2-40B4-BE49-F238E27FC236}">
                  <a16:creationId xmlns:a16="http://schemas.microsoft.com/office/drawing/2014/main" id="{B5A54027-12AC-48C7-A838-EB3FFEBCFC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434" name="Freeform 461">
            <a:extLst>
              <a:ext uri="{FF2B5EF4-FFF2-40B4-BE49-F238E27FC236}">
                <a16:creationId xmlns:a16="http://schemas.microsoft.com/office/drawing/2014/main" id="{857D701D-20A3-4415-A511-B79D50EB74F6}"/>
              </a:ext>
            </a:extLst>
          </p:cNvPr>
          <p:cNvSpPr>
            <a:spLocks/>
          </p:cNvSpPr>
          <p:nvPr/>
        </p:nvSpPr>
        <p:spPr bwMode="auto">
          <a:xfrm>
            <a:off x="4724400" y="2209800"/>
            <a:ext cx="939800" cy="3505200"/>
          </a:xfrm>
          <a:custGeom>
            <a:avLst/>
            <a:gdLst>
              <a:gd name="T0" fmla="*/ 0 w 592"/>
              <a:gd name="T1" fmla="*/ 2147483646 h 2208"/>
              <a:gd name="T2" fmla="*/ 2147483646 w 592"/>
              <a:gd name="T3" fmla="*/ 2147483646 h 2208"/>
              <a:gd name="T4" fmla="*/ 2147483646 w 592"/>
              <a:gd name="T5" fmla="*/ 0 h 2208"/>
              <a:gd name="T6" fmla="*/ 0 60000 65536"/>
              <a:gd name="T7" fmla="*/ 0 60000 65536"/>
              <a:gd name="T8" fmla="*/ 0 60000 65536"/>
              <a:gd name="T9" fmla="*/ 0 w 592"/>
              <a:gd name="T10" fmla="*/ 0 h 2208"/>
              <a:gd name="T11" fmla="*/ 592 w 592"/>
              <a:gd name="T12" fmla="*/ 2208 h 22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2" h="2208">
                <a:moveTo>
                  <a:pt x="0" y="2208"/>
                </a:moveTo>
                <a:cubicBezTo>
                  <a:pt x="232" y="1816"/>
                  <a:pt x="464" y="1424"/>
                  <a:pt x="528" y="1056"/>
                </a:cubicBezTo>
                <a:cubicBezTo>
                  <a:pt x="592" y="688"/>
                  <a:pt x="488" y="344"/>
                  <a:pt x="384" y="0"/>
                </a:cubicBezTo>
              </a:path>
            </a:pathLst>
          </a:cu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440" name="Rectangle 2">
            <a:extLst>
              <a:ext uri="{FF2B5EF4-FFF2-40B4-BE49-F238E27FC236}">
                <a16:creationId xmlns:a16="http://schemas.microsoft.com/office/drawing/2014/main" id="{94AB4CB4-5A8B-47D4-8315-99262504B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  <p:extLst>
      <p:ext uri="{BB962C8B-B14F-4D97-AF65-F5344CB8AC3E}">
        <p14:creationId xmlns:p14="http://schemas.microsoft.com/office/powerpoint/2010/main" val="39663853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48">
            <a:extLst>
              <a:ext uri="{FF2B5EF4-FFF2-40B4-BE49-F238E27FC236}">
                <a16:creationId xmlns:a16="http://schemas.microsoft.com/office/drawing/2014/main" id="{68661882-C2DD-45D3-A1F3-44B702DE22E3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2001" name="Group 249">
              <a:extLst>
                <a:ext uri="{FF2B5EF4-FFF2-40B4-BE49-F238E27FC236}">
                  <a16:creationId xmlns:a16="http://schemas.microsoft.com/office/drawing/2014/main" id="{E74FFEFC-AE05-443E-8671-284D6C325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2197" name="Rectangle 250">
                <a:extLst>
                  <a:ext uri="{FF2B5EF4-FFF2-40B4-BE49-F238E27FC236}">
                    <a16:creationId xmlns:a16="http://schemas.microsoft.com/office/drawing/2014/main" id="{39F51D46-A557-4084-AF13-72C640576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98" name="Text Box 251">
                <a:extLst>
                  <a:ext uri="{FF2B5EF4-FFF2-40B4-BE49-F238E27FC236}">
                    <a16:creationId xmlns:a16="http://schemas.microsoft.com/office/drawing/2014/main" id="{DC2BEB4C-5802-4311-87EE-0C7E314C8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2199" name="Text Box 252">
                <a:extLst>
                  <a:ext uri="{FF2B5EF4-FFF2-40B4-BE49-F238E27FC236}">
                    <a16:creationId xmlns:a16="http://schemas.microsoft.com/office/drawing/2014/main" id="{58C4F48F-9855-4FCC-8B15-A09DB7ACF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2200" name="Text Box 253">
                <a:extLst>
                  <a:ext uri="{FF2B5EF4-FFF2-40B4-BE49-F238E27FC236}">
                    <a16:creationId xmlns:a16="http://schemas.microsoft.com/office/drawing/2014/main" id="{FDAB2E6D-57A4-44F3-BDB5-C7F81168E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01" name="Text Box 254">
                <a:extLst>
                  <a:ext uri="{FF2B5EF4-FFF2-40B4-BE49-F238E27FC236}">
                    <a16:creationId xmlns:a16="http://schemas.microsoft.com/office/drawing/2014/main" id="{5A61900C-7967-4DBA-852C-59AEE04BD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02" name="Line 255">
                <a:extLst>
                  <a:ext uri="{FF2B5EF4-FFF2-40B4-BE49-F238E27FC236}">
                    <a16:creationId xmlns:a16="http://schemas.microsoft.com/office/drawing/2014/main" id="{BBBC7AD5-C38B-41CA-A7C3-3BE1FB0E7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3" name="Line 256">
                <a:extLst>
                  <a:ext uri="{FF2B5EF4-FFF2-40B4-BE49-F238E27FC236}">
                    <a16:creationId xmlns:a16="http://schemas.microsoft.com/office/drawing/2014/main" id="{8F379CAE-34EE-4944-AF46-5FED05325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4" name="Line 257">
                <a:extLst>
                  <a:ext uri="{FF2B5EF4-FFF2-40B4-BE49-F238E27FC236}">
                    <a16:creationId xmlns:a16="http://schemas.microsoft.com/office/drawing/2014/main" id="{47049197-BE51-4195-85DA-3C7CC1E4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5" name="Line 258">
                <a:extLst>
                  <a:ext uri="{FF2B5EF4-FFF2-40B4-BE49-F238E27FC236}">
                    <a16:creationId xmlns:a16="http://schemas.microsoft.com/office/drawing/2014/main" id="{5C48A960-E204-4426-B1CF-1B30235B3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6" name="Line 259">
                <a:extLst>
                  <a:ext uri="{FF2B5EF4-FFF2-40B4-BE49-F238E27FC236}">
                    <a16:creationId xmlns:a16="http://schemas.microsoft.com/office/drawing/2014/main" id="{B3FA9934-706A-4223-88E8-FD7C52ADD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7" name="Line 260">
                <a:extLst>
                  <a:ext uri="{FF2B5EF4-FFF2-40B4-BE49-F238E27FC236}">
                    <a16:creationId xmlns:a16="http://schemas.microsoft.com/office/drawing/2014/main" id="{A7701F1D-22CB-4DDE-B7C9-269F76A47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8" name="Line 261">
                <a:extLst>
                  <a:ext uri="{FF2B5EF4-FFF2-40B4-BE49-F238E27FC236}">
                    <a16:creationId xmlns:a16="http://schemas.microsoft.com/office/drawing/2014/main" id="{BC366096-DE10-4654-97F5-20E270BD6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9" name="Line 262">
                <a:extLst>
                  <a:ext uri="{FF2B5EF4-FFF2-40B4-BE49-F238E27FC236}">
                    <a16:creationId xmlns:a16="http://schemas.microsoft.com/office/drawing/2014/main" id="{84BDBA99-0264-404F-812C-C62593BEB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2" name="Group 263">
              <a:extLst>
                <a:ext uri="{FF2B5EF4-FFF2-40B4-BE49-F238E27FC236}">
                  <a16:creationId xmlns:a16="http://schemas.microsoft.com/office/drawing/2014/main" id="{FEF3B7E3-6ED8-457E-BF16-3317FF656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2184" name="Rectangle 264">
                <a:extLst>
                  <a:ext uri="{FF2B5EF4-FFF2-40B4-BE49-F238E27FC236}">
                    <a16:creationId xmlns:a16="http://schemas.microsoft.com/office/drawing/2014/main" id="{2A79162A-7858-4ECE-94FA-C7C473676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85" name="Text Box 265">
                <a:extLst>
                  <a:ext uri="{FF2B5EF4-FFF2-40B4-BE49-F238E27FC236}">
                    <a16:creationId xmlns:a16="http://schemas.microsoft.com/office/drawing/2014/main" id="{4A9730A7-AFE8-4258-B3DD-F4D0FA5EF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2186" name="Text Box 266">
                <a:extLst>
                  <a:ext uri="{FF2B5EF4-FFF2-40B4-BE49-F238E27FC236}">
                    <a16:creationId xmlns:a16="http://schemas.microsoft.com/office/drawing/2014/main" id="{744FEB70-CB47-4955-95C2-1CB67D413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2187" name="Text Box 267">
                <a:extLst>
                  <a:ext uri="{FF2B5EF4-FFF2-40B4-BE49-F238E27FC236}">
                    <a16:creationId xmlns:a16="http://schemas.microsoft.com/office/drawing/2014/main" id="{EA44EF25-1C11-41C7-BABB-D2746B1D0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2188" name="Text Box 268">
                <a:extLst>
                  <a:ext uri="{FF2B5EF4-FFF2-40B4-BE49-F238E27FC236}">
                    <a16:creationId xmlns:a16="http://schemas.microsoft.com/office/drawing/2014/main" id="{2C2197CC-A751-4AD9-B20C-1B1D14D367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89" name="Line 269">
                <a:extLst>
                  <a:ext uri="{FF2B5EF4-FFF2-40B4-BE49-F238E27FC236}">
                    <a16:creationId xmlns:a16="http://schemas.microsoft.com/office/drawing/2014/main" id="{F13F86C9-74C3-434C-92BA-8206384AA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0" name="Line 270">
                <a:extLst>
                  <a:ext uri="{FF2B5EF4-FFF2-40B4-BE49-F238E27FC236}">
                    <a16:creationId xmlns:a16="http://schemas.microsoft.com/office/drawing/2014/main" id="{A312DD0D-B5E3-4A95-9CFE-8DF4F671F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1" name="Line 271">
                <a:extLst>
                  <a:ext uri="{FF2B5EF4-FFF2-40B4-BE49-F238E27FC236}">
                    <a16:creationId xmlns:a16="http://schemas.microsoft.com/office/drawing/2014/main" id="{AB33A081-DB89-497E-81F3-3C8AA1B9A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2" name="Line 272">
                <a:extLst>
                  <a:ext uri="{FF2B5EF4-FFF2-40B4-BE49-F238E27FC236}">
                    <a16:creationId xmlns:a16="http://schemas.microsoft.com/office/drawing/2014/main" id="{D6E2B86C-3714-4011-B5B7-6A3C3374F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3" name="Line 273">
                <a:extLst>
                  <a:ext uri="{FF2B5EF4-FFF2-40B4-BE49-F238E27FC236}">
                    <a16:creationId xmlns:a16="http://schemas.microsoft.com/office/drawing/2014/main" id="{B6145178-D455-4B80-97FD-BC6AAE992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4" name="Line 274">
                <a:extLst>
                  <a:ext uri="{FF2B5EF4-FFF2-40B4-BE49-F238E27FC236}">
                    <a16:creationId xmlns:a16="http://schemas.microsoft.com/office/drawing/2014/main" id="{0E40F9AA-F47E-45E8-B051-F43816EA7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5" name="Line 275">
                <a:extLst>
                  <a:ext uri="{FF2B5EF4-FFF2-40B4-BE49-F238E27FC236}">
                    <a16:creationId xmlns:a16="http://schemas.microsoft.com/office/drawing/2014/main" id="{DF09CE21-9152-445E-B421-6A8BE93A9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6" name="Line 276">
                <a:extLst>
                  <a:ext uri="{FF2B5EF4-FFF2-40B4-BE49-F238E27FC236}">
                    <a16:creationId xmlns:a16="http://schemas.microsoft.com/office/drawing/2014/main" id="{68217542-FCF1-4320-A6D3-0DE12077C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3" name="Group 277">
              <a:extLst>
                <a:ext uri="{FF2B5EF4-FFF2-40B4-BE49-F238E27FC236}">
                  <a16:creationId xmlns:a16="http://schemas.microsoft.com/office/drawing/2014/main" id="{564B5B50-4D8D-451E-A220-7EB53C10C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2171" name="Rectangle 278">
                <a:extLst>
                  <a:ext uri="{FF2B5EF4-FFF2-40B4-BE49-F238E27FC236}">
                    <a16:creationId xmlns:a16="http://schemas.microsoft.com/office/drawing/2014/main" id="{DDB97D9E-5397-407E-AB61-3888BA5B8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2" name="Text Box 279">
                <a:extLst>
                  <a:ext uri="{FF2B5EF4-FFF2-40B4-BE49-F238E27FC236}">
                    <a16:creationId xmlns:a16="http://schemas.microsoft.com/office/drawing/2014/main" id="{542C1DBD-E95F-4C50-BC0E-11F0D77443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2173" name="Text Box 280">
                <a:extLst>
                  <a:ext uri="{FF2B5EF4-FFF2-40B4-BE49-F238E27FC236}">
                    <a16:creationId xmlns:a16="http://schemas.microsoft.com/office/drawing/2014/main" id="{9D58DB81-8AFE-43BC-98CF-F542DE3104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2174" name="Text Box 281">
                <a:extLst>
                  <a:ext uri="{FF2B5EF4-FFF2-40B4-BE49-F238E27FC236}">
                    <a16:creationId xmlns:a16="http://schemas.microsoft.com/office/drawing/2014/main" id="{5D2C209F-AA5A-4A89-AF5B-E186F57619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5" name="Text Box 282">
                <a:extLst>
                  <a:ext uri="{FF2B5EF4-FFF2-40B4-BE49-F238E27FC236}">
                    <a16:creationId xmlns:a16="http://schemas.microsoft.com/office/drawing/2014/main" id="{F37EC5BE-7E9E-4A9B-BE2E-5E5289DF21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6" name="Line 283">
                <a:extLst>
                  <a:ext uri="{FF2B5EF4-FFF2-40B4-BE49-F238E27FC236}">
                    <a16:creationId xmlns:a16="http://schemas.microsoft.com/office/drawing/2014/main" id="{E1CFF7C0-B2A5-41A8-8934-0912175E4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7" name="Line 284">
                <a:extLst>
                  <a:ext uri="{FF2B5EF4-FFF2-40B4-BE49-F238E27FC236}">
                    <a16:creationId xmlns:a16="http://schemas.microsoft.com/office/drawing/2014/main" id="{99104248-AD6F-4810-9207-E5FB6660F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8" name="Line 285">
                <a:extLst>
                  <a:ext uri="{FF2B5EF4-FFF2-40B4-BE49-F238E27FC236}">
                    <a16:creationId xmlns:a16="http://schemas.microsoft.com/office/drawing/2014/main" id="{BC194887-819F-4DA5-9A15-6A3DB6496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9" name="Line 286">
                <a:extLst>
                  <a:ext uri="{FF2B5EF4-FFF2-40B4-BE49-F238E27FC236}">
                    <a16:creationId xmlns:a16="http://schemas.microsoft.com/office/drawing/2014/main" id="{9F04AAF9-C40B-4DC5-A512-06E9347C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0" name="Line 287">
                <a:extLst>
                  <a:ext uri="{FF2B5EF4-FFF2-40B4-BE49-F238E27FC236}">
                    <a16:creationId xmlns:a16="http://schemas.microsoft.com/office/drawing/2014/main" id="{488D65DE-AE44-4966-BA07-D7BA5FD01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1" name="Line 288">
                <a:extLst>
                  <a:ext uri="{FF2B5EF4-FFF2-40B4-BE49-F238E27FC236}">
                    <a16:creationId xmlns:a16="http://schemas.microsoft.com/office/drawing/2014/main" id="{C987DB1C-30A0-4E97-A10F-232744117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2" name="Line 289">
                <a:extLst>
                  <a:ext uri="{FF2B5EF4-FFF2-40B4-BE49-F238E27FC236}">
                    <a16:creationId xmlns:a16="http://schemas.microsoft.com/office/drawing/2014/main" id="{1ACA6B19-E7A9-4A7D-900C-C52432E41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3" name="Line 290">
                <a:extLst>
                  <a:ext uri="{FF2B5EF4-FFF2-40B4-BE49-F238E27FC236}">
                    <a16:creationId xmlns:a16="http://schemas.microsoft.com/office/drawing/2014/main" id="{0655A297-EC0B-44EC-ACDF-860297234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4" name="Group 291">
              <a:extLst>
                <a:ext uri="{FF2B5EF4-FFF2-40B4-BE49-F238E27FC236}">
                  <a16:creationId xmlns:a16="http://schemas.microsoft.com/office/drawing/2014/main" id="{E3270560-940D-4710-B0ED-1DB657C4E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2158" name="Rectangle 292">
                <a:extLst>
                  <a:ext uri="{FF2B5EF4-FFF2-40B4-BE49-F238E27FC236}">
                    <a16:creationId xmlns:a16="http://schemas.microsoft.com/office/drawing/2014/main" id="{F3EB5DE3-4281-4331-A9EC-2190B1899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59" name="Text Box 293">
                <a:extLst>
                  <a:ext uri="{FF2B5EF4-FFF2-40B4-BE49-F238E27FC236}">
                    <a16:creationId xmlns:a16="http://schemas.microsoft.com/office/drawing/2014/main" id="{439471D4-B117-48A9-92F1-2D27ADA23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2160" name="Text Box 294">
                <a:extLst>
                  <a:ext uri="{FF2B5EF4-FFF2-40B4-BE49-F238E27FC236}">
                    <a16:creationId xmlns:a16="http://schemas.microsoft.com/office/drawing/2014/main" id="{0D42E20F-452C-4E4E-9041-2D0998105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2161" name="Text Box 295">
                <a:extLst>
                  <a:ext uri="{FF2B5EF4-FFF2-40B4-BE49-F238E27FC236}">
                    <a16:creationId xmlns:a16="http://schemas.microsoft.com/office/drawing/2014/main" id="{44AE3650-253C-457E-BE12-E268DA9EC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62" name="Text Box 296">
                <a:extLst>
                  <a:ext uri="{FF2B5EF4-FFF2-40B4-BE49-F238E27FC236}">
                    <a16:creationId xmlns:a16="http://schemas.microsoft.com/office/drawing/2014/main" id="{929E9155-6115-4696-BDD9-15F14322AE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63" name="Line 297">
                <a:extLst>
                  <a:ext uri="{FF2B5EF4-FFF2-40B4-BE49-F238E27FC236}">
                    <a16:creationId xmlns:a16="http://schemas.microsoft.com/office/drawing/2014/main" id="{4FC388EE-00D8-409E-A1BE-E9FB6C155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4" name="Line 298">
                <a:extLst>
                  <a:ext uri="{FF2B5EF4-FFF2-40B4-BE49-F238E27FC236}">
                    <a16:creationId xmlns:a16="http://schemas.microsoft.com/office/drawing/2014/main" id="{8E6D3708-F229-4E64-9866-B26D8F523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5" name="Line 299">
                <a:extLst>
                  <a:ext uri="{FF2B5EF4-FFF2-40B4-BE49-F238E27FC236}">
                    <a16:creationId xmlns:a16="http://schemas.microsoft.com/office/drawing/2014/main" id="{66D4B17C-4B77-42B1-A6D1-820F5EC2B5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6" name="Line 300">
                <a:extLst>
                  <a:ext uri="{FF2B5EF4-FFF2-40B4-BE49-F238E27FC236}">
                    <a16:creationId xmlns:a16="http://schemas.microsoft.com/office/drawing/2014/main" id="{72364229-EB37-4D36-8395-0BEE554DA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7" name="Line 301">
                <a:extLst>
                  <a:ext uri="{FF2B5EF4-FFF2-40B4-BE49-F238E27FC236}">
                    <a16:creationId xmlns:a16="http://schemas.microsoft.com/office/drawing/2014/main" id="{4F39DD4D-C363-49D1-9090-A67EDAE42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8" name="Line 302">
                <a:extLst>
                  <a:ext uri="{FF2B5EF4-FFF2-40B4-BE49-F238E27FC236}">
                    <a16:creationId xmlns:a16="http://schemas.microsoft.com/office/drawing/2014/main" id="{C86642A8-17C8-4E83-833D-E6FE4423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9" name="Line 303">
                <a:extLst>
                  <a:ext uri="{FF2B5EF4-FFF2-40B4-BE49-F238E27FC236}">
                    <a16:creationId xmlns:a16="http://schemas.microsoft.com/office/drawing/2014/main" id="{F0276BB6-7A7B-45EE-97B5-C9BC019E8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0" name="Line 304">
                <a:extLst>
                  <a:ext uri="{FF2B5EF4-FFF2-40B4-BE49-F238E27FC236}">
                    <a16:creationId xmlns:a16="http://schemas.microsoft.com/office/drawing/2014/main" id="{A9DFD780-6119-4A7C-A140-CA022234C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5" name="Group 305">
              <a:extLst>
                <a:ext uri="{FF2B5EF4-FFF2-40B4-BE49-F238E27FC236}">
                  <a16:creationId xmlns:a16="http://schemas.microsoft.com/office/drawing/2014/main" id="{91694810-BB5D-47E6-B9F0-E07DA438B6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2145" name="Rectangle 306">
                <a:extLst>
                  <a:ext uri="{FF2B5EF4-FFF2-40B4-BE49-F238E27FC236}">
                    <a16:creationId xmlns:a16="http://schemas.microsoft.com/office/drawing/2014/main" id="{356ABDE4-2EAC-4C08-B662-8C6D4DA89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46" name="Text Box 307">
                <a:extLst>
                  <a:ext uri="{FF2B5EF4-FFF2-40B4-BE49-F238E27FC236}">
                    <a16:creationId xmlns:a16="http://schemas.microsoft.com/office/drawing/2014/main" id="{DE2BD717-89DD-4030-9BCF-B7D17F737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2147" name="Text Box 308">
                <a:extLst>
                  <a:ext uri="{FF2B5EF4-FFF2-40B4-BE49-F238E27FC236}">
                    <a16:creationId xmlns:a16="http://schemas.microsoft.com/office/drawing/2014/main" id="{7C2551AD-FD4C-457E-BBC4-B9CCC4A72E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2148" name="Text Box 309">
                <a:extLst>
                  <a:ext uri="{FF2B5EF4-FFF2-40B4-BE49-F238E27FC236}">
                    <a16:creationId xmlns:a16="http://schemas.microsoft.com/office/drawing/2014/main" id="{7D86AFFD-CCD5-4B1A-BCEC-4D830C69C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49" name="Text Box 310">
                <a:extLst>
                  <a:ext uri="{FF2B5EF4-FFF2-40B4-BE49-F238E27FC236}">
                    <a16:creationId xmlns:a16="http://schemas.microsoft.com/office/drawing/2014/main" id="{99474CBA-0BAB-4559-B77B-D1B7773E6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50" name="Line 311">
                <a:extLst>
                  <a:ext uri="{FF2B5EF4-FFF2-40B4-BE49-F238E27FC236}">
                    <a16:creationId xmlns:a16="http://schemas.microsoft.com/office/drawing/2014/main" id="{64272D4B-BE71-4D51-816F-D384420E0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1" name="Line 312">
                <a:extLst>
                  <a:ext uri="{FF2B5EF4-FFF2-40B4-BE49-F238E27FC236}">
                    <a16:creationId xmlns:a16="http://schemas.microsoft.com/office/drawing/2014/main" id="{52A37573-75A8-437F-887E-704C68758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2" name="Line 313">
                <a:extLst>
                  <a:ext uri="{FF2B5EF4-FFF2-40B4-BE49-F238E27FC236}">
                    <a16:creationId xmlns:a16="http://schemas.microsoft.com/office/drawing/2014/main" id="{B4F90C2D-1DAC-4520-8868-0443DDEF9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3" name="Line 314">
                <a:extLst>
                  <a:ext uri="{FF2B5EF4-FFF2-40B4-BE49-F238E27FC236}">
                    <a16:creationId xmlns:a16="http://schemas.microsoft.com/office/drawing/2014/main" id="{683716ED-446B-4C3E-B455-75DFAA976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4" name="Line 315">
                <a:extLst>
                  <a:ext uri="{FF2B5EF4-FFF2-40B4-BE49-F238E27FC236}">
                    <a16:creationId xmlns:a16="http://schemas.microsoft.com/office/drawing/2014/main" id="{91FBE44D-107E-488D-AD3E-ADEBEE590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5" name="Line 316">
                <a:extLst>
                  <a:ext uri="{FF2B5EF4-FFF2-40B4-BE49-F238E27FC236}">
                    <a16:creationId xmlns:a16="http://schemas.microsoft.com/office/drawing/2014/main" id="{5420A436-BF96-441B-95AA-EB8433DEA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6" name="Line 317">
                <a:extLst>
                  <a:ext uri="{FF2B5EF4-FFF2-40B4-BE49-F238E27FC236}">
                    <a16:creationId xmlns:a16="http://schemas.microsoft.com/office/drawing/2014/main" id="{89E4F512-33B2-4922-8D69-51A04048FB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7" name="Line 318">
                <a:extLst>
                  <a:ext uri="{FF2B5EF4-FFF2-40B4-BE49-F238E27FC236}">
                    <a16:creationId xmlns:a16="http://schemas.microsoft.com/office/drawing/2014/main" id="{04541596-7CAF-4CAA-B62E-7B8C8E4E2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6" name="Group 319">
              <a:extLst>
                <a:ext uri="{FF2B5EF4-FFF2-40B4-BE49-F238E27FC236}">
                  <a16:creationId xmlns:a16="http://schemas.microsoft.com/office/drawing/2014/main" id="{0F177A28-9078-4FD1-997C-FAF4EFC3E7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2132" name="Rectangle 320">
                <a:extLst>
                  <a:ext uri="{FF2B5EF4-FFF2-40B4-BE49-F238E27FC236}">
                    <a16:creationId xmlns:a16="http://schemas.microsoft.com/office/drawing/2014/main" id="{3429C0DD-E71C-4F1A-95C3-04EE3EF9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3" name="Text Box 321">
                <a:extLst>
                  <a:ext uri="{FF2B5EF4-FFF2-40B4-BE49-F238E27FC236}">
                    <a16:creationId xmlns:a16="http://schemas.microsoft.com/office/drawing/2014/main" id="{4268DB77-D09E-47EB-8F3D-604C680F4E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2134" name="Text Box 322">
                <a:extLst>
                  <a:ext uri="{FF2B5EF4-FFF2-40B4-BE49-F238E27FC236}">
                    <a16:creationId xmlns:a16="http://schemas.microsoft.com/office/drawing/2014/main" id="{F29AFA84-0897-47E8-B60B-AE84B7145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2135" name="Text Box 323">
                <a:extLst>
                  <a:ext uri="{FF2B5EF4-FFF2-40B4-BE49-F238E27FC236}">
                    <a16:creationId xmlns:a16="http://schemas.microsoft.com/office/drawing/2014/main" id="{13E51921-609A-4162-82A7-98134AF086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6" name="Text Box 324">
                <a:extLst>
                  <a:ext uri="{FF2B5EF4-FFF2-40B4-BE49-F238E27FC236}">
                    <a16:creationId xmlns:a16="http://schemas.microsoft.com/office/drawing/2014/main" id="{32C9D0BA-BED9-43EE-86A7-C5CAFD231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7" name="Line 325">
                <a:extLst>
                  <a:ext uri="{FF2B5EF4-FFF2-40B4-BE49-F238E27FC236}">
                    <a16:creationId xmlns:a16="http://schemas.microsoft.com/office/drawing/2014/main" id="{507D18A6-0796-4654-A266-79DBD39D1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8" name="Line 326">
                <a:extLst>
                  <a:ext uri="{FF2B5EF4-FFF2-40B4-BE49-F238E27FC236}">
                    <a16:creationId xmlns:a16="http://schemas.microsoft.com/office/drawing/2014/main" id="{0E9EF0D7-343C-46FF-BDC4-771728A4C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9" name="Line 327">
                <a:extLst>
                  <a:ext uri="{FF2B5EF4-FFF2-40B4-BE49-F238E27FC236}">
                    <a16:creationId xmlns:a16="http://schemas.microsoft.com/office/drawing/2014/main" id="{C922CD15-F092-4463-A456-7B4E32C6A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0" name="Line 328">
                <a:extLst>
                  <a:ext uri="{FF2B5EF4-FFF2-40B4-BE49-F238E27FC236}">
                    <a16:creationId xmlns:a16="http://schemas.microsoft.com/office/drawing/2014/main" id="{E3EE3E47-DC53-464A-9B52-9813E12E5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1" name="Line 329">
                <a:extLst>
                  <a:ext uri="{FF2B5EF4-FFF2-40B4-BE49-F238E27FC236}">
                    <a16:creationId xmlns:a16="http://schemas.microsoft.com/office/drawing/2014/main" id="{67CEF80C-C3BD-4FE4-99A1-2264F941B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2" name="Line 330">
                <a:extLst>
                  <a:ext uri="{FF2B5EF4-FFF2-40B4-BE49-F238E27FC236}">
                    <a16:creationId xmlns:a16="http://schemas.microsoft.com/office/drawing/2014/main" id="{8C0AA1C9-96C4-4073-A266-98E4BD6C4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3" name="Line 331">
                <a:extLst>
                  <a:ext uri="{FF2B5EF4-FFF2-40B4-BE49-F238E27FC236}">
                    <a16:creationId xmlns:a16="http://schemas.microsoft.com/office/drawing/2014/main" id="{9EADE280-1A17-402D-81BA-349433A83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4" name="Line 332">
                <a:extLst>
                  <a:ext uri="{FF2B5EF4-FFF2-40B4-BE49-F238E27FC236}">
                    <a16:creationId xmlns:a16="http://schemas.microsoft.com/office/drawing/2014/main" id="{1E435900-6977-47B1-AA52-10B4F62F0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7" name="Group 333">
              <a:extLst>
                <a:ext uri="{FF2B5EF4-FFF2-40B4-BE49-F238E27FC236}">
                  <a16:creationId xmlns:a16="http://schemas.microsoft.com/office/drawing/2014/main" id="{ED46A1F3-9599-4BEC-A6E7-28F056FC4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2119" name="Rectangle 334">
                <a:extLst>
                  <a:ext uri="{FF2B5EF4-FFF2-40B4-BE49-F238E27FC236}">
                    <a16:creationId xmlns:a16="http://schemas.microsoft.com/office/drawing/2014/main" id="{842A740F-5DDA-422D-B352-EBAD7CC7C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20" name="Text Box 335">
                <a:extLst>
                  <a:ext uri="{FF2B5EF4-FFF2-40B4-BE49-F238E27FC236}">
                    <a16:creationId xmlns:a16="http://schemas.microsoft.com/office/drawing/2014/main" id="{0243B2A6-ACE0-420A-9270-493D0DF312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2121" name="Text Box 336">
                <a:extLst>
                  <a:ext uri="{FF2B5EF4-FFF2-40B4-BE49-F238E27FC236}">
                    <a16:creationId xmlns:a16="http://schemas.microsoft.com/office/drawing/2014/main" id="{E16B0E41-6320-44EB-BC52-13B8329757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2122" name="Text Box 337">
                <a:extLst>
                  <a:ext uri="{FF2B5EF4-FFF2-40B4-BE49-F238E27FC236}">
                    <a16:creationId xmlns:a16="http://schemas.microsoft.com/office/drawing/2014/main" id="{ECFA6E03-E609-4EDD-A034-8827357BA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2123" name="Text Box 338">
                <a:extLst>
                  <a:ext uri="{FF2B5EF4-FFF2-40B4-BE49-F238E27FC236}">
                    <a16:creationId xmlns:a16="http://schemas.microsoft.com/office/drawing/2014/main" id="{0DC97DE4-209E-47CD-88EE-EA878124C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2124" name="Line 339">
                <a:extLst>
                  <a:ext uri="{FF2B5EF4-FFF2-40B4-BE49-F238E27FC236}">
                    <a16:creationId xmlns:a16="http://schemas.microsoft.com/office/drawing/2014/main" id="{F38DED12-9E7F-4C04-816E-62A4151F4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5" name="Line 340">
                <a:extLst>
                  <a:ext uri="{FF2B5EF4-FFF2-40B4-BE49-F238E27FC236}">
                    <a16:creationId xmlns:a16="http://schemas.microsoft.com/office/drawing/2014/main" id="{28214175-C0B8-484D-BDA7-CA8B1D3EA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6" name="Line 341">
                <a:extLst>
                  <a:ext uri="{FF2B5EF4-FFF2-40B4-BE49-F238E27FC236}">
                    <a16:creationId xmlns:a16="http://schemas.microsoft.com/office/drawing/2014/main" id="{693C7E25-D8F9-4940-A917-1DD3A54BC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7" name="Line 342">
                <a:extLst>
                  <a:ext uri="{FF2B5EF4-FFF2-40B4-BE49-F238E27FC236}">
                    <a16:creationId xmlns:a16="http://schemas.microsoft.com/office/drawing/2014/main" id="{DA927C4E-0177-468C-AB86-6AAC2CF3A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8" name="Line 343">
                <a:extLst>
                  <a:ext uri="{FF2B5EF4-FFF2-40B4-BE49-F238E27FC236}">
                    <a16:creationId xmlns:a16="http://schemas.microsoft.com/office/drawing/2014/main" id="{3E390AEF-0BC8-4413-9707-D4717938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9" name="Line 344">
                <a:extLst>
                  <a:ext uri="{FF2B5EF4-FFF2-40B4-BE49-F238E27FC236}">
                    <a16:creationId xmlns:a16="http://schemas.microsoft.com/office/drawing/2014/main" id="{857DBC97-33EB-45E9-97E0-DCA28794B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0" name="Line 345">
                <a:extLst>
                  <a:ext uri="{FF2B5EF4-FFF2-40B4-BE49-F238E27FC236}">
                    <a16:creationId xmlns:a16="http://schemas.microsoft.com/office/drawing/2014/main" id="{8D039BE4-54A0-4133-B01F-7F708E217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1" name="Line 346">
                <a:extLst>
                  <a:ext uri="{FF2B5EF4-FFF2-40B4-BE49-F238E27FC236}">
                    <a16:creationId xmlns:a16="http://schemas.microsoft.com/office/drawing/2014/main" id="{310CDE17-5A4A-43B0-8C69-69C892200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8" name="Group 347">
              <a:extLst>
                <a:ext uri="{FF2B5EF4-FFF2-40B4-BE49-F238E27FC236}">
                  <a16:creationId xmlns:a16="http://schemas.microsoft.com/office/drawing/2014/main" id="{38AE72F2-5198-4690-8C2F-A1059BD35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2106" name="Rectangle 348">
                <a:extLst>
                  <a:ext uri="{FF2B5EF4-FFF2-40B4-BE49-F238E27FC236}">
                    <a16:creationId xmlns:a16="http://schemas.microsoft.com/office/drawing/2014/main" id="{F5C45D1D-1E74-417E-A4B7-8D0C94317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07" name="Text Box 349">
                <a:extLst>
                  <a:ext uri="{FF2B5EF4-FFF2-40B4-BE49-F238E27FC236}">
                    <a16:creationId xmlns:a16="http://schemas.microsoft.com/office/drawing/2014/main" id="{7A8BF6AA-0947-4801-A369-6AD10329E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2108" name="Text Box 350">
                <a:extLst>
                  <a:ext uri="{FF2B5EF4-FFF2-40B4-BE49-F238E27FC236}">
                    <a16:creationId xmlns:a16="http://schemas.microsoft.com/office/drawing/2014/main" id="{FEF23DC6-2F36-4D71-8FB2-3590EDD754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2109" name="Text Box 351">
                <a:extLst>
                  <a:ext uri="{FF2B5EF4-FFF2-40B4-BE49-F238E27FC236}">
                    <a16:creationId xmlns:a16="http://schemas.microsoft.com/office/drawing/2014/main" id="{262FA0BA-636F-4958-9EE4-AF879E1F81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2110" name="Text Box 352">
                <a:extLst>
                  <a:ext uri="{FF2B5EF4-FFF2-40B4-BE49-F238E27FC236}">
                    <a16:creationId xmlns:a16="http://schemas.microsoft.com/office/drawing/2014/main" id="{94C744D1-A697-456C-A002-C631DE586D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11" name="Line 353">
                <a:extLst>
                  <a:ext uri="{FF2B5EF4-FFF2-40B4-BE49-F238E27FC236}">
                    <a16:creationId xmlns:a16="http://schemas.microsoft.com/office/drawing/2014/main" id="{D945BD85-96D4-4AAA-AB13-1047C1572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2" name="Line 354">
                <a:extLst>
                  <a:ext uri="{FF2B5EF4-FFF2-40B4-BE49-F238E27FC236}">
                    <a16:creationId xmlns:a16="http://schemas.microsoft.com/office/drawing/2014/main" id="{7717717C-FF6D-4113-BD07-10D52065A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3" name="Line 355">
                <a:extLst>
                  <a:ext uri="{FF2B5EF4-FFF2-40B4-BE49-F238E27FC236}">
                    <a16:creationId xmlns:a16="http://schemas.microsoft.com/office/drawing/2014/main" id="{001FC7DB-97C2-4CE0-826D-FF48D4C73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4" name="Line 356">
                <a:extLst>
                  <a:ext uri="{FF2B5EF4-FFF2-40B4-BE49-F238E27FC236}">
                    <a16:creationId xmlns:a16="http://schemas.microsoft.com/office/drawing/2014/main" id="{7481DC93-230F-4216-8F81-931E51BA8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5" name="Line 357">
                <a:extLst>
                  <a:ext uri="{FF2B5EF4-FFF2-40B4-BE49-F238E27FC236}">
                    <a16:creationId xmlns:a16="http://schemas.microsoft.com/office/drawing/2014/main" id="{788F1FDD-90AD-41C0-81BC-2051AC06F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6" name="Line 358">
                <a:extLst>
                  <a:ext uri="{FF2B5EF4-FFF2-40B4-BE49-F238E27FC236}">
                    <a16:creationId xmlns:a16="http://schemas.microsoft.com/office/drawing/2014/main" id="{BD2A3F4E-3187-4ADD-8E9D-B4D62ABB9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7" name="Line 359">
                <a:extLst>
                  <a:ext uri="{FF2B5EF4-FFF2-40B4-BE49-F238E27FC236}">
                    <a16:creationId xmlns:a16="http://schemas.microsoft.com/office/drawing/2014/main" id="{083FDE1E-068F-41FA-96BE-CABFD3BB9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8" name="Line 360">
                <a:extLst>
                  <a:ext uri="{FF2B5EF4-FFF2-40B4-BE49-F238E27FC236}">
                    <a16:creationId xmlns:a16="http://schemas.microsoft.com/office/drawing/2014/main" id="{0E0628DE-CE42-4958-A0B9-1A852D99C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9" name="Group 361">
              <a:extLst>
                <a:ext uri="{FF2B5EF4-FFF2-40B4-BE49-F238E27FC236}">
                  <a16:creationId xmlns:a16="http://schemas.microsoft.com/office/drawing/2014/main" id="{CCD36F24-CDE7-4F1E-BCB6-22D10BC2E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2093" name="Rectangle 362">
                <a:extLst>
                  <a:ext uri="{FF2B5EF4-FFF2-40B4-BE49-F238E27FC236}">
                    <a16:creationId xmlns:a16="http://schemas.microsoft.com/office/drawing/2014/main" id="{5D8E638E-5442-4102-BDEE-A157B5FF9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94" name="Text Box 363">
                <a:extLst>
                  <a:ext uri="{FF2B5EF4-FFF2-40B4-BE49-F238E27FC236}">
                    <a16:creationId xmlns:a16="http://schemas.microsoft.com/office/drawing/2014/main" id="{476082B0-FBAD-4CCF-8A83-C9C4837A9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2095" name="Text Box 364">
                <a:extLst>
                  <a:ext uri="{FF2B5EF4-FFF2-40B4-BE49-F238E27FC236}">
                    <a16:creationId xmlns:a16="http://schemas.microsoft.com/office/drawing/2014/main" id="{FA235AF5-54CD-4DC8-A124-662673213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2096" name="Text Box 365">
                <a:extLst>
                  <a:ext uri="{FF2B5EF4-FFF2-40B4-BE49-F238E27FC236}">
                    <a16:creationId xmlns:a16="http://schemas.microsoft.com/office/drawing/2014/main" id="{21CDB7AF-8E15-4133-89E2-2E30981E4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2097" name="Text Box 366">
                <a:extLst>
                  <a:ext uri="{FF2B5EF4-FFF2-40B4-BE49-F238E27FC236}">
                    <a16:creationId xmlns:a16="http://schemas.microsoft.com/office/drawing/2014/main" id="{0701511D-C1F3-40B3-8045-FBBD40097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98" name="Line 367">
                <a:extLst>
                  <a:ext uri="{FF2B5EF4-FFF2-40B4-BE49-F238E27FC236}">
                    <a16:creationId xmlns:a16="http://schemas.microsoft.com/office/drawing/2014/main" id="{C774403E-3485-433F-B08D-C3991F854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9" name="Line 368">
                <a:extLst>
                  <a:ext uri="{FF2B5EF4-FFF2-40B4-BE49-F238E27FC236}">
                    <a16:creationId xmlns:a16="http://schemas.microsoft.com/office/drawing/2014/main" id="{ECE4F1DD-4ECF-40FB-A5BC-84D26A3CD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0" name="Line 369">
                <a:extLst>
                  <a:ext uri="{FF2B5EF4-FFF2-40B4-BE49-F238E27FC236}">
                    <a16:creationId xmlns:a16="http://schemas.microsoft.com/office/drawing/2014/main" id="{1E32F34C-B9BF-45E0-8608-332197C8E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1" name="Line 370">
                <a:extLst>
                  <a:ext uri="{FF2B5EF4-FFF2-40B4-BE49-F238E27FC236}">
                    <a16:creationId xmlns:a16="http://schemas.microsoft.com/office/drawing/2014/main" id="{0E2FF0CD-0735-4278-8C18-7D684C0F0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2" name="Line 371">
                <a:extLst>
                  <a:ext uri="{FF2B5EF4-FFF2-40B4-BE49-F238E27FC236}">
                    <a16:creationId xmlns:a16="http://schemas.microsoft.com/office/drawing/2014/main" id="{467E627F-67D0-42F1-BF6C-B1DD9C9D2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3" name="Line 372">
                <a:extLst>
                  <a:ext uri="{FF2B5EF4-FFF2-40B4-BE49-F238E27FC236}">
                    <a16:creationId xmlns:a16="http://schemas.microsoft.com/office/drawing/2014/main" id="{007E035B-3106-4B07-A196-B892412C7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4" name="Line 373">
                <a:extLst>
                  <a:ext uri="{FF2B5EF4-FFF2-40B4-BE49-F238E27FC236}">
                    <a16:creationId xmlns:a16="http://schemas.microsoft.com/office/drawing/2014/main" id="{C948C954-BB5C-4CBC-9D9D-0520D6494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5" name="Line 374">
                <a:extLst>
                  <a:ext uri="{FF2B5EF4-FFF2-40B4-BE49-F238E27FC236}">
                    <a16:creationId xmlns:a16="http://schemas.microsoft.com/office/drawing/2014/main" id="{9BD496F4-94F9-4830-A3D7-F5E1E73C9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10" name="Line 375">
              <a:extLst>
                <a:ext uri="{FF2B5EF4-FFF2-40B4-BE49-F238E27FC236}">
                  <a16:creationId xmlns:a16="http://schemas.microsoft.com/office/drawing/2014/main" id="{CB9BFF88-B7C6-488F-A544-2738555DE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1" name="Line 376">
              <a:extLst>
                <a:ext uri="{FF2B5EF4-FFF2-40B4-BE49-F238E27FC236}">
                  <a16:creationId xmlns:a16="http://schemas.microsoft.com/office/drawing/2014/main" id="{53417DA9-0BD1-4166-A251-581AA299D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2" name="Line 377">
              <a:extLst>
                <a:ext uri="{FF2B5EF4-FFF2-40B4-BE49-F238E27FC236}">
                  <a16:creationId xmlns:a16="http://schemas.microsoft.com/office/drawing/2014/main" id="{493FDF72-5842-4AC0-8EBE-79D54DA98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3" name="Line 378">
              <a:extLst>
                <a:ext uri="{FF2B5EF4-FFF2-40B4-BE49-F238E27FC236}">
                  <a16:creationId xmlns:a16="http://schemas.microsoft.com/office/drawing/2014/main" id="{C619D7F4-3BA9-4128-917B-31F6807CC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14" name="Group 379">
              <a:extLst>
                <a:ext uri="{FF2B5EF4-FFF2-40B4-BE49-F238E27FC236}">
                  <a16:creationId xmlns:a16="http://schemas.microsoft.com/office/drawing/2014/main" id="{175E8B14-E338-4916-AE6B-17D9B7AAF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2080" name="Rectangle 380">
                <a:extLst>
                  <a:ext uri="{FF2B5EF4-FFF2-40B4-BE49-F238E27FC236}">
                    <a16:creationId xmlns:a16="http://schemas.microsoft.com/office/drawing/2014/main" id="{31FC6B8B-6D10-4E16-9916-02B1A62E1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1" name="Text Box 381">
                <a:extLst>
                  <a:ext uri="{FF2B5EF4-FFF2-40B4-BE49-F238E27FC236}">
                    <a16:creationId xmlns:a16="http://schemas.microsoft.com/office/drawing/2014/main" id="{82A3B226-6C01-4B26-9BEB-081C42139F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2082" name="Text Box 382">
                <a:extLst>
                  <a:ext uri="{FF2B5EF4-FFF2-40B4-BE49-F238E27FC236}">
                    <a16:creationId xmlns:a16="http://schemas.microsoft.com/office/drawing/2014/main" id="{164FBA50-92B9-4DF5-A95C-52F85EBA7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2083" name="Text Box 383">
                <a:extLst>
                  <a:ext uri="{FF2B5EF4-FFF2-40B4-BE49-F238E27FC236}">
                    <a16:creationId xmlns:a16="http://schemas.microsoft.com/office/drawing/2014/main" id="{ECE9EB06-1E2B-437B-9F6E-E813CF28E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4" name="Text Box 384">
                <a:extLst>
                  <a:ext uri="{FF2B5EF4-FFF2-40B4-BE49-F238E27FC236}">
                    <a16:creationId xmlns:a16="http://schemas.microsoft.com/office/drawing/2014/main" id="{6CB4C345-648D-45B1-ADA9-27715E47B3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5" name="Line 385">
                <a:extLst>
                  <a:ext uri="{FF2B5EF4-FFF2-40B4-BE49-F238E27FC236}">
                    <a16:creationId xmlns:a16="http://schemas.microsoft.com/office/drawing/2014/main" id="{81C89604-0FE7-48C3-BE5B-8D78B00DD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6" name="Line 386">
                <a:extLst>
                  <a:ext uri="{FF2B5EF4-FFF2-40B4-BE49-F238E27FC236}">
                    <a16:creationId xmlns:a16="http://schemas.microsoft.com/office/drawing/2014/main" id="{54BD8D14-B707-4BDC-B526-C74F56C1F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7" name="Line 387">
                <a:extLst>
                  <a:ext uri="{FF2B5EF4-FFF2-40B4-BE49-F238E27FC236}">
                    <a16:creationId xmlns:a16="http://schemas.microsoft.com/office/drawing/2014/main" id="{997262FF-9B56-41B4-A4C2-98AB322A7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8" name="Line 388">
                <a:extLst>
                  <a:ext uri="{FF2B5EF4-FFF2-40B4-BE49-F238E27FC236}">
                    <a16:creationId xmlns:a16="http://schemas.microsoft.com/office/drawing/2014/main" id="{135CECEF-6B87-42EA-A062-94504BF2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9" name="Line 389">
                <a:extLst>
                  <a:ext uri="{FF2B5EF4-FFF2-40B4-BE49-F238E27FC236}">
                    <a16:creationId xmlns:a16="http://schemas.microsoft.com/office/drawing/2014/main" id="{39195534-1ED0-4A0E-AA49-C38C1996D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0" name="Line 390">
                <a:extLst>
                  <a:ext uri="{FF2B5EF4-FFF2-40B4-BE49-F238E27FC236}">
                    <a16:creationId xmlns:a16="http://schemas.microsoft.com/office/drawing/2014/main" id="{777BB5E9-CD84-431D-9358-DB15782FC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1" name="Line 391">
                <a:extLst>
                  <a:ext uri="{FF2B5EF4-FFF2-40B4-BE49-F238E27FC236}">
                    <a16:creationId xmlns:a16="http://schemas.microsoft.com/office/drawing/2014/main" id="{10ABA8FB-9518-43B9-884A-118ABF8E1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2" name="Line 392">
                <a:extLst>
                  <a:ext uri="{FF2B5EF4-FFF2-40B4-BE49-F238E27FC236}">
                    <a16:creationId xmlns:a16="http://schemas.microsoft.com/office/drawing/2014/main" id="{B9A0D905-4910-4785-AE41-6AE22C714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15" name="Line 393">
              <a:extLst>
                <a:ext uri="{FF2B5EF4-FFF2-40B4-BE49-F238E27FC236}">
                  <a16:creationId xmlns:a16="http://schemas.microsoft.com/office/drawing/2014/main" id="{60233024-F9BF-4B0A-B02A-586F6D074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6" name="Line 394">
              <a:extLst>
                <a:ext uri="{FF2B5EF4-FFF2-40B4-BE49-F238E27FC236}">
                  <a16:creationId xmlns:a16="http://schemas.microsoft.com/office/drawing/2014/main" id="{45E6311B-81A8-415A-82A0-731FED6AC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7" name="Line 395">
              <a:extLst>
                <a:ext uri="{FF2B5EF4-FFF2-40B4-BE49-F238E27FC236}">
                  <a16:creationId xmlns:a16="http://schemas.microsoft.com/office/drawing/2014/main" id="{9A1F40A9-3A42-4625-856D-A2C8DE89F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8" y="2004"/>
              <a:ext cx="586" cy="156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18" name="Group 396">
              <a:extLst>
                <a:ext uri="{FF2B5EF4-FFF2-40B4-BE49-F238E27FC236}">
                  <a16:creationId xmlns:a16="http://schemas.microsoft.com/office/drawing/2014/main" id="{6F317BCF-7E06-41E1-8EF9-4DED45B3B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2067" name="Rectangle 397">
                <a:extLst>
                  <a:ext uri="{FF2B5EF4-FFF2-40B4-BE49-F238E27FC236}">
                    <a16:creationId xmlns:a16="http://schemas.microsoft.com/office/drawing/2014/main" id="{FE4FCEF0-64EE-47A3-90C8-8B41A24F6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68" name="Text Box 398">
                <a:extLst>
                  <a:ext uri="{FF2B5EF4-FFF2-40B4-BE49-F238E27FC236}">
                    <a16:creationId xmlns:a16="http://schemas.microsoft.com/office/drawing/2014/main" id="{1775912A-9DBD-4FBD-8297-5622C9C98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2069" name="Text Box 399">
                <a:extLst>
                  <a:ext uri="{FF2B5EF4-FFF2-40B4-BE49-F238E27FC236}">
                    <a16:creationId xmlns:a16="http://schemas.microsoft.com/office/drawing/2014/main" id="{B18ECBB1-7590-4A69-AACA-58A582375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2070" name="Text Box 400">
                <a:extLst>
                  <a:ext uri="{FF2B5EF4-FFF2-40B4-BE49-F238E27FC236}">
                    <a16:creationId xmlns:a16="http://schemas.microsoft.com/office/drawing/2014/main" id="{3F1CA446-12A9-41CA-BEA6-BE3AA71ED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71" name="Text Box 401">
                <a:extLst>
                  <a:ext uri="{FF2B5EF4-FFF2-40B4-BE49-F238E27FC236}">
                    <a16:creationId xmlns:a16="http://schemas.microsoft.com/office/drawing/2014/main" id="{74EF40BB-D629-4E7F-A3A1-ADE55340EF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72" name="Line 402">
                <a:extLst>
                  <a:ext uri="{FF2B5EF4-FFF2-40B4-BE49-F238E27FC236}">
                    <a16:creationId xmlns:a16="http://schemas.microsoft.com/office/drawing/2014/main" id="{6B8E9A16-875D-43A1-ACB0-037558F8B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3" name="Line 403">
                <a:extLst>
                  <a:ext uri="{FF2B5EF4-FFF2-40B4-BE49-F238E27FC236}">
                    <a16:creationId xmlns:a16="http://schemas.microsoft.com/office/drawing/2014/main" id="{A56CDA94-18D5-4D58-A39C-A7A22BDCF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4" name="Line 404">
                <a:extLst>
                  <a:ext uri="{FF2B5EF4-FFF2-40B4-BE49-F238E27FC236}">
                    <a16:creationId xmlns:a16="http://schemas.microsoft.com/office/drawing/2014/main" id="{B6D5AAA9-A22B-492D-B190-A8BE3485C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5" name="Line 405">
                <a:extLst>
                  <a:ext uri="{FF2B5EF4-FFF2-40B4-BE49-F238E27FC236}">
                    <a16:creationId xmlns:a16="http://schemas.microsoft.com/office/drawing/2014/main" id="{2BCA846A-03FF-4616-9EE3-F1C3955E5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6" name="Line 406">
                <a:extLst>
                  <a:ext uri="{FF2B5EF4-FFF2-40B4-BE49-F238E27FC236}">
                    <a16:creationId xmlns:a16="http://schemas.microsoft.com/office/drawing/2014/main" id="{993705C1-715D-4D3D-A975-6ED167918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7" name="Line 407">
                <a:extLst>
                  <a:ext uri="{FF2B5EF4-FFF2-40B4-BE49-F238E27FC236}">
                    <a16:creationId xmlns:a16="http://schemas.microsoft.com/office/drawing/2014/main" id="{75BF2F8B-DFD3-489D-AF2D-E5EB7DC7A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8" name="Line 408">
                <a:extLst>
                  <a:ext uri="{FF2B5EF4-FFF2-40B4-BE49-F238E27FC236}">
                    <a16:creationId xmlns:a16="http://schemas.microsoft.com/office/drawing/2014/main" id="{26772420-FAD9-4E28-A48E-F36059BA9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9" name="Line 409">
                <a:extLst>
                  <a:ext uri="{FF2B5EF4-FFF2-40B4-BE49-F238E27FC236}">
                    <a16:creationId xmlns:a16="http://schemas.microsoft.com/office/drawing/2014/main" id="{703842BD-8940-451A-852C-00051D4B9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19" name="Group 410">
              <a:extLst>
                <a:ext uri="{FF2B5EF4-FFF2-40B4-BE49-F238E27FC236}">
                  <a16:creationId xmlns:a16="http://schemas.microsoft.com/office/drawing/2014/main" id="{40D556CB-5AFB-4CA5-9306-7EB2F77E1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7" y="3567"/>
              <a:ext cx="1512" cy="202"/>
              <a:chOff x="2976" y="2680"/>
              <a:chExt cx="1872" cy="296"/>
            </a:xfrm>
          </p:grpSpPr>
          <p:sp>
            <p:nvSpPr>
              <p:cNvPr id="42054" name="Rectangle 411">
                <a:extLst>
                  <a:ext uri="{FF2B5EF4-FFF2-40B4-BE49-F238E27FC236}">
                    <a16:creationId xmlns:a16="http://schemas.microsoft.com/office/drawing/2014/main" id="{56D54068-C144-46EA-91C0-8BBE84647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5" name="Text Box 412">
                <a:extLst>
                  <a:ext uri="{FF2B5EF4-FFF2-40B4-BE49-F238E27FC236}">
                    <a16:creationId xmlns:a16="http://schemas.microsoft.com/office/drawing/2014/main" id="{999BC25A-C5E0-47D4-854F-32EB86915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2056" name="Text Box 413">
                <a:extLst>
                  <a:ext uri="{FF2B5EF4-FFF2-40B4-BE49-F238E27FC236}">
                    <a16:creationId xmlns:a16="http://schemas.microsoft.com/office/drawing/2014/main" id="{DE571551-DDF7-4F24-900B-3B830D7C3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7" name="Text Box 414">
                <a:extLst>
                  <a:ext uri="{FF2B5EF4-FFF2-40B4-BE49-F238E27FC236}">
                    <a16:creationId xmlns:a16="http://schemas.microsoft.com/office/drawing/2014/main" id="{DD76C69D-295F-4935-8192-15DE6C605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8" name="Text Box 415">
                <a:extLst>
                  <a:ext uri="{FF2B5EF4-FFF2-40B4-BE49-F238E27FC236}">
                    <a16:creationId xmlns:a16="http://schemas.microsoft.com/office/drawing/2014/main" id="{205BAE25-EE30-4735-A3EB-2C789B8E9A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9" name="Line 416">
                <a:extLst>
                  <a:ext uri="{FF2B5EF4-FFF2-40B4-BE49-F238E27FC236}">
                    <a16:creationId xmlns:a16="http://schemas.microsoft.com/office/drawing/2014/main" id="{4A57EF13-6368-4253-BACE-15AA17B31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0" name="Line 417">
                <a:extLst>
                  <a:ext uri="{FF2B5EF4-FFF2-40B4-BE49-F238E27FC236}">
                    <a16:creationId xmlns:a16="http://schemas.microsoft.com/office/drawing/2014/main" id="{BA248CAD-0AB9-48F2-99F9-6F9D1267B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1" name="Line 418">
                <a:extLst>
                  <a:ext uri="{FF2B5EF4-FFF2-40B4-BE49-F238E27FC236}">
                    <a16:creationId xmlns:a16="http://schemas.microsoft.com/office/drawing/2014/main" id="{4BC444D1-687B-46DF-B79E-7954D49EE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2" name="Line 419">
                <a:extLst>
                  <a:ext uri="{FF2B5EF4-FFF2-40B4-BE49-F238E27FC236}">
                    <a16:creationId xmlns:a16="http://schemas.microsoft.com/office/drawing/2014/main" id="{A96BEE38-3DA1-4293-BFDC-8E4362AF0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3" name="Line 420">
                <a:extLst>
                  <a:ext uri="{FF2B5EF4-FFF2-40B4-BE49-F238E27FC236}">
                    <a16:creationId xmlns:a16="http://schemas.microsoft.com/office/drawing/2014/main" id="{78874BBA-A1DD-4221-AE4E-71AA21497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4" name="Line 421">
                <a:extLst>
                  <a:ext uri="{FF2B5EF4-FFF2-40B4-BE49-F238E27FC236}">
                    <a16:creationId xmlns:a16="http://schemas.microsoft.com/office/drawing/2014/main" id="{B1CF7317-3687-4530-9C0E-992FE2AB4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5" name="Line 422">
                <a:extLst>
                  <a:ext uri="{FF2B5EF4-FFF2-40B4-BE49-F238E27FC236}">
                    <a16:creationId xmlns:a16="http://schemas.microsoft.com/office/drawing/2014/main" id="{89952FDD-FF73-42FF-B949-C8FB0CF9F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6" name="Line 423">
                <a:extLst>
                  <a:ext uri="{FF2B5EF4-FFF2-40B4-BE49-F238E27FC236}">
                    <a16:creationId xmlns:a16="http://schemas.microsoft.com/office/drawing/2014/main" id="{BEF99DE1-53EC-4FA2-BF65-DD4101E22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0" name="Freeform 424">
              <a:extLst>
                <a:ext uri="{FF2B5EF4-FFF2-40B4-BE49-F238E27FC236}">
                  <a16:creationId xmlns:a16="http://schemas.microsoft.com/office/drawing/2014/main" id="{68F5D2F2-8FFA-45C8-AF09-5CFCF35F6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1" name="Freeform 425">
              <a:extLst>
                <a:ext uri="{FF2B5EF4-FFF2-40B4-BE49-F238E27FC236}">
                  <a16:creationId xmlns:a16="http://schemas.microsoft.com/office/drawing/2014/main" id="{35A77D55-C678-489D-BAF9-15DADEB6B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2" name="Freeform 426">
              <a:extLst>
                <a:ext uri="{FF2B5EF4-FFF2-40B4-BE49-F238E27FC236}">
                  <a16:creationId xmlns:a16="http://schemas.microsoft.com/office/drawing/2014/main" id="{414A8317-3815-48FA-8570-EB0ADA78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832" cy="1614"/>
            </a:xfrm>
            <a:custGeom>
              <a:avLst/>
              <a:gdLst>
                <a:gd name="T0" fmla="*/ 1360 w 792"/>
                <a:gd name="T1" fmla="*/ 0 h 1536"/>
                <a:gd name="T2" fmla="*/ 206 w 792"/>
                <a:gd name="T3" fmla="*/ 1488 h 1536"/>
                <a:gd name="T4" fmla="*/ 124 w 792"/>
                <a:gd name="T5" fmla="*/ 2648 h 1536"/>
                <a:gd name="T6" fmla="*/ 0 60000 65536"/>
                <a:gd name="T7" fmla="*/ 0 60000 65536"/>
                <a:gd name="T8" fmla="*/ 0 60000 65536"/>
                <a:gd name="T9" fmla="*/ 0 w 792"/>
                <a:gd name="T10" fmla="*/ 0 h 1536"/>
                <a:gd name="T11" fmla="*/ 792 w 792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2" h="1536">
                  <a:moveTo>
                    <a:pt x="792" y="0"/>
                  </a:moveTo>
                  <a:cubicBezTo>
                    <a:pt x="516" y="304"/>
                    <a:pt x="240" y="608"/>
                    <a:pt x="120" y="864"/>
                  </a:cubicBezTo>
                  <a:cubicBezTo>
                    <a:pt x="0" y="1120"/>
                    <a:pt x="36" y="1328"/>
                    <a:pt x="72" y="153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23" name="Group 427">
              <a:extLst>
                <a:ext uri="{FF2B5EF4-FFF2-40B4-BE49-F238E27FC236}">
                  <a16:creationId xmlns:a16="http://schemas.microsoft.com/office/drawing/2014/main" id="{C363EB19-3F4A-4EB6-AD45-E5928A4B3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2041" name="Rectangle 428">
                <a:extLst>
                  <a:ext uri="{FF2B5EF4-FFF2-40B4-BE49-F238E27FC236}">
                    <a16:creationId xmlns:a16="http://schemas.microsoft.com/office/drawing/2014/main" id="{0EAC8F02-3605-4290-B13C-DE38549EB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2" name="Text Box 429">
                <a:extLst>
                  <a:ext uri="{FF2B5EF4-FFF2-40B4-BE49-F238E27FC236}">
                    <a16:creationId xmlns:a16="http://schemas.microsoft.com/office/drawing/2014/main" id="{DC5EFFA3-C9B9-479B-A2B0-9E9B3AE72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2043" name="Text Box 430">
                <a:extLst>
                  <a:ext uri="{FF2B5EF4-FFF2-40B4-BE49-F238E27FC236}">
                    <a16:creationId xmlns:a16="http://schemas.microsoft.com/office/drawing/2014/main" id="{45ED5026-B4CD-41C1-9CDB-EA5E0E2AA5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2044" name="Text Box 431">
                <a:extLst>
                  <a:ext uri="{FF2B5EF4-FFF2-40B4-BE49-F238E27FC236}">
                    <a16:creationId xmlns:a16="http://schemas.microsoft.com/office/drawing/2014/main" id="{4BEA1102-2268-467F-A157-74BB942F6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5" name="Text Box 432">
                <a:extLst>
                  <a:ext uri="{FF2B5EF4-FFF2-40B4-BE49-F238E27FC236}">
                    <a16:creationId xmlns:a16="http://schemas.microsoft.com/office/drawing/2014/main" id="{9A39F0A2-6DB1-45EC-803F-00E36D9E5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6" name="Line 433">
                <a:extLst>
                  <a:ext uri="{FF2B5EF4-FFF2-40B4-BE49-F238E27FC236}">
                    <a16:creationId xmlns:a16="http://schemas.microsoft.com/office/drawing/2014/main" id="{059DE143-ACC8-48D9-A301-24773B1DB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7" name="Line 434">
                <a:extLst>
                  <a:ext uri="{FF2B5EF4-FFF2-40B4-BE49-F238E27FC236}">
                    <a16:creationId xmlns:a16="http://schemas.microsoft.com/office/drawing/2014/main" id="{2D3AC73C-18E8-41DD-B9CE-CC192A5F6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8" name="Line 435">
                <a:extLst>
                  <a:ext uri="{FF2B5EF4-FFF2-40B4-BE49-F238E27FC236}">
                    <a16:creationId xmlns:a16="http://schemas.microsoft.com/office/drawing/2014/main" id="{E92ABCD6-5C5C-425E-81C2-358DBF5B9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9" name="Line 436">
                <a:extLst>
                  <a:ext uri="{FF2B5EF4-FFF2-40B4-BE49-F238E27FC236}">
                    <a16:creationId xmlns:a16="http://schemas.microsoft.com/office/drawing/2014/main" id="{7FE979A6-AAE0-4ED7-8CA8-D08A9956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0" name="Line 437">
                <a:extLst>
                  <a:ext uri="{FF2B5EF4-FFF2-40B4-BE49-F238E27FC236}">
                    <a16:creationId xmlns:a16="http://schemas.microsoft.com/office/drawing/2014/main" id="{DE3F73B4-6DA3-452E-9814-52FE731BD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1" name="Line 438">
                <a:extLst>
                  <a:ext uri="{FF2B5EF4-FFF2-40B4-BE49-F238E27FC236}">
                    <a16:creationId xmlns:a16="http://schemas.microsoft.com/office/drawing/2014/main" id="{5780A828-7AA6-49B6-A21F-6A33275F5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2" name="Line 439">
                <a:extLst>
                  <a:ext uri="{FF2B5EF4-FFF2-40B4-BE49-F238E27FC236}">
                    <a16:creationId xmlns:a16="http://schemas.microsoft.com/office/drawing/2014/main" id="{781F5324-CDB2-4459-A5BC-555012889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3" name="Line 440">
                <a:extLst>
                  <a:ext uri="{FF2B5EF4-FFF2-40B4-BE49-F238E27FC236}">
                    <a16:creationId xmlns:a16="http://schemas.microsoft.com/office/drawing/2014/main" id="{9018E2FC-D6EC-4C58-AB92-680C79262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4" name="Freeform 441">
              <a:extLst>
                <a:ext uri="{FF2B5EF4-FFF2-40B4-BE49-F238E27FC236}">
                  <a16:creationId xmlns:a16="http://schemas.microsoft.com/office/drawing/2014/main" id="{BA366CD6-04A9-4E03-8212-30172DAF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04"/>
              <a:ext cx="756" cy="1059"/>
            </a:xfrm>
            <a:custGeom>
              <a:avLst/>
              <a:gdLst>
                <a:gd name="T0" fmla="*/ 1233 w 720"/>
                <a:gd name="T1" fmla="*/ 0 h 1008"/>
                <a:gd name="T2" fmla="*/ 330 w 720"/>
                <a:gd name="T3" fmla="*/ 991 h 1008"/>
                <a:gd name="T4" fmla="*/ 0 w 720"/>
                <a:gd name="T5" fmla="*/ 1736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5" name="Freeform 442">
              <a:extLst>
                <a:ext uri="{FF2B5EF4-FFF2-40B4-BE49-F238E27FC236}">
                  <a16:creationId xmlns:a16="http://schemas.microsoft.com/office/drawing/2014/main" id="{69AC36A5-3A8D-4326-823C-2D559FA4F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26" name="Group 443">
              <a:extLst>
                <a:ext uri="{FF2B5EF4-FFF2-40B4-BE49-F238E27FC236}">
                  <a16:creationId xmlns:a16="http://schemas.microsoft.com/office/drawing/2014/main" id="{7924E844-28DA-4C87-AF10-E4A344560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2028" name="Rectangle 444">
                <a:extLst>
                  <a:ext uri="{FF2B5EF4-FFF2-40B4-BE49-F238E27FC236}">
                    <a16:creationId xmlns:a16="http://schemas.microsoft.com/office/drawing/2014/main" id="{A483782F-5618-4892-9ABE-059BDD95C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29" name="Text Box 445">
                <a:extLst>
                  <a:ext uri="{FF2B5EF4-FFF2-40B4-BE49-F238E27FC236}">
                    <a16:creationId xmlns:a16="http://schemas.microsoft.com/office/drawing/2014/main" id="{723777C9-C0F1-4EC1-935B-1FC1D3D1E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2030" name="Text Box 446">
                <a:extLst>
                  <a:ext uri="{FF2B5EF4-FFF2-40B4-BE49-F238E27FC236}">
                    <a16:creationId xmlns:a16="http://schemas.microsoft.com/office/drawing/2014/main" id="{C948815C-E85E-4F91-89A7-EED0E32EEE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2031" name="Text Box 447">
                <a:extLst>
                  <a:ext uri="{FF2B5EF4-FFF2-40B4-BE49-F238E27FC236}">
                    <a16:creationId xmlns:a16="http://schemas.microsoft.com/office/drawing/2014/main" id="{52A1F469-1D65-4E7B-AFA2-F0428F3B33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32" name="Text Box 448">
                <a:extLst>
                  <a:ext uri="{FF2B5EF4-FFF2-40B4-BE49-F238E27FC236}">
                    <a16:creationId xmlns:a16="http://schemas.microsoft.com/office/drawing/2014/main" id="{F699DE3A-C3FC-4181-B99B-6CDCCCF6D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33" name="Line 449">
                <a:extLst>
                  <a:ext uri="{FF2B5EF4-FFF2-40B4-BE49-F238E27FC236}">
                    <a16:creationId xmlns:a16="http://schemas.microsoft.com/office/drawing/2014/main" id="{C4BBC3B7-4F07-4213-9A57-9E21585F1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4" name="Line 450">
                <a:extLst>
                  <a:ext uri="{FF2B5EF4-FFF2-40B4-BE49-F238E27FC236}">
                    <a16:creationId xmlns:a16="http://schemas.microsoft.com/office/drawing/2014/main" id="{645118EC-FAE7-4798-9C56-0FB608508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5" name="Line 451">
                <a:extLst>
                  <a:ext uri="{FF2B5EF4-FFF2-40B4-BE49-F238E27FC236}">
                    <a16:creationId xmlns:a16="http://schemas.microsoft.com/office/drawing/2014/main" id="{E1D7A5EF-0F02-4817-89D6-148DB450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6" name="Line 452">
                <a:extLst>
                  <a:ext uri="{FF2B5EF4-FFF2-40B4-BE49-F238E27FC236}">
                    <a16:creationId xmlns:a16="http://schemas.microsoft.com/office/drawing/2014/main" id="{6BAE917B-08EF-40AF-9053-F7D13F842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7" name="Line 453">
                <a:extLst>
                  <a:ext uri="{FF2B5EF4-FFF2-40B4-BE49-F238E27FC236}">
                    <a16:creationId xmlns:a16="http://schemas.microsoft.com/office/drawing/2014/main" id="{00AD857A-507A-495B-A4B6-E79E1F6E0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8" name="Line 454">
                <a:extLst>
                  <a:ext uri="{FF2B5EF4-FFF2-40B4-BE49-F238E27FC236}">
                    <a16:creationId xmlns:a16="http://schemas.microsoft.com/office/drawing/2014/main" id="{BA0E7AD0-B09D-401E-ADD2-CF548ADCD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9" name="Line 455">
                <a:extLst>
                  <a:ext uri="{FF2B5EF4-FFF2-40B4-BE49-F238E27FC236}">
                    <a16:creationId xmlns:a16="http://schemas.microsoft.com/office/drawing/2014/main" id="{305BAF51-B179-40F5-A6D7-751948DF6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0" name="Line 456">
                <a:extLst>
                  <a:ext uri="{FF2B5EF4-FFF2-40B4-BE49-F238E27FC236}">
                    <a16:creationId xmlns:a16="http://schemas.microsoft.com/office/drawing/2014/main" id="{7BB733A7-3EDD-4517-9849-211DC258B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7" name="Line 457">
              <a:extLst>
                <a:ext uri="{FF2B5EF4-FFF2-40B4-BE49-F238E27FC236}">
                  <a16:creationId xmlns:a16="http://schemas.microsoft.com/office/drawing/2014/main" id="{B5A54027-12AC-48C7-A838-EB3FFEBCFC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31" name="Group 458">
            <a:extLst>
              <a:ext uri="{FF2B5EF4-FFF2-40B4-BE49-F238E27FC236}">
                <a16:creationId xmlns:a16="http://schemas.microsoft.com/office/drawing/2014/main" id="{E821733D-55D7-4684-979B-1F84930671D3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5562600"/>
            <a:ext cx="2819400" cy="369888"/>
            <a:chOff x="142" y="3552"/>
            <a:chExt cx="1634" cy="233"/>
          </a:xfrm>
        </p:grpSpPr>
        <p:sp>
          <p:nvSpPr>
            <p:cNvPr id="41999" name="Line 459">
              <a:extLst>
                <a:ext uri="{FF2B5EF4-FFF2-40B4-BE49-F238E27FC236}">
                  <a16:creationId xmlns:a16="http://schemas.microsoft.com/office/drawing/2014/main" id="{3630AB6E-CA7E-4BAA-80EB-0D059B37CE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3696"/>
              <a:ext cx="528" cy="4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00" name="Text Box 460">
              <a:extLst>
                <a:ext uri="{FF2B5EF4-FFF2-40B4-BE49-F238E27FC236}">
                  <a16:creationId xmlns:a16="http://schemas.microsoft.com/office/drawing/2014/main" id="{C011793D-E17B-46CF-9FAD-24570D7F7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" y="3552"/>
              <a:ext cx="144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folHlink"/>
                  </a:solidFill>
                </a:rPr>
                <a:t>subdimensionare</a:t>
              </a:r>
            </a:p>
          </p:txBody>
        </p:sp>
      </p:grpSp>
      <p:sp>
        <p:nvSpPr>
          <p:cNvPr id="440" name="Rectangle 2">
            <a:extLst>
              <a:ext uri="{FF2B5EF4-FFF2-40B4-BE49-F238E27FC236}">
                <a16:creationId xmlns:a16="http://schemas.microsoft.com/office/drawing/2014/main" id="{94AB4CB4-5A8B-47D4-8315-99262504B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  <p:extLst>
      <p:ext uri="{BB962C8B-B14F-4D97-AF65-F5344CB8AC3E}">
        <p14:creationId xmlns:p14="http://schemas.microsoft.com/office/powerpoint/2010/main" val="12786096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248">
            <a:extLst>
              <a:ext uri="{FF2B5EF4-FFF2-40B4-BE49-F238E27FC236}">
                <a16:creationId xmlns:a16="http://schemas.microsoft.com/office/drawing/2014/main" id="{68661882-C2DD-45D3-A1F3-44B702DE22E3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2001" name="Group 249">
              <a:extLst>
                <a:ext uri="{FF2B5EF4-FFF2-40B4-BE49-F238E27FC236}">
                  <a16:creationId xmlns:a16="http://schemas.microsoft.com/office/drawing/2014/main" id="{E74FFEFC-AE05-443E-8671-284D6C3255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2197" name="Rectangle 250">
                <a:extLst>
                  <a:ext uri="{FF2B5EF4-FFF2-40B4-BE49-F238E27FC236}">
                    <a16:creationId xmlns:a16="http://schemas.microsoft.com/office/drawing/2014/main" id="{39F51D46-A557-4084-AF13-72C640576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98" name="Text Box 251">
                <a:extLst>
                  <a:ext uri="{FF2B5EF4-FFF2-40B4-BE49-F238E27FC236}">
                    <a16:creationId xmlns:a16="http://schemas.microsoft.com/office/drawing/2014/main" id="{DC2BEB4C-5802-4311-87EE-0C7E314C83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2199" name="Text Box 252">
                <a:extLst>
                  <a:ext uri="{FF2B5EF4-FFF2-40B4-BE49-F238E27FC236}">
                    <a16:creationId xmlns:a16="http://schemas.microsoft.com/office/drawing/2014/main" id="{58C4F48F-9855-4FCC-8B15-A09DB7ACFF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2200" name="Text Box 253">
                <a:extLst>
                  <a:ext uri="{FF2B5EF4-FFF2-40B4-BE49-F238E27FC236}">
                    <a16:creationId xmlns:a16="http://schemas.microsoft.com/office/drawing/2014/main" id="{FDAB2E6D-57A4-44F3-BDB5-C7F81168E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01" name="Text Box 254">
                <a:extLst>
                  <a:ext uri="{FF2B5EF4-FFF2-40B4-BE49-F238E27FC236}">
                    <a16:creationId xmlns:a16="http://schemas.microsoft.com/office/drawing/2014/main" id="{5A61900C-7967-4DBA-852C-59AEE04BD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202" name="Line 255">
                <a:extLst>
                  <a:ext uri="{FF2B5EF4-FFF2-40B4-BE49-F238E27FC236}">
                    <a16:creationId xmlns:a16="http://schemas.microsoft.com/office/drawing/2014/main" id="{BBBC7AD5-C38B-41CA-A7C3-3BE1FB0E7C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3" name="Line 256">
                <a:extLst>
                  <a:ext uri="{FF2B5EF4-FFF2-40B4-BE49-F238E27FC236}">
                    <a16:creationId xmlns:a16="http://schemas.microsoft.com/office/drawing/2014/main" id="{8F379CAE-34EE-4944-AF46-5FED05325B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4" name="Line 257">
                <a:extLst>
                  <a:ext uri="{FF2B5EF4-FFF2-40B4-BE49-F238E27FC236}">
                    <a16:creationId xmlns:a16="http://schemas.microsoft.com/office/drawing/2014/main" id="{47049197-BE51-4195-85DA-3C7CC1E42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5" name="Line 258">
                <a:extLst>
                  <a:ext uri="{FF2B5EF4-FFF2-40B4-BE49-F238E27FC236}">
                    <a16:creationId xmlns:a16="http://schemas.microsoft.com/office/drawing/2014/main" id="{5C48A960-E204-4426-B1CF-1B30235B3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6" name="Line 259">
                <a:extLst>
                  <a:ext uri="{FF2B5EF4-FFF2-40B4-BE49-F238E27FC236}">
                    <a16:creationId xmlns:a16="http://schemas.microsoft.com/office/drawing/2014/main" id="{B3FA9934-706A-4223-88E8-FD7C52ADDA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7" name="Line 260">
                <a:extLst>
                  <a:ext uri="{FF2B5EF4-FFF2-40B4-BE49-F238E27FC236}">
                    <a16:creationId xmlns:a16="http://schemas.microsoft.com/office/drawing/2014/main" id="{A7701F1D-22CB-4DDE-B7C9-269F76A47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8" name="Line 261">
                <a:extLst>
                  <a:ext uri="{FF2B5EF4-FFF2-40B4-BE49-F238E27FC236}">
                    <a16:creationId xmlns:a16="http://schemas.microsoft.com/office/drawing/2014/main" id="{BC366096-DE10-4654-97F5-20E270BD61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209" name="Line 262">
                <a:extLst>
                  <a:ext uri="{FF2B5EF4-FFF2-40B4-BE49-F238E27FC236}">
                    <a16:creationId xmlns:a16="http://schemas.microsoft.com/office/drawing/2014/main" id="{84BDBA99-0264-404F-812C-C62593BEB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2" name="Group 263">
              <a:extLst>
                <a:ext uri="{FF2B5EF4-FFF2-40B4-BE49-F238E27FC236}">
                  <a16:creationId xmlns:a16="http://schemas.microsoft.com/office/drawing/2014/main" id="{FEF3B7E3-6ED8-457E-BF16-3317FF6562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2184" name="Rectangle 264">
                <a:extLst>
                  <a:ext uri="{FF2B5EF4-FFF2-40B4-BE49-F238E27FC236}">
                    <a16:creationId xmlns:a16="http://schemas.microsoft.com/office/drawing/2014/main" id="{2A79162A-7858-4ECE-94FA-C7C4736761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85" name="Text Box 265">
                <a:extLst>
                  <a:ext uri="{FF2B5EF4-FFF2-40B4-BE49-F238E27FC236}">
                    <a16:creationId xmlns:a16="http://schemas.microsoft.com/office/drawing/2014/main" id="{4A9730A7-AFE8-4258-B3DD-F4D0FA5EFD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2186" name="Text Box 266">
                <a:extLst>
                  <a:ext uri="{FF2B5EF4-FFF2-40B4-BE49-F238E27FC236}">
                    <a16:creationId xmlns:a16="http://schemas.microsoft.com/office/drawing/2014/main" id="{744FEB70-CB47-4955-95C2-1CB67D4136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2187" name="Text Box 267">
                <a:extLst>
                  <a:ext uri="{FF2B5EF4-FFF2-40B4-BE49-F238E27FC236}">
                    <a16:creationId xmlns:a16="http://schemas.microsoft.com/office/drawing/2014/main" id="{EA44EF25-1C11-41C7-BABB-D2746B1D0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2188" name="Text Box 268">
                <a:extLst>
                  <a:ext uri="{FF2B5EF4-FFF2-40B4-BE49-F238E27FC236}">
                    <a16:creationId xmlns:a16="http://schemas.microsoft.com/office/drawing/2014/main" id="{2C2197CC-A751-4AD9-B20C-1B1D14D367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89" name="Line 269">
                <a:extLst>
                  <a:ext uri="{FF2B5EF4-FFF2-40B4-BE49-F238E27FC236}">
                    <a16:creationId xmlns:a16="http://schemas.microsoft.com/office/drawing/2014/main" id="{F13F86C9-74C3-434C-92BA-8206384AA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0" name="Line 270">
                <a:extLst>
                  <a:ext uri="{FF2B5EF4-FFF2-40B4-BE49-F238E27FC236}">
                    <a16:creationId xmlns:a16="http://schemas.microsoft.com/office/drawing/2014/main" id="{A312DD0D-B5E3-4A95-9CFE-8DF4F671F2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1" name="Line 271">
                <a:extLst>
                  <a:ext uri="{FF2B5EF4-FFF2-40B4-BE49-F238E27FC236}">
                    <a16:creationId xmlns:a16="http://schemas.microsoft.com/office/drawing/2014/main" id="{AB33A081-DB89-497E-81F3-3C8AA1B9AF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2" name="Line 272">
                <a:extLst>
                  <a:ext uri="{FF2B5EF4-FFF2-40B4-BE49-F238E27FC236}">
                    <a16:creationId xmlns:a16="http://schemas.microsoft.com/office/drawing/2014/main" id="{D6E2B86C-3714-4011-B5B7-6A3C3374F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3" name="Line 273">
                <a:extLst>
                  <a:ext uri="{FF2B5EF4-FFF2-40B4-BE49-F238E27FC236}">
                    <a16:creationId xmlns:a16="http://schemas.microsoft.com/office/drawing/2014/main" id="{B6145178-D455-4B80-97FD-BC6AAE9924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4" name="Line 274">
                <a:extLst>
                  <a:ext uri="{FF2B5EF4-FFF2-40B4-BE49-F238E27FC236}">
                    <a16:creationId xmlns:a16="http://schemas.microsoft.com/office/drawing/2014/main" id="{0E40F9AA-F47E-45E8-B051-F43816EA7F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5" name="Line 275">
                <a:extLst>
                  <a:ext uri="{FF2B5EF4-FFF2-40B4-BE49-F238E27FC236}">
                    <a16:creationId xmlns:a16="http://schemas.microsoft.com/office/drawing/2014/main" id="{DF09CE21-9152-445E-B421-6A8BE93A9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96" name="Line 276">
                <a:extLst>
                  <a:ext uri="{FF2B5EF4-FFF2-40B4-BE49-F238E27FC236}">
                    <a16:creationId xmlns:a16="http://schemas.microsoft.com/office/drawing/2014/main" id="{68217542-FCF1-4320-A6D3-0DE12077C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3" name="Group 277">
              <a:extLst>
                <a:ext uri="{FF2B5EF4-FFF2-40B4-BE49-F238E27FC236}">
                  <a16:creationId xmlns:a16="http://schemas.microsoft.com/office/drawing/2014/main" id="{564B5B50-4D8D-451E-A220-7EB53C10CA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2171" name="Rectangle 278">
                <a:extLst>
                  <a:ext uri="{FF2B5EF4-FFF2-40B4-BE49-F238E27FC236}">
                    <a16:creationId xmlns:a16="http://schemas.microsoft.com/office/drawing/2014/main" id="{DDB97D9E-5397-407E-AB61-3888BA5B8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2" name="Text Box 279">
                <a:extLst>
                  <a:ext uri="{FF2B5EF4-FFF2-40B4-BE49-F238E27FC236}">
                    <a16:creationId xmlns:a16="http://schemas.microsoft.com/office/drawing/2014/main" id="{542C1DBD-E95F-4C50-BC0E-11F0D77443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2173" name="Text Box 280">
                <a:extLst>
                  <a:ext uri="{FF2B5EF4-FFF2-40B4-BE49-F238E27FC236}">
                    <a16:creationId xmlns:a16="http://schemas.microsoft.com/office/drawing/2014/main" id="{9D58DB81-8AFE-43BC-98CF-F542DE3104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2174" name="Text Box 281">
                <a:extLst>
                  <a:ext uri="{FF2B5EF4-FFF2-40B4-BE49-F238E27FC236}">
                    <a16:creationId xmlns:a16="http://schemas.microsoft.com/office/drawing/2014/main" id="{5D2C209F-AA5A-4A89-AF5B-E186F57619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5" name="Text Box 282">
                <a:extLst>
                  <a:ext uri="{FF2B5EF4-FFF2-40B4-BE49-F238E27FC236}">
                    <a16:creationId xmlns:a16="http://schemas.microsoft.com/office/drawing/2014/main" id="{F37EC5BE-7E9E-4A9B-BE2E-5E5289DF21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76" name="Line 283">
                <a:extLst>
                  <a:ext uri="{FF2B5EF4-FFF2-40B4-BE49-F238E27FC236}">
                    <a16:creationId xmlns:a16="http://schemas.microsoft.com/office/drawing/2014/main" id="{E1CFF7C0-B2A5-41A8-8934-0912175E4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7" name="Line 284">
                <a:extLst>
                  <a:ext uri="{FF2B5EF4-FFF2-40B4-BE49-F238E27FC236}">
                    <a16:creationId xmlns:a16="http://schemas.microsoft.com/office/drawing/2014/main" id="{99104248-AD6F-4810-9207-E5FB6660FC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8" name="Line 285">
                <a:extLst>
                  <a:ext uri="{FF2B5EF4-FFF2-40B4-BE49-F238E27FC236}">
                    <a16:creationId xmlns:a16="http://schemas.microsoft.com/office/drawing/2014/main" id="{BC194887-819F-4DA5-9A15-6A3DB64964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9" name="Line 286">
                <a:extLst>
                  <a:ext uri="{FF2B5EF4-FFF2-40B4-BE49-F238E27FC236}">
                    <a16:creationId xmlns:a16="http://schemas.microsoft.com/office/drawing/2014/main" id="{9F04AAF9-C40B-4DC5-A512-06E9347C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0" name="Line 287">
                <a:extLst>
                  <a:ext uri="{FF2B5EF4-FFF2-40B4-BE49-F238E27FC236}">
                    <a16:creationId xmlns:a16="http://schemas.microsoft.com/office/drawing/2014/main" id="{488D65DE-AE44-4966-BA07-D7BA5FD01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1" name="Line 288">
                <a:extLst>
                  <a:ext uri="{FF2B5EF4-FFF2-40B4-BE49-F238E27FC236}">
                    <a16:creationId xmlns:a16="http://schemas.microsoft.com/office/drawing/2014/main" id="{C987DB1C-30A0-4E97-A10F-2327441170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2" name="Line 289">
                <a:extLst>
                  <a:ext uri="{FF2B5EF4-FFF2-40B4-BE49-F238E27FC236}">
                    <a16:creationId xmlns:a16="http://schemas.microsoft.com/office/drawing/2014/main" id="{1ACA6B19-E7A9-4A7D-900C-C52432E414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83" name="Line 290">
                <a:extLst>
                  <a:ext uri="{FF2B5EF4-FFF2-40B4-BE49-F238E27FC236}">
                    <a16:creationId xmlns:a16="http://schemas.microsoft.com/office/drawing/2014/main" id="{0655A297-EC0B-44EC-ACDF-8602972345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4" name="Group 291">
              <a:extLst>
                <a:ext uri="{FF2B5EF4-FFF2-40B4-BE49-F238E27FC236}">
                  <a16:creationId xmlns:a16="http://schemas.microsoft.com/office/drawing/2014/main" id="{E3270560-940D-4710-B0ED-1DB657C4E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2158" name="Rectangle 292">
                <a:extLst>
                  <a:ext uri="{FF2B5EF4-FFF2-40B4-BE49-F238E27FC236}">
                    <a16:creationId xmlns:a16="http://schemas.microsoft.com/office/drawing/2014/main" id="{F3EB5DE3-4281-4331-A9EC-2190B1899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59" name="Text Box 293">
                <a:extLst>
                  <a:ext uri="{FF2B5EF4-FFF2-40B4-BE49-F238E27FC236}">
                    <a16:creationId xmlns:a16="http://schemas.microsoft.com/office/drawing/2014/main" id="{439471D4-B117-48A9-92F1-2D27ADA232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2160" name="Text Box 294">
                <a:extLst>
                  <a:ext uri="{FF2B5EF4-FFF2-40B4-BE49-F238E27FC236}">
                    <a16:creationId xmlns:a16="http://schemas.microsoft.com/office/drawing/2014/main" id="{0D42E20F-452C-4E4E-9041-2D0998105B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2161" name="Text Box 295">
                <a:extLst>
                  <a:ext uri="{FF2B5EF4-FFF2-40B4-BE49-F238E27FC236}">
                    <a16:creationId xmlns:a16="http://schemas.microsoft.com/office/drawing/2014/main" id="{44AE3650-253C-457E-BE12-E268DA9EC5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62" name="Text Box 296">
                <a:extLst>
                  <a:ext uri="{FF2B5EF4-FFF2-40B4-BE49-F238E27FC236}">
                    <a16:creationId xmlns:a16="http://schemas.microsoft.com/office/drawing/2014/main" id="{929E9155-6115-4696-BDD9-15F14322AE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63" name="Line 297">
                <a:extLst>
                  <a:ext uri="{FF2B5EF4-FFF2-40B4-BE49-F238E27FC236}">
                    <a16:creationId xmlns:a16="http://schemas.microsoft.com/office/drawing/2014/main" id="{4FC388EE-00D8-409E-A1BE-E9FB6C155E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4" name="Line 298">
                <a:extLst>
                  <a:ext uri="{FF2B5EF4-FFF2-40B4-BE49-F238E27FC236}">
                    <a16:creationId xmlns:a16="http://schemas.microsoft.com/office/drawing/2014/main" id="{8E6D3708-F229-4E64-9866-B26D8F523A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5" name="Line 299">
                <a:extLst>
                  <a:ext uri="{FF2B5EF4-FFF2-40B4-BE49-F238E27FC236}">
                    <a16:creationId xmlns:a16="http://schemas.microsoft.com/office/drawing/2014/main" id="{66D4B17C-4B77-42B1-A6D1-820F5EC2B5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6" name="Line 300">
                <a:extLst>
                  <a:ext uri="{FF2B5EF4-FFF2-40B4-BE49-F238E27FC236}">
                    <a16:creationId xmlns:a16="http://schemas.microsoft.com/office/drawing/2014/main" id="{72364229-EB37-4D36-8395-0BEE554DAD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7" name="Line 301">
                <a:extLst>
                  <a:ext uri="{FF2B5EF4-FFF2-40B4-BE49-F238E27FC236}">
                    <a16:creationId xmlns:a16="http://schemas.microsoft.com/office/drawing/2014/main" id="{4F39DD4D-C363-49D1-9090-A67EDAE420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8" name="Line 302">
                <a:extLst>
                  <a:ext uri="{FF2B5EF4-FFF2-40B4-BE49-F238E27FC236}">
                    <a16:creationId xmlns:a16="http://schemas.microsoft.com/office/drawing/2014/main" id="{C86642A8-17C8-4E83-833D-E6FE4423C1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69" name="Line 303">
                <a:extLst>
                  <a:ext uri="{FF2B5EF4-FFF2-40B4-BE49-F238E27FC236}">
                    <a16:creationId xmlns:a16="http://schemas.microsoft.com/office/drawing/2014/main" id="{F0276BB6-7A7B-45EE-97B5-C9BC019E8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70" name="Line 304">
                <a:extLst>
                  <a:ext uri="{FF2B5EF4-FFF2-40B4-BE49-F238E27FC236}">
                    <a16:creationId xmlns:a16="http://schemas.microsoft.com/office/drawing/2014/main" id="{A9DFD780-6119-4A7C-A140-CA022234C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5" name="Group 305">
              <a:extLst>
                <a:ext uri="{FF2B5EF4-FFF2-40B4-BE49-F238E27FC236}">
                  <a16:creationId xmlns:a16="http://schemas.microsoft.com/office/drawing/2014/main" id="{91694810-BB5D-47E6-B9F0-E07DA438B6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2145" name="Rectangle 306">
                <a:extLst>
                  <a:ext uri="{FF2B5EF4-FFF2-40B4-BE49-F238E27FC236}">
                    <a16:creationId xmlns:a16="http://schemas.microsoft.com/office/drawing/2014/main" id="{356ABDE4-2EAC-4C08-B662-8C6D4DA89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46" name="Text Box 307">
                <a:extLst>
                  <a:ext uri="{FF2B5EF4-FFF2-40B4-BE49-F238E27FC236}">
                    <a16:creationId xmlns:a16="http://schemas.microsoft.com/office/drawing/2014/main" id="{DE2BD717-89DD-4030-9BCF-B7D17F7374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2147" name="Text Box 308">
                <a:extLst>
                  <a:ext uri="{FF2B5EF4-FFF2-40B4-BE49-F238E27FC236}">
                    <a16:creationId xmlns:a16="http://schemas.microsoft.com/office/drawing/2014/main" id="{7C2551AD-FD4C-457E-BBC4-B9CCC4A72E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2148" name="Text Box 309">
                <a:extLst>
                  <a:ext uri="{FF2B5EF4-FFF2-40B4-BE49-F238E27FC236}">
                    <a16:creationId xmlns:a16="http://schemas.microsoft.com/office/drawing/2014/main" id="{7D86AFFD-CCD5-4B1A-BCEC-4D830C69C9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49" name="Text Box 310">
                <a:extLst>
                  <a:ext uri="{FF2B5EF4-FFF2-40B4-BE49-F238E27FC236}">
                    <a16:creationId xmlns:a16="http://schemas.microsoft.com/office/drawing/2014/main" id="{99474CBA-0BAB-4559-B77B-D1B7773E6A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50" name="Line 311">
                <a:extLst>
                  <a:ext uri="{FF2B5EF4-FFF2-40B4-BE49-F238E27FC236}">
                    <a16:creationId xmlns:a16="http://schemas.microsoft.com/office/drawing/2014/main" id="{64272D4B-BE71-4D51-816F-D384420E01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1" name="Line 312">
                <a:extLst>
                  <a:ext uri="{FF2B5EF4-FFF2-40B4-BE49-F238E27FC236}">
                    <a16:creationId xmlns:a16="http://schemas.microsoft.com/office/drawing/2014/main" id="{52A37573-75A8-437F-887E-704C68758E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2" name="Line 313">
                <a:extLst>
                  <a:ext uri="{FF2B5EF4-FFF2-40B4-BE49-F238E27FC236}">
                    <a16:creationId xmlns:a16="http://schemas.microsoft.com/office/drawing/2014/main" id="{B4F90C2D-1DAC-4520-8868-0443DDEF9C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3" name="Line 314">
                <a:extLst>
                  <a:ext uri="{FF2B5EF4-FFF2-40B4-BE49-F238E27FC236}">
                    <a16:creationId xmlns:a16="http://schemas.microsoft.com/office/drawing/2014/main" id="{683716ED-446B-4C3E-B455-75DFAA976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4" name="Line 315">
                <a:extLst>
                  <a:ext uri="{FF2B5EF4-FFF2-40B4-BE49-F238E27FC236}">
                    <a16:creationId xmlns:a16="http://schemas.microsoft.com/office/drawing/2014/main" id="{91FBE44D-107E-488D-AD3E-ADEBEE590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5" name="Line 316">
                <a:extLst>
                  <a:ext uri="{FF2B5EF4-FFF2-40B4-BE49-F238E27FC236}">
                    <a16:creationId xmlns:a16="http://schemas.microsoft.com/office/drawing/2014/main" id="{5420A436-BF96-441B-95AA-EB8433DEA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6" name="Line 317">
                <a:extLst>
                  <a:ext uri="{FF2B5EF4-FFF2-40B4-BE49-F238E27FC236}">
                    <a16:creationId xmlns:a16="http://schemas.microsoft.com/office/drawing/2014/main" id="{89E4F512-33B2-4922-8D69-51A04048FB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57" name="Line 318">
                <a:extLst>
                  <a:ext uri="{FF2B5EF4-FFF2-40B4-BE49-F238E27FC236}">
                    <a16:creationId xmlns:a16="http://schemas.microsoft.com/office/drawing/2014/main" id="{04541596-7CAF-4CAA-B62E-7B8C8E4E2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6" name="Group 319">
              <a:extLst>
                <a:ext uri="{FF2B5EF4-FFF2-40B4-BE49-F238E27FC236}">
                  <a16:creationId xmlns:a16="http://schemas.microsoft.com/office/drawing/2014/main" id="{0F177A28-9078-4FD1-997C-FAF4EFC3E7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2132" name="Rectangle 320">
                <a:extLst>
                  <a:ext uri="{FF2B5EF4-FFF2-40B4-BE49-F238E27FC236}">
                    <a16:creationId xmlns:a16="http://schemas.microsoft.com/office/drawing/2014/main" id="{3429C0DD-E71C-4F1A-95C3-04EE3EF9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3" name="Text Box 321">
                <a:extLst>
                  <a:ext uri="{FF2B5EF4-FFF2-40B4-BE49-F238E27FC236}">
                    <a16:creationId xmlns:a16="http://schemas.microsoft.com/office/drawing/2014/main" id="{4268DB77-D09E-47EB-8F3D-604C680F4E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2134" name="Text Box 322">
                <a:extLst>
                  <a:ext uri="{FF2B5EF4-FFF2-40B4-BE49-F238E27FC236}">
                    <a16:creationId xmlns:a16="http://schemas.microsoft.com/office/drawing/2014/main" id="{F29AFA84-0897-47E8-B60B-AE84B7145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2135" name="Text Box 323">
                <a:extLst>
                  <a:ext uri="{FF2B5EF4-FFF2-40B4-BE49-F238E27FC236}">
                    <a16:creationId xmlns:a16="http://schemas.microsoft.com/office/drawing/2014/main" id="{13E51921-609A-4162-82A7-98134AF086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6" name="Text Box 324">
                <a:extLst>
                  <a:ext uri="{FF2B5EF4-FFF2-40B4-BE49-F238E27FC236}">
                    <a16:creationId xmlns:a16="http://schemas.microsoft.com/office/drawing/2014/main" id="{32C9D0BA-BED9-43EE-86A7-C5CAFD2318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37" name="Line 325">
                <a:extLst>
                  <a:ext uri="{FF2B5EF4-FFF2-40B4-BE49-F238E27FC236}">
                    <a16:creationId xmlns:a16="http://schemas.microsoft.com/office/drawing/2014/main" id="{507D18A6-0796-4654-A266-79DBD39D1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8" name="Line 326">
                <a:extLst>
                  <a:ext uri="{FF2B5EF4-FFF2-40B4-BE49-F238E27FC236}">
                    <a16:creationId xmlns:a16="http://schemas.microsoft.com/office/drawing/2014/main" id="{0E9EF0D7-343C-46FF-BDC4-771728A4C6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9" name="Line 327">
                <a:extLst>
                  <a:ext uri="{FF2B5EF4-FFF2-40B4-BE49-F238E27FC236}">
                    <a16:creationId xmlns:a16="http://schemas.microsoft.com/office/drawing/2014/main" id="{C922CD15-F092-4463-A456-7B4E32C6AA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0" name="Line 328">
                <a:extLst>
                  <a:ext uri="{FF2B5EF4-FFF2-40B4-BE49-F238E27FC236}">
                    <a16:creationId xmlns:a16="http://schemas.microsoft.com/office/drawing/2014/main" id="{E3EE3E47-DC53-464A-9B52-9813E12E5A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1" name="Line 329">
                <a:extLst>
                  <a:ext uri="{FF2B5EF4-FFF2-40B4-BE49-F238E27FC236}">
                    <a16:creationId xmlns:a16="http://schemas.microsoft.com/office/drawing/2014/main" id="{67CEF80C-C3BD-4FE4-99A1-2264F941BB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2" name="Line 330">
                <a:extLst>
                  <a:ext uri="{FF2B5EF4-FFF2-40B4-BE49-F238E27FC236}">
                    <a16:creationId xmlns:a16="http://schemas.microsoft.com/office/drawing/2014/main" id="{8C0AA1C9-96C4-4073-A266-98E4BD6C4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3" name="Line 331">
                <a:extLst>
                  <a:ext uri="{FF2B5EF4-FFF2-40B4-BE49-F238E27FC236}">
                    <a16:creationId xmlns:a16="http://schemas.microsoft.com/office/drawing/2014/main" id="{9EADE280-1A17-402D-81BA-349433A83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44" name="Line 332">
                <a:extLst>
                  <a:ext uri="{FF2B5EF4-FFF2-40B4-BE49-F238E27FC236}">
                    <a16:creationId xmlns:a16="http://schemas.microsoft.com/office/drawing/2014/main" id="{1E435900-6977-47B1-AA52-10B4F62F0F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7" name="Group 333">
              <a:extLst>
                <a:ext uri="{FF2B5EF4-FFF2-40B4-BE49-F238E27FC236}">
                  <a16:creationId xmlns:a16="http://schemas.microsoft.com/office/drawing/2014/main" id="{ED46A1F3-9599-4BEC-A6E7-28F056FC4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2119" name="Rectangle 334">
                <a:extLst>
                  <a:ext uri="{FF2B5EF4-FFF2-40B4-BE49-F238E27FC236}">
                    <a16:creationId xmlns:a16="http://schemas.microsoft.com/office/drawing/2014/main" id="{842A740F-5DDA-422D-B352-EBAD7CC7C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20" name="Text Box 335">
                <a:extLst>
                  <a:ext uri="{FF2B5EF4-FFF2-40B4-BE49-F238E27FC236}">
                    <a16:creationId xmlns:a16="http://schemas.microsoft.com/office/drawing/2014/main" id="{0243B2A6-ACE0-420A-9270-493D0DF312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2121" name="Text Box 336">
                <a:extLst>
                  <a:ext uri="{FF2B5EF4-FFF2-40B4-BE49-F238E27FC236}">
                    <a16:creationId xmlns:a16="http://schemas.microsoft.com/office/drawing/2014/main" id="{E16B0E41-6320-44EB-BC52-13B8329757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2122" name="Text Box 337">
                <a:extLst>
                  <a:ext uri="{FF2B5EF4-FFF2-40B4-BE49-F238E27FC236}">
                    <a16:creationId xmlns:a16="http://schemas.microsoft.com/office/drawing/2014/main" id="{ECFA6E03-E609-4EDD-A034-8827357BA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2123" name="Text Box 338">
                <a:extLst>
                  <a:ext uri="{FF2B5EF4-FFF2-40B4-BE49-F238E27FC236}">
                    <a16:creationId xmlns:a16="http://schemas.microsoft.com/office/drawing/2014/main" id="{0DC97DE4-209E-47CD-88EE-EA878124C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2124" name="Line 339">
                <a:extLst>
                  <a:ext uri="{FF2B5EF4-FFF2-40B4-BE49-F238E27FC236}">
                    <a16:creationId xmlns:a16="http://schemas.microsoft.com/office/drawing/2014/main" id="{F38DED12-9E7F-4C04-816E-62A4151F4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5" name="Line 340">
                <a:extLst>
                  <a:ext uri="{FF2B5EF4-FFF2-40B4-BE49-F238E27FC236}">
                    <a16:creationId xmlns:a16="http://schemas.microsoft.com/office/drawing/2014/main" id="{28214175-C0B8-484D-BDA7-CA8B1D3EAC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6" name="Line 341">
                <a:extLst>
                  <a:ext uri="{FF2B5EF4-FFF2-40B4-BE49-F238E27FC236}">
                    <a16:creationId xmlns:a16="http://schemas.microsoft.com/office/drawing/2014/main" id="{693C7E25-D8F9-4940-A917-1DD3A54BC6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7" name="Line 342">
                <a:extLst>
                  <a:ext uri="{FF2B5EF4-FFF2-40B4-BE49-F238E27FC236}">
                    <a16:creationId xmlns:a16="http://schemas.microsoft.com/office/drawing/2014/main" id="{DA927C4E-0177-468C-AB86-6AAC2CF3A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8" name="Line 343">
                <a:extLst>
                  <a:ext uri="{FF2B5EF4-FFF2-40B4-BE49-F238E27FC236}">
                    <a16:creationId xmlns:a16="http://schemas.microsoft.com/office/drawing/2014/main" id="{3E390AEF-0BC8-4413-9707-D4717938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29" name="Line 344">
                <a:extLst>
                  <a:ext uri="{FF2B5EF4-FFF2-40B4-BE49-F238E27FC236}">
                    <a16:creationId xmlns:a16="http://schemas.microsoft.com/office/drawing/2014/main" id="{857DBC97-33EB-45E9-97E0-DCA28794B0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0" name="Line 345">
                <a:extLst>
                  <a:ext uri="{FF2B5EF4-FFF2-40B4-BE49-F238E27FC236}">
                    <a16:creationId xmlns:a16="http://schemas.microsoft.com/office/drawing/2014/main" id="{8D039BE4-54A0-4133-B01F-7F708E217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31" name="Line 346">
                <a:extLst>
                  <a:ext uri="{FF2B5EF4-FFF2-40B4-BE49-F238E27FC236}">
                    <a16:creationId xmlns:a16="http://schemas.microsoft.com/office/drawing/2014/main" id="{310CDE17-5A4A-43B0-8C69-69C892200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8" name="Group 347">
              <a:extLst>
                <a:ext uri="{FF2B5EF4-FFF2-40B4-BE49-F238E27FC236}">
                  <a16:creationId xmlns:a16="http://schemas.microsoft.com/office/drawing/2014/main" id="{38AE72F2-5198-4690-8C2F-A1059BD35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2106" name="Rectangle 348">
                <a:extLst>
                  <a:ext uri="{FF2B5EF4-FFF2-40B4-BE49-F238E27FC236}">
                    <a16:creationId xmlns:a16="http://schemas.microsoft.com/office/drawing/2014/main" id="{F5C45D1D-1E74-417E-A4B7-8D0C943178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07" name="Text Box 349">
                <a:extLst>
                  <a:ext uri="{FF2B5EF4-FFF2-40B4-BE49-F238E27FC236}">
                    <a16:creationId xmlns:a16="http://schemas.microsoft.com/office/drawing/2014/main" id="{7A8BF6AA-0947-4801-A369-6AD10329EC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2108" name="Text Box 350">
                <a:extLst>
                  <a:ext uri="{FF2B5EF4-FFF2-40B4-BE49-F238E27FC236}">
                    <a16:creationId xmlns:a16="http://schemas.microsoft.com/office/drawing/2014/main" id="{FEF23DC6-2F36-4D71-8FB2-3590EDD754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2109" name="Text Box 351">
                <a:extLst>
                  <a:ext uri="{FF2B5EF4-FFF2-40B4-BE49-F238E27FC236}">
                    <a16:creationId xmlns:a16="http://schemas.microsoft.com/office/drawing/2014/main" id="{262FA0BA-636F-4958-9EE4-AF879E1F81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2110" name="Text Box 352">
                <a:extLst>
                  <a:ext uri="{FF2B5EF4-FFF2-40B4-BE49-F238E27FC236}">
                    <a16:creationId xmlns:a16="http://schemas.microsoft.com/office/drawing/2014/main" id="{94C744D1-A697-456C-A002-C631DE586D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111" name="Line 353">
                <a:extLst>
                  <a:ext uri="{FF2B5EF4-FFF2-40B4-BE49-F238E27FC236}">
                    <a16:creationId xmlns:a16="http://schemas.microsoft.com/office/drawing/2014/main" id="{D945BD85-96D4-4AAA-AB13-1047C15727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2" name="Line 354">
                <a:extLst>
                  <a:ext uri="{FF2B5EF4-FFF2-40B4-BE49-F238E27FC236}">
                    <a16:creationId xmlns:a16="http://schemas.microsoft.com/office/drawing/2014/main" id="{7717717C-FF6D-4113-BD07-10D52065A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3" name="Line 355">
                <a:extLst>
                  <a:ext uri="{FF2B5EF4-FFF2-40B4-BE49-F238E27FC236}">
                    <a16:creationId xmlns:a16="http://schemas.microsoft.com/office/drawing/2014/main" id="{001FC7DB-97C2-4CE0-826D-FF48D4C73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4" name="Line 356">
                <a:extLst>
                  <a:ext uri="{FF2B5EF4-FFF2-40B4-BE49-F238E27FC236}">
                    <a16:creationId xmlns:a16="http://schemas.microsoft.com/office/drawing/2014/main" id="{7481DC93-230F-4216-8F81-931E51BA8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5" name="Line 357">
                <a:extLst>
                  <a:ext uri="{FF2B5EF4-FFF2-40B4-BE49-F238E27FC236}">
                    <a16:creationId xmlns:a16="http://schemas.microsoft.com/office/drawing/2014/main" id="{788F1FDD-90AD-41C0-81BC-2051AC06F1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6" name="Line 358">
                <a:extLst>
                  <a:ext uri="{FF2B5EF4-FFF2-40B4-BE49-F238E27FC236}">
                    <a16:creationId xmlns:a16="http://schemas.microsoft.com/office/drawing/2014/main" id="{BD2A3F4E-3187-4ADD-8E9D-B4D62ABB9A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7" name="Line 359">
                <a:extLst>
                  <a:ext uri="{FF2B5EF4-FFF2-40B4-BE49-F238E27FC236}">
                    <a16:creationId xmlns:a16="http://schemas.microsoft.com/office/drawing/2014/main" id="{083FDE1E-068F-41FA-96BE-CABFD3BB9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18" name="Line 360">
                <a:extLst>
                  <a:ext uri="{FF2B5EF4-FFF2-40B4-BE49-F238E27FC236}">
                    <a16:creationId xmlns:a16="http://schemas.microsoft.com/office/drawing/2014/main" id="{0E0628DE-CE42-4958-A0B9-1A852D99C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09" name="Group 361">
              <a:extLst>
                <a:ext uri="{FF2B5EF4-FFF2-40B4-BE49-F238E27FC236}">
                  <a16:creationId xmlns:a16="http://schemas.microsoft.com/office/drawing/2014/main" id="{CCD36F24-CDE7-4F1E-BCB6-22D10BC2E9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2093" name="Rectangle 362">
                <a:extLst>
                  <a:ext uri="{FF2B5EF4-FFF2-40B4-BE49-F238E27FC236}">
                    <a16:creationId xmlns:a16="http://schemas.microsoft.com/office/drawing/2014/main" id="{5D8E638E-5442-4102-BDEE-A157B5FF93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94" name="Text Box 363">
                <a:extLst>
                  <a:ext uri="{FF2B5EF4-FFF2-40B4-BE49-F238E27FC236}">
                    <a16:creationId xmlns:a16="http://schemas.microsoft.com/office/drawing/2014/main" id="{476082B0-FBAD-4CCF-8A83-C9C4837A9D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2095" name="Text Box 364">
                <a:extLst>
                  <a:ext uri="{FF2B5EF4-FFF2-40B4-BE49-F238E27FC236}">
                    <a16:creationId xmlns:a16="http://schemas.microsoft.com/office/drawing/2014/main" id="{FA235AF5-54CD-4DC8-A124-6626732131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2096" name="Text Box 365">
                <a:extLst>
                  <a:ext uri="{FF2B5EF4-FFF2-40B4-BE49-F238E27FC236}">
                    <a16:creationId xmlns:a16="http://schemas.microsoft.com/office/drawing/2014/main" id="{21CDB7AF-8E15-4133-89E2-2E30981E419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2097" name="Text Box 366">
                <a:extLst>
                  <a:ext uri="{FF2B5EF4-FFF2-40B4-BE49-F238E27FC236}">
                    <a16:creationId xmlns:a16="http://schemas.microsoft.com/office/drawing/2014/main" id="{0701511D-C1F3-40B3-8045-FBBD400977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98" name="Line 367">
                <a:extLst>
                  <a:ext uri="{FF2B5EF4-FFF2-40B4-BE49-F238E27FC236}">
                    <a16:creationId xmlns:a16="http://schemas.microsoft.com/office/drawing/2014/main" id="{C774403E-3485-433F-B08D-C3991F854E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9" name="Line 368">
                <a:extLst>
                  <a:ext uri="{FF2B5EF4-FFF2-40B4-BE49-F238E27FC236}">
                    <a16:creationId xmlns:a16="http://schemas.microsoft.com/office/drawing/2014/main" id="{ECE4F1DD-4ECF-40FB-A5BC-84D26A3CDD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0" name="Line 369">
                <a:extLst>
                  <a:ext uri="{FF2B5EF4-FFF2-40B4-BE49-F238E27FC236}">
                    <a16:creationId xmlns:a16="http://schemas.microsoft.com/office/drawing/2014/main" id="{1E32F34C-B9BF-45E0-8608-332197C8E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1" name="Line 370">
                <a:extLst>
                  <a:ext uri="{FF2B5EF4-FFF2-40B4-BE49-F238E27FC236}">
                    <a16:creationId xmlns:a16="http://schemas.microsoft.com/office/drawing/2014/main" id="{0E2FF0CD-0735-4278-8C18-7D684C0F04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2" name="Line 371">
                <a:extLst>
                  <a:ext uri="{FF2B5EF4-FFF2-40B4-BE49-F238E27FC236}">
                    <a16:creationId xmlns:a16="http://schemas.microsoft.com/office/drawing/2014/main" id="{467E627F-67D0-42F1-BF6C-B1DD9C9D2B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3" name="Line 372">
                <a:extLst>
                  <a:ext uri="{FF2B5EF4-FFF2-40B4-BE49-F238E27FC236}">
                    <a16:creationId xmlns:a16="http://schemas.microsoft.com/office/drawing/2014/main" id="{007E035B-3106-4B07-A196-B892412C7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4" name="Line 373">
                <a:extLst>
                  <a:ext uri="{FF2B5EF4-FFF2-40B4-BE49-F238E27FC236}">
                    <a16:creationId xmlns:a16="http://schemas.microsoft.com/office/drawing/2014/main" id="{C948C954-BB5C-4CBC-9D9D-0520D64941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105" name="Line 374">
                <a:extLst>
                  <a:ext uri="{FF2B5EF4-FFF2-40B4-BE49-F238E27FC236}">
                    <a16:creationId xmlns:a16="http://schemas.microsoft.com/office/drawing/2014/main" id="{9BD496F4-94F9-4830-A3D7-F5E1E73C9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10" name="Line 375">
              <a:extLst>
                <a:ext uri="{FF2B5EF4-FFF2-40B4-BE49-F238E27FC236}">
                  <a16:creationId xmlns:a16="http://schemas.microsoft.com/office/drawing/2014/main" id="{CB9BFF88-B7C6-488F-A544-2738555DE8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1" name="Line 376">
              <a:extLst>
                <a:ext uri="{FF2B5EF4-FFF2-40B4-BE49-F238E27FC236}">
                  <a16:creationId xmlns:a16="http://schemas.microsoft.com/office/drawing/2014/main" id="{53417DA9-0BD1-4166-A251-581AA299D6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2" name="Line 377">
              <a:extLst>
                <a:ext uri="{FF2B5EF4-FFF2-40B4-BE49-F238E27FC236}">
                  <a16:creationId xmlns:a16="http://schemas.microsoft.com/office/drawing/2014/main" id="{493FDF72-5842-4AC0-8EBE-79D54DA982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3" name="Line 378">
              <a:extLst>
                <a:ext uri="{FF2B5EF4-FFF2-40B4-BE49-F238E27FC236}">
                  <a16:creationId xmlns:a16="http://schemas.microsoft.com/office/drawing/2014/main" id="{C619D7F4-3BA9-4128-917B-31F6807CC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14" name="Group 379">
              <a:extLst>
                <a:ext uri="{FF2B5EF4-FFF2-40B4-BE49-F238E27FC236}">
                  <a16:creationId xmlns:a16="http://schemas.microsoft.com/office/drawing/2014/main" id="{175E8B14-E338-4916-AE6B-17D9B7AAF6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2080" name="Rectangle 380">
                <a:extLst>
                  <a:ext uri="{FF2B5EF4-FFF2-40B4-BE49-F238E27FC236}">
                    <a16:creationId xmlns:a16="http://schemas.microsoft.com/office/drawing/2014/main" id="{31FC6B8B-6D10-4E16-9916-02B1A62E1E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1" name="Text Box 381">
                <a:extLst>
                  <a:ext uri="{FF2B5EF4-FFF2-40B4-BE49-F238E27FC236}">
                    <a16:creationId xmlns:a16="http://schemas.microsoft.com/office/drawing/2014/main" id="{82A3B226-6C01-4B26-9BEB-081C42139F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2082" name="Text Box 382">
                <a:extLst>
                  <a:ext uri="{FF2B5EF4-FFF2-40B4-BE49-F238E27FC236}">
                    <a16:creationId xmlns:a16="http://schemas.microsoft.com/office/drawing/2014/main" id="{164FBA50-92B9-4DF5-A95C-52F85EBA7A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2083" name="Text Box 383">
                <a:extLst>
                  <a:ext uri="{FF2B5EF4-FFF2-40B4-BE49-F238E27FC236}">
                    <a16:creationId xmlns:a16="http://schemas.microsoft.com/office/drawing/2014/main" id="{ECE9EB06-1E2B-437B-9F6E-E813CF28E1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4" name="Text Box 384">
                <a:extLst>
                  <a:ext uri="{FF2B5EF4-FFF2-40B4-BE49-F238E27FC236}">
                    <a16:creationId xmlns:a16="http://schemas.microsoft.com/office/drawing/2014/main" id="{6CB4C345-648D-45B1-ADA9-27715E47B3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85" name="Line 385">
                <a:extLst>
                  <a:ext uri="{FF2B5EF4-FFF2-40B4-BE49-F238E27FC236}">
                    <a16:creationId xmlns:a16="http://schemas.microsoft.com/office/drawing/2014/main" id="{81C89604-0FE7-48C3-BE5B-8D78B00DD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6" name="Line 386">
                <a:extLst>
                  <a:ext uri="{FF2B5EF4-FFF2-40B4-BE49-F238E27FC236}">
                    <a16:creationId xmlns:a16="http://schemas.microsoft.com/office/drawing/2014/main" id="{54BD8D14-B707-4BDC-B526-C74F56C1F8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7" name="Line 387">
                <a:extLst>
                  <a:ext uri="{FF2B5EF4-FFF2-40B4-BE49-F238E27FC236}">
                    <a16:creationId xmlns:a16="http://schemas.microsoft.com/office/drawing/2014/main" id="{997262FF-9B56-41B4-A4C2-98AB322A7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8" name="Line 388">
                <a:extLst>
                  <a:ext uri="{FF2B5EF4-FFF2-40B4-BE49-F238E27FC236}">
                    <a16:creationId xmlns:a16="http://schemas.microsoft.com/office/drawing/2014/main" id="{135CECEF-6B87-42EA-A062-94504BF23E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89" name="Line 389">
                <a:extLst>
                  <a:ext uri="{FF2B5EF4-FFF2-40B4-BE49-F238E27FC236}">
                    <a16:creationId xmlns:a16="http://schemas.microsoft.com/office/drawing/2014/main" id="{39195534-1ED0-4A0E-AA49-C38C1996D6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0" name="Line 390">
                <a:extLst>
                  <a:ext uri="{FF2B5EF4-FFF2-40B4-BE49-F238E27FC236}">
                    <a16:creationId xmlns:a16="http://schemas.microsoft.com/office/drawing/2014/main" id="{777BB5E9-CD84-431D-9358-DB15782FC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1" name="Line 391">
                <a:extLst>
                  <a:ext uri="{FF2B5EF4-FFF2-40B4-BE49-F238E27FC236}">
                    <a16:creationId xmlns:a16="http://schemas.microsoft.com/office/drawing/2014/main" id="{10ABA8FB-9518-43B9-884A-118ABF8E1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92" name="Line 392">
                <a:extLst>
                  <a:ext uri="{FF2B5EF4-FFF2-40B4-BE49-F238E27FC236}">
                    <a16:creationId xmlns:a16="http://schemas.microsoft.com/office/drawing/2014/main" id="{B9A0D905-4910-4785-AE41-6AE22C714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15" name="Line 393">
              <a:extLst>
                <a:ext uri="{FF2B5EF4-FFF2-40B4-BE49-F238E27FC236}">
                  <a16:creationId xmlns:a16="http://schemas.microsoft.com/office/drawing/2014/main" id="{60233024-F9BF-4B0A-B02A-586F6D0743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6" name="Line 394">
              <a:extLst>
                <a:ext uri="{FF2B5EF4-FFF2-40B4-BE49-F238E27FC236}">
                  <a16:creationId xmlns:a16="http://schemas.microsoft.com/office/drawing/2014/main" id="{45E6311B-81A8-415A-82A0-731FED6AC8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17" name="Line 395">
              <a:extLst>
                <a:ext uri="{FF2B5EF4-FFF2-40B4-BE49-F238E27FC236}">
                  <a16:creationId xmlns:a16="http://schemas.microsoft.com/office/drawing/2014/main" id="{9A1F40A9-3A42-4625-856D-A2C8DE89F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8" y="2004"/>
              <a:ext cx="586" cy="1563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18" name="Group 396">
              <a:extLst>
                <a:ext uri="{FF2B5EF4-FFF2-40B4-BE49-F238E27FC236}">
                  <a16:creationId xmlns:a16="http://schemas.microsoft.com/office/drawing/2014/main" id="{6F317BCF-7E06-41E1-8EF9-4DED45B3B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2067" name="Rectangle 397">
                <a:extLst>
                  <a:ext uri="{FF2B5EF4-FFF2-40B4-BE49-F238E27FC236}">
                    <a16:creationId xmlns:a16="http://schemas.microsoft.com/office/drawing/2014/main" id="{FE4FCEF0-64EE-47A3-90C8-8B41A24F6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68" name="Text Box 398">
                <a:extLst>
                  <a:ext uri="{FF2B5EF4-FFF2-40B4-BE49-F238E27FC236}">
                    <a16:creationId xmlns:a16="http://schemas.microsoft.com/office/drawing/2014/main" id="{1775912A-9DBD-4FBD-8297-5622C9C989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2069" name="Text Box 399">
                <a:extLst>
                  <a:ext uri="{FF2B5EF4-FFF2-40B4-BE49-F238E27FC236}">
                    <a16:creationId xmlns:a16="http://schemas.microsoft.com/office/drawing/2014/main" id="{B18ECBB1-7590-4A69-AACA-58A5823750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2070" name="Text Box 400">
                <a:extLst>
                  <a:ext uri="{FF2B5EF4-FFF2-40B4-BE49-F238E27FC236}">
                    <a16:creationId xmlns:a16="http://schemas.microsoft.com/office/drawing/2014/main" id="{3F1CA446-12A9-41CA-BEA6-BE3AA71EDC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71" name="Text Box 401">
                <a:extLst>
                  <a:ext uri="{FF2B5EF4-FFF2-40B4-BE49-F238E27FC236}">
                    <a16:creationId xmlns:a16="http://schemas.microsoft.com/office/drawing/2014/main" id="{74EF40BB-D629-4E7F-A3A1-ADE55340EF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72" name="Line 402">
                <a:extLst>
                  <a:ext uri="{FF2B5EF4-FFF2-40B4-BE49-F238E27FC236}">
                    <a16:creationId xmlns:a16="http://schemas.microsoft.com/office/drawing/2014/main" id="{6B8E9A16-875D-43A1-ACB0-037558F8B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3" name="Line 403">
                <a:extLst>
                  <a:ext uri="{FF2B5EF4-FFF2-40B4-BE49-F238E27FC236}">
                    <a16:creationId xmlns:a16="http://schemas.microsoft.com/office/drawing/2014/main" id="{A56CDA94-18D5-4D58-A39C-A7A22BDCFC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4" name="Line 404">
                <a:extLst>
                  <a:ext uri="{FF2B5EF4-FFF2-40B4-BE49-F238E27FC236}">
                    <a16:creationId xmlns:a16="http://schemas.microsoft.com/office/drawing/2014/main" id="{B6D5AAA9-A22B-492D-B190-A8BE3485C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5" name="Line 405">
                <a:extLst>
                  <a:ext uri="{FF2B5EF4-FFF2-40B4-BE49-F238E27FC236}">
                    <a16:creationId xmlns:a16="http://schemas.microsoft.com/office/drawing/2014/main" id="{2BCA846A-03FF-4616-9EE3-F1C3955E5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6" name="Line 406">
                <a:extLst>
                  <a:ext uri="{FF2B5EF4-FFF2-40B4-BE49-F238E27FC236}">
                    <a16:creationId xmlns:a16="http://schemas.microsoft.com/office/drawing/2014/main" id="{993705C1-715D-4D3D-A975-6ED1679183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7" name="Line 407">
                <a:extLst>
                  <a:ext uri="{FF2B5EF4-FFF2-40B4-BE49-F238E27FC236}">
                    <a16:creationId xmlns:a16="http://schemas.microsoft.com/office/drawing/2014/main" id="{75BF2F8B-DFD3-489D-AF2D-E5EB7DC7A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8" name="Line 408">
                <a:extLst>
                  <a:ext uri="{FF2B5EF4-FFF2-40B4-BE49-F238E27FC236}">
                    <a16:creationId xmlns:a16="http://schemas.microsoft.com/office/drawing/2014/main" id="{26772420-FAD9-4E28-A48E-F36059BA9A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79" name="Line 409">
                <a:extLst>
                  <a:ext uri="{FF2B5EF4-FFF2-40B4-BE49-F238E27FC236}">
                    <a16:creationId xmlns:a16="http://schemas.microsoft.com/office/drawing/2014/main" id="{703842BD-8940-451A-852C-00051D4B9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2019" name="Group 410">
              <a:extLst>
                <a:ext uri="{FF2B5EF4-FFF2-40B4-BE49-F238E27FC236}">
                  <a16:creationId xmlns:a16="http://schemas.microsoft.com/office/drawing/2014/main" id="{40D556CB-5AFB-4CA5-9306-7EB2F77E1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17" y="3567"/>
              <a:ext cx="1512" cy="202"/>
              <a:chOff x="2976" y="2680"/>
              <a:chExt cx="1872" cy="296"/>
            </a:xfrm>
          </p:grpSpPr>
          <p:sp>
            <p:nvSpPr>
              <p:cNvPr id="42054" name="Rectangle 411">
                <a:extLst>
                  <a:ext uri="{FF2B5EF4-FFF2-40B4-BE49-F238E27FC236}">
                    <a16:creationId xmlns:a16="http://schemas.microsoft.com/office/drawing/2014/main" id="{56D54068-C144-46EA-91C0-8BBE84647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5" name="Text Box 412">
                <a:extLst>
                  <a:ext uri="{FF2B5EF4-FFF2-40B4-BE49-F238E27FC236}">
                    <a16:creationId xmlns:a16="http://schemas.microsoft.com/office/drawing/2014/main" id="{999BC25A-C5E0-47D4-854F-32EB86915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2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2056" name="Text Box 413">
                <a:extLst>
                  <a:ext uri="{FF2B5EF4-FFF2-40B4-BE49-F238E27FC236}">
                    <a16:creationId xmlns:a16="http://schemas.microsoft.com/office/drawing/2014/main" id="{DE571551-DDF7-4F24-900B-3B830D7C38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7" name="Text Box 414">
                <a:extLst>
                  <a:ext uri="{FF2B5EF4-FFF2-40B4-BE49-F238E27FC236}">
                    <a16:creationId xmlns:a16="http://schemas.microsoft.com/office/drawing/2014/main" id="{DD76C69D-295F-4935-8192-15DE6C605D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8" name="Text Box 415">
                <a:extLst>
                  <a:ext uri="{FF2B5EF4-FFF2-40B4-BE49-F238E27FC236}">
                    <a16:creationId xmlns:a16="http://schemas.microsoft.com/office/drawing/2014/main" id="{205BAE25-EE30-4735-A3EB-2C789B8E9A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59" name="Line 416">
                <a:extLst>
                  <a:ext uri="{FF2B5EF4-FFF2-40B4-BE49-F238E27FC236}">
                    <a16:creationId xmlns:a16="http://schemas.microsoft.com/office/drawing/2014/main" id="{4A57EF13-6368-4253-BACE-15AA17B31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0" name="Line 417">
                <a:extLst>
                  <a:ext uri="{FF2B5EF4-FFF2-40B4-BE49-F238E27FC236}">
                    <a16:creationId xmlns:a16="http://schemas.microsoft.com/office/drawing/2014/main" id="{BA248CAD-0AB9-48F2-99F9-6F9D1267B4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1" name="Line 418">
                <a:extLst>
                  <a:ext uri="{FF2B5EF4-FFF2-40B4-BE49-F238E27FC236}">
                    <a16:creationId xmlns:a16="http://schemas.microsoft.com/office/drawing/2014/main" id="{4BC444D1-687B-46DF-B79E-7954D49EE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2" name="Line 419">
                <a:extLst>
                  <a:ext uri="{FF2B5EF4-FFF2-40B4-BE49-F238E27FC236}">
                    <a16:creationId xmlns:a16="http://schemas.microsoft.com/office/drawing/2014/main" id="{A96BEE38-3DA1-4293-BFDC-8E4362AF0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3" name="Line 420">
                <a:extLst>
                  <a:ext uri="{FF2B5EF4-FFF2-40B4-BE49-F238E27FC236}">
                    <a16:creationId xmlns:a16="http://schemas.microsoft.com/office/drawing/2014/main" id="{78874BBA-A1DD-4221-AE4E-71AA214978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4" name="Line 421">
                <a:extLst>
                  <a:ext uri="{FF2B5EF4-FFF2-40B4-BE49-F238E27FC236}">
                    <a16:creationId xmlns:a16="http://schemas.microsoft.com/office/drawing/2014/main" id="{B1CF7317-3687-4530-9C0E-992FE2AB4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5" name="Line 422">
                <a:extLst>
                  <a:ext uri="{FF2B5EF4-FFF2-40B4-BE49-F238E27FC236}">
                    <a16:creationId xmlns:a16="http://schemas.microsoft.com/office/drawing/2014/main" id="{89952FDD-FF73-42FF-B949-C8FB0CF9F6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66" name="Line 423">
                <a:extLst>
                  <a:ext uri="{FF2B5EF4-FFF2-40B4-BE49-F238E27FC236}">
                    <a16:creationId xmlns:a16="http://schemas.microsoft.com/office/drawing/2014/main" id="{BEF99DE1-53EC-4FA2-BF65-DD4101E22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0" name="Freeform 424">
              <a:extLst>
                <a:ext uri="{FF2B5EF4-FFF2-40B4-BE49-F238E27FC236}">
                  <a16:creationId xmlns:a16="http://schemas.microsoft.com/office/drawing/2014/main" id="{68F5D2F2-8FFA-45C8-AF09-5CFCF35F6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1" name="Freeform 425">
              <a:extLst>
                <a:ext uri="{FF2B5EF4-FFF2-40B4-BE49-F238E27FC236}">
                  <a16:creationId xmlns:a16="http://schemas.microsoft.com/office/drawing/2014/main" id="{35A77D55-C678-489D-BAF9-15DADEB6B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2" name="Freeform 426">
              <a:extLst>
                <a:ext uri="{FF2B5EF4-FFF2-40B4-BE49-F238E27FC236}">
                  <a16:creationId xmlns:a16="http://schemas.microsoft.com/office/drawing/2014/main" id="{414A8317-3815-48FA-8570-EB0ADA78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004"/>
              <a:ext cx="832" cy="1614"/>
            </a:xfrm>
            <a:custGeom>
              <a:avLst/>
              <a:gdLst>
                <a:gd name="T0" fmla="*/ 1360 w 792"/>
                <a:gd name="T1" fmla="*/ 0 h 1536"/>
                <a:gd name="T2" fmla="*/ 206 w 792"/>
                <a:gd name="T3" fmla="*/ 1488 h 1536"/>
                <a:gd name="T4" fmla="*/ 124 w 792"/>
                <a:gd name="T5" fmla="*/ 2648 h 1536"/>
                <a:gd name="T6" fmla="*/ 0 60000 65536"/>
                <a:gd name="T7" fmla="*/ 0 60000 65536"/>
                <a:gd name="T8" fmla="*/ 0 60000 65536"/>
                <a:gd name="T9" fmla="*/ 0 w 792"/>
                <a:gd name="T10" fmla="*/ 0 h 1536"/>
                <a:gd name="T11" fmla="*/ 792 w 792"/>
                <a:gd name="T12" fmla="*/ 1536 h 1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92" h="1536">
                  <a:moveTo>
                    <a:pt x="792" y="0"/>
                  </a:moveTo>
                  <a:cubicBezTo>
                    <a:pt x="516" y="304"/>
                    <a:pt x="240" y="608"/>
                    <a:pt x="120" y="864"/>
                  </a:cubicBezTo>
                  <a:cubicBezTo>
                    <a:pt x="0" y="1120"/>
                    <a:pt x="36" y="1328"/>
                    <a:pt x="72" y="153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23" name="Group 427">
              <a:extLst>
                <a:ext uri="{FF2B5EF4-FFF2-40B4-BE49-F238E27FC236}">
                  <a16:creationId xmlns:a16="http://schemas.microsoft.com/office/drawing/2014/main" id="{C363EB19-3F4A-4EB6-AD45-E5928A4B3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2041" name="Rectangle 428">
                <a:extLst>
                  <a:ext uri="{FF2B5EF4-FFF2-40B4-BE49-F238E27FC236}">
                    <a16:creationId xmlns:a16="http://schemas.microsoft.com/office/drawing/2014/main" id="{0EAC8F02-3605-4290-B13C-DE38549EB5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2" name="Text Box 429">
                <a:extLst>
                  <a:ext uri="{FF2B5EF4-FFF2-40B4-BE49-F238E27FC236}">
                    <a16:creationId xmlns:a16="http://schemas.microsoft.com/office/drawing/2014/main" id="{DC5EFFA3-C9B9-479B-A2B0-9E9B3AE72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2043" name="Text Box 430">
                <a:extLst>
                  <a:ext uri="{FF2B5EF4-FFF2-40B4-BE49-F238E27FC236}">
                    <a16:creationId xmlns:a16="http://schemas.microsoft.com/office/drawing/2014/main" id="{45ED5026-B4CD-41C1-9CDB-EA5E0E2AA5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2044" name="Text Box 431">
                <a:extLst>
                  <a:ext uri="{FF2B5EF4-FFF2-40B4-BE49-F238E27FC236}">
                    <a16:creationId xmlns:a16="http://schemas.microsoft.com/office/drawing/2014/main" id="{4BEA1102-2268-467F-A157-74BB942F62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5" name="Text Box 432">
                <a:extLst>
                  <a:ext uri="{FF2B5EF4-FFF2-40B4-BE49-F238E27FC236}">
                    <a16:creationId xmlns:a16="http://schemas.microsoft.com/office/drawing/2014/main" id="{9A39F0A2-6DB1-45EC-803F-00E36D9E5B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46" name="Line 433">
                <a:extLst>
                  <a:ext uri="{FF2B5EF4-FFF2-40B4-BE49-F238E27FC236}">
                    <a16:creationId xmlns:a16="http://schemas.microsoft.com/office/drawing/2014/main" id="{059DE143-ACC8-48D9-A301-24773B1DBF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7" name="Line 434">
                <a:extLst>
                  <a:ext uri="{FF2B5EF4-FFF2-40B4-BE49-F238E27FC236}">
                    <a16:creationId xmlns:a16="http://schemas.microsoft.com/office/drawing/2014/main" id="{2D3AC73C-18E8-41DD-B9CE-CC192A5F63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8" name="Line 435">
                <a:extLst>
                  <a:ext uri="{FF2B5EF4-FFF2-40B4-BE49-F238E27FC236}">
                    <a16:creationId xmlns:a16="http://schemas.microsoft.com/office/drawing/2014/main" id="{E92ABCD6-5C5C-425E-81C2-358DBF5B9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9" name="Line 436">
                <a:extLst>
                  <a:ext uri="{FF2B5EF4-FFF2-40B4-BE49-F238E27FC236}">
                    <a16:creationId xmlns:a16="http://schemas.microsoft.com/office/drawing/2014/main" id="{7FE979A6-AAE0-4ED7-8CA8-D08A9956A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0" name="Line 437">
                <a:extLst>
                  <a:ext uri="{FF2B5EF4-FFF2-40B4-BE49-F238E27FC236}">
                    <a16:creationId xmlns:a16="http://schemas.microsoft.com/office/drawing/2014/main" id="{DE3F73B4-6DA3-452E-9814-52FE731BDB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1" name="Line 438">
                <a:extLst>
                  <a:ext uri="{FF2B5EF4-FFF2-40B4-BE49-F238E27FC236}">
                    <a16:creationId xmlns:a16="http://schemas.microsoft.com/office/drawing/2014/main" id="{5780A828-7AA6-49B6-A21F-6A33275F56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2" name="Line 439">
                <a:extLst>
                  <a:ext uri="{FF2B5EF4-FFF2-40B4-BE49-F238E27FC236}">
                    <a16:creationId xmlns:a16="http://schemas.microsoft.com/office/drawing/2014/main" id="{781F5324-CDB2-4459-A5BC-5550128897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53" name="Line 440">
                <a:extLst>
                  <a:ext uri="{FF2B5EF4-FFF2-40B4-BE49-F238E27FC236}">
                    <a16:creationId xmlns:a16="http://schemas.microsoft.com/office/drawing/2014/main" id="{9018E2FC-D6EC-4C58-AB92-680C792627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4" name="Freeform 441">
              <a:extLst>
                <a:ext uri="{FF2B5EF4-FFF2-40B4-BE49-F238E27FC236}">
                  <a16:creationId xmlns:a16="http://schemas.microsoft.com/office/drawing/2014/main" id="{BA366CD6-04A9-4E03-8212-30172DAF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04"/>
              <a:ext cx="756" cy="1059"/>
            </a:xfrm>
            <a:custGeom>
              <a:avLst/>
              <a:gdLst>
                <a:gd name="T0" fmla="*/ 1233 w 720"/>
                <a:gd name="T1" fmla="*/ 0 h 1008"/>
                <a:gd name="T2" fmla="*/ 330 w 720"/>
                <a:gd name="T3" fmla="*/ 991 h 1008"/>
                <a:gd name="T4" fmla="*/ 0 w 720"/>
                <a:gd name="T5" fmla="*/ 1736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2025" name="Freeform 442">
              <a:extLst>
                <a:ext uri="{FF2B5EF4-FFF2-40B4-BE49-F238E27FC236}">
                  <a16:creationId xmlns:a16="http://schemas.microsoft.com/office/drawing/2014/main" id="{69AC36A5-3A8D-4326-823C-2D559FA4F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2026" name="Group 443">
              <a:extLst>
                <a:ext uri="{FF2B5EF4-FFF2-40B4-BE49-F238E27FC236}">
                  <a16:creationId xmlns:a16="http://schemas.microsoft.com/office/drawing/2014/main" id="{7924E844-28DA-4C87-AF10-E4A344560F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2028" name="Rectangle 444">
                <a:extLst>
                  <a:ext uri="{FF2B5EF4-FFF2-40B4-BE49-F238E27FC236}">
                    <a16:creationId xmlns:a16="http://schemas.microsoft.com/office/drawing/2014/main" id="{A483782F-5618-4892-9ABE-059BDD95C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29" name="Text Box 445">
                <a:extLst>
                  <a:ext uri="{FF2B5EF4-FFF2-40B4-BE49-F238E27FC236}">
                    <a16:creationId xmlns:a16="http://schemas.microsoft.com/office/drawing/2014/main" id="{723777C9-C0F1-4EC1-935B-1FC1D3D1EC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2030" name="Text Box 446">
                <a:extLst>
                  <a:ext uri="{FF2B5EF4-FFF2-40B4-BE49-F238E27FC236}">
                    <a16:creationId xmlns:a16="http://schemas.microsoft.com/office/drawing/2014/main" id="{C948815C-E85E-4F91-89A7-EED0E32EEE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2031" name="Text Box 447">
                <a:extLst>
                  <a:ext uri="{FF2B5EF4-FFF2-40B4-BE49-F238E27FC236}">
                    <a16:creationId xmlns:a16="http://schemas.microsoft.com/office/drawing/2014/main" id="{52A1F469-1D65-4E7B-AFA2-F0428F3B33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32" name="Text Box 448">
                <a:extLst>
                  <a:ext uri="{FF2B5EF4-FFF2-40B4-BE49-F238E27FC236}">
                    <a16:creationId xmlns:a16="http://schemas.microsoft.com/office/drawing/2014/main" id="{F699DE3A-C3FC-4181-B99B-6CDCCCF6D5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2033" name="Line 449">
                <a:extLst>
                  <a:ext uri="{FF2B5EF4-FFF2-40B4-BE49-F238E27FC236}">
                    <a16:creationId xmlns:a16="http://schemas.microsoft.com/office/drawing/2014/main" id="{C4BBC3B7-4F07-4213-9A57-9E21585F1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4" name="Line 450">
                <a:extLst>
                  <a:ext uri="{FF2B5EF4-FFF2-40B4-BE49-F238E27FC236}">
                    <a16:creationId xmlns:a16="http://schemas.microsoft.com/office/drawing/2014/main" id="{645118EC-FAE7-4798-9C56-0FB608508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5" name="Line 451">
                <a:extLst>
                  <a:ext uri="{FF2B5EF4-FFF2-40B4-BE49-F238E27FC236}">
                    <a16:creationId xmlns:a16="http://schemas.microsoft.com/office/drawing/2014/main" id="{E1D7A5EF-0F02-4817-89D6-148DB45049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6" name="Line 452">
                <a:extLst>
                  <a:ext uri="{FF2B5EF4-FFF2-40B4-BE49-F238E27FC236}">
                    <a16:creationId xmlns:a16="http://schemas.microsoft.com/office/drawing/2014/main" id="{6BAE917B-08EF-40AF-9053-F7D13F842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7" name="Line 453">
                <a:extLst>
                  <a:ext uri="{FF2B5EF4-FFF2-40B4-BE49-F238E27FC236}">
                    <a16:creationId xmlns:a16="http://schemas.microsoft.com/office/drawing/2014/main" id="{00AD857A-507A-495B-A4B6-E79E1F6E04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8" name="Line 454">
                <a:extLst>
                  <a:ext uri="{FF2B5EF4-FFF2-40B4-BE49-F238E27FC236}">
                    <a16:creationId xmlns:a16="http://schemas.microsoft.com/office/drawing/2014/main" id="{BA0E7AD0-B09D-401E-ADD2-CF548ADCDF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39" name="Line 455">
                <a:extLst>
                  <a:ext uri="{FF2B5EF4-FFF2-40B4-BE49-F238E27FC236}">
                    <a16:creationId xmlns:a16="http://schemas.microsoft.com/office/drawing/2014/main" id="{305BAF51-B179-40F5-A6D7-751948DF65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2040" name="Line 456">
                <a:extLst>
                  <a:ext uri="{FF2B5EF4-FFF2-40B4-BE49-F238E27FC236}">
                    <a16:creationId xmlns:a16="http://schemas.microsoft.com/office/drawing/2014/main" id="{7BB733A7-3EDD-4517-9849-211DC258B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2027" name="Line 457">
              <a:extLst>
                <a:ext uri="{FF2B5EF4-FFF2-40B4-BE49-F238E27FC236}">
                  <a16:creationId xmlns:a16="http://schemas.microsoft.com/office/drawing/2014/main" id="{B5A54027-12AC-48C7-A838-EB3FFEBCFC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435" name="Group 462">
            <a:extLst>
              <a:ext uri="{FF2B5EF4-FFF2-40B4-BE49-F238E27FC236}">
                <a16:creationId xmlns:a16="http://schemas.microsoft.com/office/drawing/2014/main" id="{317C81E3-4414-455B-897C-DF86DFE62F62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3276600"/>
            <a:ext cx="2251075" cy="2438400"/>
            <a:chOff x="2256" y="2064"/>
            <a:chExt cx="1418" cy="1536"/>
          </a:xfrm>
        </p:grpSpPr>
        <p:sp>
          <p:nvSpPr>
            <p:cNvPr id="41994" name="Text Box 463">
              <a:extLst>
                <a:ext uri="{FF2B5EF4-FFF2-40B4-BE49-F238E27FC236}">
                  <a16:creationId xmlns:a16="http://schemas.microsoft.com/office/drawing/2014/main" id="{C315A3CD-1998-4415-8D31-93D504386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0" y="2688"/>
              <a:ext cx="104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folHlink"/>
                  </a:solidFill>
                </a:rPr>
                <a:t>concatenare</a:t>
              </a:r>
            </a:p>
          </p:txBody>
        </p:sp>
        <p:sp>
          <p:nvSpPr>
            <p:cNvPr id="41995" name="Line 464">
              <a:extLst>
                <a:ext uri="{FF2B5EF4-FFF2-40B4-BE49-F238E27FC236}">
                  <a16:creationId xmlns:a16="http://schemas.microsoft.com/office/drawing/2014/main" id="{8844008F-4897-4BA6-AB80-42BF19FE9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52" y="2784"/>
              <a:ext cx="288" cy="24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996" name="Line 465">
              <a:extLst>
                <a:ext uri="{FF2B5EF4-FFF2-40B4-BE49-F238E27FC236}">
                  <a16:creationId xmlns:a16="http://schemas.microsoft.com/office/drawing/2014/main" id="{FD3D1D55-34EB-4980-BB72-290472637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0" y="2784"/>
              <a:ext cx="48" cy="288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997" name="Line 466">
              <a:extLst>
                <a:ext uri="{FF2B5EF4-FFF2-40B4-BE49-F238E27FC236}">
                  <a16:creationId xmlns:a16="http://schemas.microsoft.com/office/drawing/2014/main" id="{AFBDC705-49C7-41CE-87D7-FA09BB03ED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2784"/>
              <a:ext cx="384" cy="816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1998" name="Line 467">
              <a:extLst>
                <a:ext uri="{FF2B5EF4-FFF2-40B4-BE49-F238E27FC236}">
                  <a16:creationId xmlns:a16="http://schemas.microsoft.com/office/drawing/2014/main" id="{A15CBE90-6658-4572-9B48-887BD5E2D6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40" y="2064"/>
              <a:ext cx="96" cy="72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440" name="Rectangle 2">
            <a:extLst>
              <a:ext uri="{FF2B5EF4-FFF2-40B4-BE49-F238E27FC236}">
                <a16:creationId xmlns:a16="http://schemas.microsoft.com/office/drawing/2014/main" id="{94AB4CB4-5A8B-47D4-8315-99262504B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  <p:extLst>
      <p:ext uri="{BB962C8B-B14F-4D97-AF65-F5344CB8AC3E}">
        <p14:creationId xmlns:p14="http://schemas.microsoft.com/office/powerpoint/2010/main" val="17902226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22">
            <a:extLst>
              <a:ext uri="{FF2B5EF4-FFF2-40B4-BE49-F238E27FC236}">
                <a16:creationId xmlns:a16="http://schemas.microsoft.com/office/drawing/2014/main" id="{342CD932-0E7C-4514-906D-C9DFEA7B154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3030" name="Group 5">
              <a:extLst>
                <a:ext uri="{FF2B5EF4-FFF2-40B4-BE49-F238E27FC236}">
                  <a16:creationId xmlns:a16="http://schemas.microsoft.com/office/drawing/2014/main" id="{49E7CA7B-2250-4F33-A398-BF9E326FD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3211" name="Rectangle 6">
                <a:extLst>
                  <a:ext uri="{FF2B5EF4-FFF2-40B4-BE49-F238E27FC236}">
                    <a16:creationId xmlns:a16="http://schemas.microsoft.com/office/drawing/2014/main" id="{B0CB77BA-4816-4724-B5E1-D9E13486D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2" name="Text Box 7">
                <a:extLst>
                  <a:ext uri="{FF2B5EF4-FFF2-40B4-BE49-F238E27FC236}">
                    <a16:creationId xmlns:a16="http://schemas.microsoft.com/office/drawing/2014/main" id="{2CABB81F-4DBC-4CE8-9C6C-D034FB209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3213" name="Text Box 8">
                <a:extLst>
                  <a:ext uri="{FF2B5EF4-FFF2-40B4-BE49-F238E27FC236}">
                    <a16:creationId xmlns:a16="http://schemas.microsoft.com/office/drawing/2014/main" id="{A78FA0D2-1387-40A0-8EF1-340B9869C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3214" name="Text Box 9">
                <a:extLst>
                  <a:ext uri="{FF2B5EF4-FFF2-40B4-BE49-F238E27FC236}">
                    <a16:creationId xmlns:a16="http://schemas.microsoft.com/office/drawing/2014/main" id="{4DB86CCB-0C5E-4C64-8641-C1DCA9C29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5" name="Text Box 10">
                <a:extLst>
                  <a:ext uri="{FF2B5EF4-FFF2-40B4-BE49-F238E27FC236}">
                    <a16:creationId xmlns:a16="http://schemas.microsoft.com/office/drawing/2014/main" id="{98A62C47-77BE-4FCD-AA56-639326415A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6" name="Line 11">
                <a:extLst>
                  <a:ext uri="{FF2B5EF4-FFF2-40B4-BE49-F238E27FC236}">
                    <a16:creationId xmlns:a16="http://schemas.microsoft.com/office/drawing/2014/main" id="{6C806FA0-AD4C-4A3B-8959-5A187F86C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7" name="Line 12">
                <a:extLst>
                  <a:ext uri="{FF2B5EF4-FFF2-40B4-BE49-F238E27FC236}">
                    <a16:creationId xmlns:a16="http://schemas.microsoft.com/office/drawing/2014/main" id="{3FBA5DFB-A232-443F-A461-21992953B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8" name="Line 13">
                <a:extLst>
                  <a:ext uri="{FF2B5EF4-FFF2-40B4-BE49-F238E27FC236}">
                    <a16:creationId xmlns:a16="http://schemas.microsoft.com/office/drawing/2014/main" id="{5A7DF008-CF93-45E3-924F-3A1B1B146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9" name="Line 14">
                <a:extLst>
                  <a:ext uri="{FF2B5EF4-FFF2-40B4-BE49-F238E27FC236}">
                    <a16:creationId xmlns:a16="http://schemas.microsoft.com/office/drawing/2014/main" id="{EFB6289E-F610-4062-A346-131E6475C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0" name="Line 15">
                <a:extLst>
                  <a:ext uri="{FF2B5EF4-FFF2-40B4-BE49-F238E27FC236}">
                    <a16:creationId xmlns:a16="http://schemas.microsoft.com/office/drawing/2014/main" id="{DE5282A0-2CAA-4B40-8966-31EFF2E30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1" name="Line 16">
                <a:extLst>
                  <a:ext uri="{FF2B5EF4-FFF2-40B4-BE49-F238E27FC236}">
                    <a16:creationId xmlns:a16="http://schemas.microsoft.com/office/drawing/2014/main" id="{C347CB76-6FDF-4874-91AC-83544EEA3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2" name="Line 17">
                <a:extLst>
                  <a:ext uri="{FF2B5EF4-FFF2-40B4-BE49-F238E27FC236}">
                    <a16:creationId xmlns:a16="http://schemas.microsoft.com/office/drawing/2014/main" id="{BDFBCE87-76C4-4BC3-ADC0-3D8E5F25D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3" name="Line 18">
                <a:extLst>
                  <a:ext uri="{FF2B5EF4-FFF2-40B4-BE49-F238E27FC236}">
                    <a16:creationId xmlns:a16="http://schemas.microsoft.com/office/drawing/2014/main" id="{5C7EEED6-C276-4A5D-9CD4-19C5475D8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1" name="Group 19">
              <a:extLst>
                <a:ext uri="{FF2B5EF4-FFF2-40B4-BE49-F238E27FC236}">
                  <a16:creationId xmlns:a16="http://schemas.microsoft.com/office/drawing/2014/main" id="{D1CF922A-1D5D-40E4-9B25-E055D546D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3198" name="Rectangle 20">
                <a:extLst>
                  <a:ext uri="{FF2B5EF4-FFF2-40B4-BE49-F238E27FC236}">
                    <a16:creationId xmlns:a16="http://schemas.microsoft.com/office/drawing/2014/main" id="{7467A065-467F-49AC-AEF7-FA8553A11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99" name="Text Box 21">
                <a:extLst>
                  <a:ext uri="{FF2B5EF4-FFF2-40B4-BE49-F238E27FC236}">
                    <a16:creationId xmlns:a16="http://schemas.microsoft.com/office/drawing/2014/main" id="{36CBDFE6-E9A4-4BEB-8A14-38A16E15E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3200" name="Text Box 22">
                <a:extLst>
                  <a:ext uri="{FF2B5EF4-FFF2-40B4-BE49-F238E27FC236}">
                    <a16:creationId xmlns:a16="http://schemas.microsoft.com/office/drawing/2014/main" id="{E8E80D40-57C3-4288-9D86-9E1FAFDF6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3201" name="Text Box 23">
                <a:extLst>
                  <a:ext uri="{FF2B5EF4-FFF2-40B4-BE49-F238E27FC236}">
                    <a16:creationId xmlns:a16="http://schemas.microsoft.com/office/drawing/2014/main" id="{4F48B6B2-92A5-4EE7-8D4C-9649546D6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3202" name="Text Box 24">
                <a:extLst>
                  <a:ext uri="{FF2B5EF4-FFF2-40B4-BE49-F238E27FC236}">
                    <a16:creationId xmlns:a16="http://schemas.microsoft.com/office/drawing/2014/main" id="{A56429E5-4D6D-4414-B319-D4A3FAA4F0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03" name="Line 25">
                <a:extLst>
                  <a:ext uri="{FF2B5EF4-FFF2-40B4-BE49-F238E27FC236}">
                    <a16:creationId xmlns:a16="http://schemas.microsoft.com/office/drawing/2014/main" id="{34B066FC-0405-4519-8008-9176C6505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4" name="Line 26">
                <a:extLst>
                  <a:ext uri="{FF2B5EF4-FFF2-40B4-BE49-F238E27FC236}">
                    <a16:creationId xmlns:a16="http://schemas.microsoft.com/office/drawing/2014/main" id="{F79C0054-B3C8-487A-B8D1-D469BE52A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5" name="Line 27">
                <a:extLst>
                  <a:ext uri="{FF2B5EF4-FFF2-40B4-BE49-F238E27FC236}">
                    <a16:creationId xmlns:a16="http://schemas.microsoft.com/office/drawing/2014/main" id="{9C284422-0D35-4216-82DA-8F094DDD5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6" name="Line 28">
                <a:extLst>
                  <a:ext uri="{FF2B5EF4-FFF2-40B4-BE49-F238E27FC236}">
                    <a16:creationId xmlns:a16="http://schemas.microsoft.com/office/drawing/2014/main" id="{978C062D-BA5C-45BD-AC66-C46333F89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7" name="Line 29">
                <a:extLst>
                  <a:ext uri="{FF2B5EF4-FFF2-40B4-BE49-F238E27FC236}">
                    <a16:creationId xmlns:a16="http://schemas.microsoft.com/office/drawing/2014/main" id="{AF12823E-97D9-4618-B152-2F4D94921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8" name="Line 30">
                <a:extLst>
                  <a:ext uri="{FF2B5EF4-FFF2-40B4-BE49-F238E27FC236}">
                    <a16:creationId xmlns:a16="http://schemas.microsoft.com/office/drawing/2014/main" id="{C830F684-853F-4AF9-BA72-D2A64CA7E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9" name="Line 31">
                <a:extLst>
                  <a:ext uri="{FF2B5EF4-FFF2-40B4-BE49-F238E27FC236}">
                    <a16:creationId xmlns:a16="http://schemas.microsoft.com/office/drawing/2014/main" id="{401F8247-4EC7-4010-AB8F-93CD77EB0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0" name="Line 32">
                <a:extLst>
                  <a:ext uri="{FF2B5EF4-FFF2-40B4-BE49-F238E27FC236}">
                    <a16:creationId xmlns:a16="http://schemas.microsoft.com/office/drawing/2014/main" id="{D2E1823B-46D3-43A1-9434-0429E6B8C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2" name="Group 33">
              <a:extLst>
                <a:ext uri="{FF2B5EF4-FFF2-40B4-BE49-F238E27FC236}">
                  <a16:creationId xmlns:a16="http://schemas.microsoft.com/office/drawing/2014/main" id="{CC75CA2F-1DD4-43A0-8EFD-22114F94B5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3185" name="Rectangle 34">
                <a:extLst>
                  <a:ext uri="{FF2B5EF4-FFF2-40B4-BE49-F238E27FC236}">
                    <a16:creationId xmlns:a16="http://schemas.microsoft.com/office/drawing/2014/main" id="{400C7D54-7346-4D5A-B0EF-FE3559381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6" name="Text Box 35">
                <a:extLst>
                  <a:ext uri="{FF2B5EF4-FFF2-40B4-BE49-F238E27FC236}">
                    <a16:creationId xmlns:a16="http://schemas.microsoft.com/office/drawing/2014/main" id="{3F2E3D0B-EEEF-49E9-B1BD-275D5CF86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7" name="Text Box 36">
                <a:extLst>
                  <a:ext uri="{FF2B5EF4-FFF2-40B4-BE49-F238E27FC236}">
                    <a16:creationId xmlns:a16="http://schemas.microsoft.com/office/drawing/2014/main" id="{CEEA38E9-0B70-4B2D-9BBE-33A2E9049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3188" name="Text Box 37">
                <a:extLst>
                  <a:ext uri="{FF2B5EF4-FFF2-40B4-BE49-F238E27FC236}">
                    <a16:creationId xmlns:a16="http://schemas.microsoft.com/office/drawing/2014/main" id="{56CF62C8-D9EE-474B-9435-E23BE1BEE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9" name="Text Box 38">
                <a:extLst>
                  <a:ext uri="{FF2B5EF4-FFF2-40B4-BE49-F238E27FC236}">
                    <a16:creationId xmlns:a16="http://schemas.microsoft.com/office/drawing/2014/main" id="{0B00EF79-7A5D-46D7-817A-9035595CB6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90" name="Line 39">
                <a:extLst>
                  <a:ext uri="{FF2B5EF4-FFF2-40B4-BE49-F238E27FC236}">
                    <a16:creationId xmlns:a16="http://schemas.microsoft.com/office/drawing/2014/main" id="{198895BE-1CA0-4F86-9B3B-3A537C620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1" name="Line 40">
                <a:extLst>
                  <a:ext uri="{FF2B5EF4-FFF2-40B4-BE49-F238E27FC236}">
                    <a16:creationId xmlns:a16="http://schemas.microsoft.com/office/drawing/2014/main" id="{E0BD7739-82E1-414A-964C-3C6947C89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2" name="Line 41">
                <a:extLst>
                  <a:ext uri="{FF2B5EF4-FFF2-40B4-BE49-F238E27FC236}">
                    <a16:creationId xmlns:a16="http://schemas.microsoft.com/office/drawing/2014/main" id="{5F71B165-826B-4E64-ABA3-6D0D0EC42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3" name="Line 42">
                <a:extLst>
                  <a:ext uri="{FF2B5EF4-FFF2-40B4-BE49-F238E27FC236}">
                    <a16:creationId xmlns:a16="http://schemas.microsoft.com/office/drawing/2014/main" id="{FA6F1595-68B1-4EA1-A324-9A0DF6301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4" name="Line 43">
                <a:extLst>
                  <a:ext uri="{FF2B5EF4-FFF2-40B4-BE49-F238E27FC236}">
                    <a16:creationId xmlns:a16="http://schemas.microsoft.com/office/drawing/2014/main" id="{21B01AEB-D5F6-4DED-998D-BA646305E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5" name="Line 44">
                <a:extLst>
                  <a:ext uri="{FF2B5EF4-FFF2-40B4-BE49-F238E27FC236}">
                    <a16:creationId xmlns:a16="http://schemas.microsoft.com/office/drawing/2014/main" id="{8FEEE365-88F7-4819-BDAD-6AEF2ABB0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6" name="Line 45">
                <a:extLst>
                  <a:ext uri="{FF2B5EF4-FFF2-40B4-BE49-F238E27FC236}">
                    <a16:creationId xmlns:a16="http://schemas.microsoft.com/office/drawing/2014/main" id="{0B3506A5-B1F2-4889-8C57-B5B691C25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7" name="Line 46">
                <a:extLst>
                  <a:ext uri="{FF2B5EF4-FFF2-40B4-BE49-F238E27FC236}">
                    <a16:creationId xmlns:a16="http://schemas.microsoft.com/office/drawing/2014/main" id="{3E0F07B7-1772-4BBB-9E1F-9691D0E9D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3" name="Group 47">
              <a:extLst>
                <a:ext uri="{FF2B5EF4-FFF2-40B4-BE49-F238E27FC236}">
                  <a16:creationId xmlns:a16="http://schemas.microsoft.com/office/drawing/2014/main" id="{63BDF516-AD3D-416E-B6B9-E8606D00B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3172" name="Rectangle 48">
                <a:extLst>
                  <a:ext uri="{FF2B5EF4-FFF2-40B4-BE49-F238E27FC236}">
                    <a16:creationId xmlns:a16="http://schemas.microsoft.com/office/drawing/2014/main" id="{95A72B6E-04F5-4E70-A36E-11F47B3E0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3" name="Text Box 49">
                <a:extLst>
                  <a:ext uri="{FF2B5EF4-FFF2-40B4-BE49-F238E27FC236}">
                    <a16:creationId xmlns:a16="http://schemas.microsoft.com/office/drawing/2014/main" id="{45779331-A0B1-4022-9B5E-BF43716C6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3174" name="Text Box 50">
                <a:extLst>
                  <a:ext uri="{FF2B5EF4-FFF2-40B4-BE49-F238E27FC236}">
                    <a16:creationId xmlns:a16="http://schemas.microsoft.com/office/drawing/2014/main" id="{9A4A3521-A4FA-4E81-A187-E41FF2F0F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3175" name="Text Box 51">
                <a:extLst>
                  <a:ext uri="{FF2B5EF4-FFF2-40B4-BE49-F238E27FC236}">
                    <a16:creationId xmlns:a16="http://schemas.microsoft.com/office/drawing/2014/main" id="{07B2EFE9-2059-4CCF-8109-B3A04BE5F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6" name="Text Box 52">
                <a:extLst>
                  <a:ext uri="{FF2B5EF4-FFF2-40B4-BE49-F238E27FC236}">
                    <a16:creationId xmlns:a16="http://schemas.microsoft.com/office/drawing/2014/main" id="{CB148BC1-E7B7-45DA-9608-FC750816C8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7" name="Line 53">
                <a:extLst>
                  <a:ext uri="{FF2B5EF4-FFF2-40B4-BE49-F238E27FC236}">
                    <a16:creationId xmlns:a16="http://schemas.microsoft.com/office/drawing/2014/main" id="{7775C483-C872-42E7-81E9-9CC3D2278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8" name="Line 54">
                <a:extLst>
                  <a:ext uri="{FF2B5EF4-FFF2-40B4-BE49-F238E27FC236}">
                    <a16:creationId xmlns:a16="http://schemas.microsoft.com/office/drawing/2014/main" id="{A9FD7713-82B0-4E81-9F1C-62F3310E8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9" name="Line 55">
                <a:extLst>
                  <a:ext uri="{FF2B5EF4-FFF2-40B4-BE49-F238E27FC236}">
                    <a16:creationId xmlns:a16="http://schemas.microsoft.com/office/drawing/2014/main" id="{09AD2E89-9139-479C-8D46-712E1164D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0" name="Line 56">
                <a:extLst>
                  <a:ext uri="{FF2B5EF4-FFF2-40B4-BE49-F238E27FC236}">
                    <a16:creationId xmlns:a16="http://schemas.microsoft.com/office/drawing/2014/main" id="{5990975F-2FDA-4336-B86D-DFF2B89E5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1" name="Line 57">
                <a:extLst>
                  <a:ext uri="{FF2B5EF4-FFF2-40B4-BE49-F238E27FC236}">
                    <a16:creationId xmlns:a16="http://schemas.microsoft.com/office/drawing/2014/main" id="{F81835A3-A594-4E83-B6DF-EC3EB94F8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2" name="Line 58">
                <a:extLst>
                  <a:ext uri="{FF2B5EF4-FFF2-40B4-BE49-F238E27FC236}">
                    <a16:creationId xmlns:a16="http://schemas.microsoft.com/office/drawing/2014/main" id="{23FE37A9-2F15-493C-924D-47C0318BE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3" name="Line 59">
                <a:extLst>
                  <a:ext uri="{FF2B5EF4-FFF2-40B4-BE49-F238E27FC236}">
                    <a16:creationId xmlns:a16="http://schemas.microsoft.com/office/drawing/2014/main" id="{AB982659-0BCB-4F72-BF00-C71DE003A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4" name="Line 60">
                <a:extLst>
                  <a:ext uri="{FF2B5EF4-FFF2-40B4-BE49-F238E27FC236}">
                    <a16:creationId xmlns:a16="http://schemas.microsoft.com/office/drawing/2014/main" id="{96E107F5-C747-4982-BF32-60C661F9D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4" name="Group 61">
              <a:extLst>
                <a:ext uri="{FF2B5EF4-FFF2-40B4-BE49-F238E27FC236}">
                  <a16:creationId xmlns:a16="http://schemas.microsoft.com/office/drawing/2014/main" id="{48BD0792-AD20-4C0C-95A2-BD7ABF208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3159" name="Rectangle 62">
                <a:extLst>
                  <a:ext uri="{FF2B5EF4-FFF2-40B4-BE49-F238E27FC236}">
                    <a16:creationId xmlns:a16="http://schemas.microsoft.com/office/drawing/2014/main" id="{795E9937-2F11-48AA-84A6-6F327557D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0" name="Text Box 63">
                <a:extLst>
                  <a:ext uri="{FF2B5EF4-FFF2-40B4-BE49-F238E27FC236}">
                    <a16:creationId xmlns:a16="http://schemas.microsoft.com/office/drawing/2014/main" id="{05AD70C1-B808-4F6F-92B4-CE025A304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3161" name="Text Box 64">
                <a:extLst>
                  <a:ext uri="{FF2B5EF4-FFF2-40B4-BE49-F238E27FC236}">
                    <a16:creationId xmlns:a16="http://schemas.microsoft.com/office/drawing/2014/main" id="{AEAA1E7E-D232-40D6-9D0A-213F0A3E5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3162" name="Text Box 65">
                <a:extLst>
                  <a:ext uri="{FF2B5EF4-FFF2-40B4-BE49-F238E27FC236}">
                    <a16:creationId xmlns:a16="http://schemas.microsoft.com/office/drawing/2014/main" id="{91457918-4D04-4B33-B979-AED8EF7F9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3" name="Text Box 66">
                <a:extLst>
                  <a:ext uri="{FF2B5EF4-FFF2-40B4-BE49-F238E27FC236}">
                    <a16:creationId xmlns:a16="http://schemas.microsoft.com/office/drawing/2014/main" id="{2F683BF4-7B09-46D2-A45B-DC6D2AAC3E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4" name="Line 67">
                <a:extLst>
                  <a:ext uri="{FF2B5EF4-FFF2-40B4-BE49-F238E27FC236}">
                    <a16:creationId xmlns:a16="http://schemas.microsoft.com/office/drawing/2014/main" id="{58643F2E-1A2A-4949-92AF-5BAFABE21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5" name="Line 68">
                <a:extLst>
                  <a:ext uri="{FF2B5EF4-FFF2-40B4-BE49-F238E27FC236}">
                    <a16:creationId xmlns:a16="http://schemas.microsoft.com/office/drawing/2014/main" id="{8F0A0DAB-F898-4DE9-89AD-F93D2D6B6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6" name="Line 69">
                <a:extLst>
                  <a:ext uri="{FF2B5EF4-FFF2-40B4-BE49-F238E27FC236}">
                    <a16:creationId xmlns:a16="http://schemas.microsoft.com/office/drawing/2014/main" id="{A834B172-6B5B-4690-A05A-B4DF0A22D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7" name="Line 70">
                <a:extLst>
                  <a:ext uri="{FF2B5EF4-FFF2-40B4-BE49-F238E27FC236}">
                    <a16:creationId xmlns:a16="http://schemas.microsoft.com/office/drawing/2014/main" id="{23C9F08D-5B75-4FC1-8208-12775EFA9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8" name="Line 71">
                <a:extLst>
                  <a:ext uri="{FF2B5EF4-FFF2-40B4-BE49-F238E27FC236}">
                    <a16:creationId xmlns:a16="http://schemas.microsoft.com/office/drawing/2014/main" id="{AC80E82D-BEC6-4787-964F-43B437CBB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9" name="Line 72">
                <a:extLst>
                  <a:ext uri="{FF2B5EF4-FFF2-40B4-BE49-F238E27FC236}">
                    <a16:creationId xmlns:a16="http://schemas.microsoft.com/office/drawing/2014/main" id="{0B82E3F6-6934-4D02-A317-533298C16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0" name="Line 73">
                <a:extLst>
                  <a:ext uri="{FF2B5EF4-FFF2-40B4-BE49-F238E27FC236}">
                    <a16:creationId xmlns:a16="http://schemas.microsoft.com/office/drawing/2014/main" id="{ED6058E0-B568-4956-A80C-806AE9761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1" name="Line 74">
                <a:extLst>
                  <a:ext uri="{FF2B5EF4-FFF2-40B4-BE49-F238E27FC236}">
                    <a16:creationId xmlns:a16="http://schemas.microsoft.com/office/drawing/2014/main" id="{94CE2D5C-6FA4-40B2-9E4B-4B16A032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5" name="Group 75">
              <a:extLst>
                <a:ext uri="{FF2B5EF4-FFF2-40B4-BE49-F238E27FC236}">
                  <a16:creationId xmlns:a16="http://schemas.microsoft.com/office/drawing/2014/main" id="{38854713-662D-4708-97C3-CE1689816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3146" name="Rectangle 76">
                <a:extLst>
                  <a:ext uri="{FF2B5EF4-FFF2-40B4-BE49-F238E27FC236}">
                    <a16:creationId xmlns:a16="http://schemas.microsoft.com/office/drawing/2014/main" id="{907BA0E4-F7AC-405B-B23C-E68D5DDF9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47" name="Text Box 77">
                <a:extLst>
                  <a:ext uri="{FF2B5EF4-FFF2-40B4-BE49-F238E27FC236}">
                    <a16:creationId xmlns:a16="http://schemas.microsoft.com/office/drawing/2014/main" id="{53FB756A-B53C-4C0C-8D36-BD1E9A700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3148" name="Text Box 78">
                <a:extLst>
                  <a:ext uri="{FF2B5EF4-FFF2-40B4-BE49-F238E27FC236}">
                    <a16:creationId xmlns:a16="http://schemas.microsoft.com/office/drawing/2014/main" id="{F158A483-ED9F-4FC4-93CF-1F77D047C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3149" name="Text Box 79">
                <a:extLst>
                  <a:ext uri="{FF2B5EF4-FFF2-40B4-BE49-F238E27FC236}">
                    <a16:creationId xmlns:a16="http://schemas.microsoft.com/office/drawing/2014/main" id="{255C6107-348A-4678-9C4D-C0D68C63F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50" name="Text Box 80">
                <a:extLst>
                  <a:ext uri="{FF2B5EF4-FFF2-40B4-BE49-F238E27FC236}">
                    <a16:creationId xmlns:a16="http://schemas.microsoft.com/office/drawing/2014/main" id="{19790BE4-4061-4C98-BED1-39A37A76E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51" name="Line 81">
                <a:extLst>
                  <a:ext uri="{FF2B5EF4-FFF2-40B4-BE49-F238E27FC236}">
                    <a16:creationId xmlns:a16="http://schemas.microsoft.com/office/drawing/2014/main" id="{0C2BC289-466B-460F-958C-396D5680D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2" name="Line 82">
                <a:extLst>
                  <a:ext uri="{FF2B5EF4-FFF2-40B4-BE49-F238E27FC236}">
                    <a16:creationId xmlns:a16="http://schemas.microsoft.com/office/drawing/2014/main" id="{CDC7E235-A01B-400E-9000-B972E1290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3" name="Line 83">
                <a:extLst>
                  <a:ext uri="{FF2B5EF4-FFF2-40B4-BE49-F238E27FC236}">
                    <a16:creationId xmlns:a16="http://schemas.microsoft.com/office/drawing/2014/main" id="{193F4D91-82D2-472E-A299-1DB58E95C1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4" name="Line 84">
                <a:extLst>
                  <a:ext uri="{FF2B5EF4-FFF2-40B4-BE49-F238E27FC236}">
                    <a16:creationId xmlns:a16="http://schemas.microsoft.com/office/drawing/2014/main" id="{B535DBEF-B7D5-4BC4-8A17-518E2B041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5" name="Line 85">
                <a:extLst>
                  <a:ext uri="{FF2B5EF4-FFF2-40B4-BE49-F238E27FC236}">
                    <a16:creationId xmlns:a16="http://schemas.microsoft.com/office/drawing/2014/main" id="{7D467697-FADC-4A14-923B-6CE0C44A0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6" name="Line 86">
                <a:extLst>
                  <a:ext uri="{FF2B5EF4-FFF2-40B4-BE49-F238E27FC236}">
                    <a16:creationId xmlns:a16="http://schemas.microsoft.com/office/drawing/2014/main" id="{3F38A00D-BF21-42E5-967A-401862317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7" name="Line 87">
                <a:extLst>
                  <a:ext uri="{FF2B5EF4-FFF2-40B4-BE49-F238E27FC236}">
                    <a16:creationId xmlns:a16="http://schemas.microsoft.com/office/drawing/2014/main" id="{CDCF42A6-4A70-4A4F-B3F6-43F6DA53D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8" name="Line 88">
                <a:extLst>
                  <a:ext uri="{FF2B5EF4-FFF2-40B4-BE49-F238E27FC236}">
                    <a16:creationId xmlns:a16="http://schemas.microsoft.com/office/drawing/2014/main" id="{91A7F579-3C74-46ED-BA38-BAC58B4B5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6" name="Group 89">
              <a:extLst>
                <a:ext uri="{FF2B5EF4-FFF2-40B4-BE49-F238E27FC236}">
                  <a16:creationId xmlns:a16="http://schemas.microsoft.com/office/drawing/2014/main" id="{19F09D5A-2A00-4FF4-B550-80529237E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3133" name="Rectangle 90">
                <a:extLst>
                  <a:ext uri="{FF2B5EF4-FFF2-40B4-BE49-F238E27FC236}">
                    <a16:creationId xmlns:a16="http://schemas.microsoft.com/office/drawing/2014/main" id="{58206469-39F0-47DA-A905-9E2D736A1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34" name="Text Box 91">
                <a:extLst>
                  <a:ext uri="{FF2B5EF4-FFF2-40B4-BE49-F238E27FC236}">
                    <a16:creationId xmlns:a16="http://schemas.microsoft.com/office/drawing/2014/main" id="{4E1408A4-4E82-4F4C-85C4-7F9F09242D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3135" name="Text Box 92">
                <a:extLst>
                  <a:ext uri="{FF2B5EF4-FFF2-40B4-BE49-F238E27FC236}">
                    <a16:creationId xmlns:a16="http://schemas.microsoft.com/office/drawing/2014/main" id="{8826A40A-D050-4A9B-B614-F5081EB7B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3136" name="Text Box 93">
                <a:extLst>
                  <a:ext uri="{FF2B5EF4-FFF2-40B4-BE49-F238E27FC236}">
                    <a16:creationId xmlns:a16="http://schemas.microsoft.com/office/drawing/2014/main" id="{1186BD52-74CB-48B4-9EBE-CF6D4BAD10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3137" name="Text Box 94">
                <a:extLst>
                  <a:ext uri="{FF2B5EF4-FFF2-40B4-BE49-F238E27FC236}">
                    <a16:creationId xmlns:a16="http://schemas.microsoft.com/office/drawing/2014/main" id="{B0AEA36C-DAE6-4973-9774-875EB90E5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3138" name="Line 95">
                <a:extLst>
                  <a:ext uri="{FF2B5EF4-FFF2-40B4-BE49-F238E27FC236}">
                    <a16:creationId xmlns:a16="http://schemas.microsoft.com/office/drawing/2014/main" id="{6999A793-29D2-4ECA-A17D-82B1B00AA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9" name="Line 96">
                <a:extLst>
                  <a:ext uri="{FF2B5EF4-FFF2-40B4-BE49-F238E27FC236}">
                    <a16:creationId xmlns:a16="http://schemas.microsoft.com/office/drawing/2014/main" id="{68A4AE25-204A-4DAC-8E2E-0EFC90AFC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0" name="Line 97">
                <a:extLst>
                  <a:ext uri="{FF2B5EF4-FFF2-40B4-BE49-F238E27FC236}">
                    <a16:creationId xmlns:a16="http://schemas.microsoft.com/office/drawing/2014/main" id="{C60D6A52-C8E4-48DA-956C-89AE5F1D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1" name="Line 98">
                <a:extLst>
                  <a:ext uri="{FF2B5EF4-FFF2-40B4-BE49-F238E27FC236}">
                    <a16:creationId xmlns:a16="http://schemas.microsoft.com/office/drawing/2014/main" id="{84A96B64-6CC6-4393-9097-B5AC85DB6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2" name="Line 99">
                <a:extLst>
                  <a:ext uri="{FF2B5EF4-FFF2-40B4-BE49-F238E27FC236}">
                    <a16:creationId xmlns:a16="http://schemas.microsoft.com/office/drawing/2014/main" id="{F965D0AA-4874-42D8-90CB-34CC25A38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3" name="Line 100">
                <a:extLst>
                  <a:ext uri="{FF2B5EF4-FFF2-40B4-BE49-F238E27FC236}">
                    <a16:creationId xmlns:a16="http://schemas.microsoft.com/office/drawing/2014/main" id="{0BDF3A4D-D65B-4F90-8CF8-EBEF75E5E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4" name="Line 101">
                <a:extLst>
                  <a:ext uri="{FF2B5EF4-FFF2-40B4-BE49-F238E27FC236}">
                    <a16:creationId xmlns:a16="http://schemas.microsoft.com/office/drawing/2014/main" id="{7ADD249D-67E3-4F10-AF16-F5676E620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5" name="Line 102">
                <a:extLst>
                  <a:ext uri="{FF2B5EF4-FFF2-40B4-BE49-F238E27FC236}">
                    <a16:creationId xmlns:a16="http://schemas.microsoft.com/office/drawing/2014/main" id="{007E1399-2B5A-4AA8-9130-D8A3D5AD5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7" name="Group 103">
              <a:extLst>
                <a:ext uri="{FF2B5EF4-FFF2-40B4-BE49-F238E27FC236}">
                  <a16:creationId xmlns:a16="http://schemas.microsoft.com/office/drawing/2014/main" id="{864DADC8-3951-4EFC-A871-B6CFFA414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3120" name="Rectangle 104">
                <a:extLst>
                  <a:ext uri="{FF2B5EF4-FFF2-40B4-BE49-F238E27FC236}">
                    <a16:creationId xmlns:a16="http://schemas.microsoft.com/office/drawing/2014/main" id="{708E2A02-24D9-41F1-B891-5C3C969BA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21" name="Text Box 105">
                <a:extLst>
                  <a:ext uri="{FF2B5EF4-FFF2-40B4-BE49-F238E27FC236}">
                    <a16:creationId xmlns:a16="http://schemas.microsoft.com/office/drawing/2014/main" id="{1EB0BE88-B68F-4E92-9C4C-DA7603198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3122" name="Text Box 106">
                <a:extLst>
                  <a:ext uri="{FF2B5EF4-FFF2-40B4-BE49-F238E27FC236}">
                    <a16:creationId xmlns:a16="http://schemas.microsoft.com/office/drawing/2014/main" id="{6B12F4A9-4185-4B47-9499-0DA731D5BA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3123" name="Text Box 107">
                <a:extLst>
                  <a:ext uri="{FF2B5EF4-FFF2-40B4-BE49-F238E27FC236}">
                    <a16:creationId xmlns:a16="http://schemas.microsoft.com/office/drawing/2014/main" id="{1E4AF996-9AEC-4CF3-94D9-E6922FA3E8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3124" name="Text Box 108">
                <a:extLst>
                  <a:ext uri="{FF2B5EF4-FFF2-40B4-BE49-F238E27FC236}">
                    <a16:creationId xmlns:a16="http://schemas.microsoft.com/office/drawing/2014/main" id="{6D81E146-74B5-44EB-9482-E3C03B2B1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25" name="Line 109">
                <a:extLst>
                  <a:ext uri="{FF2B5EF4-FFF2-40B4-BE49-F238E27FC236}">
                    <a16:creationId xmlns:a16="http://schemas.microsoft.com/office/drawing/2014/main" id="{70EB8044-5DA8-4F3C-AE27-8501A0AC1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6" name="Line 110">
                <a:extLst>
                  <a:ext uri="{FF2B5EF4-FFF2-40B4-BE49-F238E27FC236}">
                    <a16:creationId xmlns:a16="http://schemas.microsoft.com/office/drawing/2014/main" id="{8436F9B4-23C8-4676-ADC4-E6F73E0CF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7" name="Line 111">
                <a:extLst>
                  <a:ext uri="{FF2B5EF4-FFF2-40B4-BE49-F238E27FC236}">
                    <a16:creationId xmlns:a16="http://schemas.microsoft.com/office/drawing/2014/main" id="{4841C385-445B-4499-96AE-10ED1E953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8" name="Line 112">
                <a:extLst>
                  <a:ext uri="{FF2B5EF4-FFF2-40B4-BE49-F238E27FC236}">
                    <a16:creationId xmlns:a16="http://schemas.microsoft.com/office/drawing/2014/main" id="{418CF192-C709-4CA1-807E-797FC3D63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9" name="Line 113">
                <a:extLst>
                  <a:ext uri="{FF2B5EF4-FFF2-40B4-BE49-F238E27FC236}">
                    <a16:creationId xmlns:a16="http://schemas.microsoft.com/office/drawing/2014/main" id="{213089C1-075A-44E7-9D35-8DF544E63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0" name="Line 114">
                <a:extLst>
                  <a:ext uri="{FF2B5EF4-FFF2-40B4-BE49-F238E27FC236}">
                    <a16:creationId xmlns:a16="http://schemas.microsoft.com/office/drawing/2014/main" id="{AC2BC714-D75C-4AAF-82CE-976CC1907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1" name="Line 115">
                <a:extLst>
                  <a:ext uri="{FF2B5EF4-FFF2-40B4-BE49-F238E27FC236}">
                    <a16:creationId xmlns:a16="http://schemas.microsoft.com/office/drawing/2014/main" id="{2AC19CD1-2CC0-4621-BDCB-5ACB042B7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2" name="Line 116">
                <a:extLst>
                  <a:ext uri="{FF2B5EF4-FFF2-40B4-BE49-F238E27FC236}">
                    <a16:creationId xmlns:a16="http://schemas.microsoft.com/office/drawing/2014/main" id="{D18F2318-1281-46BB-8005-550040E5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8" name="Group 117">
              <a:extLst>
                <a:ext uri="{FF2B5EF4-FFF2-40B4-BE49-F238E27FC236}">
                  <a16:creationId xmlns:a16="http://schemas.microsoft.com/office/drawing/2014/main" id="{89A38C91-F91C-41BF-8516-16D183E9A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3107" name="Rectangle 118">
                <a:extLst>
                  <a:ext uri="{FF2B5EF4-FFF2-40B4-BE49-F238E27FC236}">
                    <a16:creationId xmlns:a16="http://schemas.microsoft.com/office/drawing/2014/main" id="{16CC20E2-7F41-4077-9F92-82C6B80C1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08" name="Text Box 119">
                <a:extLst>
                  <a:ext uri="{FF2B5EF4-FFF2-40B4-BE49-F238E27FC236}">
                    <a16:creationId xmlns:a16="http://schemas.microsoft.com/office/drawing/2014/main" id="{5E13237E-B572-4783-B540-556FE9624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3109" name="Text Box 120">
                <a:extLst>
                  <a:ext uri="{FF2B5EF4-FFF2-40B4-BE49-F238E27FC236}">
                    <a16:creationId xmlns:a16="http://schemas.microsoft.com/office/drawing/2014/main" id="{D6405287-2A15-46D7-9246-C9B339DD2D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3110" name="Text Box 121">
                <a:extLst>
                  <a:ext uri="{FF2B5EF4-FFF2-40B4-BE49-F238E27FC236}">
                    <a16:creationId xmlns:a16="http://schemas.microsoft.com/office/drawing/2014/main" id="{942F9473-ACF4-4417-B72F-4764E3F358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3111" name="Text Box 122">
                <a:extLst>
                  <a:ext uri="{FF2B5EF4-FFF2-40B4-BE49-F238E27FC236}">
                    <a16:creationId xmlns:a16="http://schemas.microsoft.com/office/drawing/2014/main" id="{E4486E12-9B99-4FF1-B86B-F9E5784D8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12" name="Line 123">
                <a:extLst>
                  <a:ext uri="{FF2B5EF4-FFF2-40B4-BE49-F238E27FC236}">
                    <a16:creationId xmlns:a16="http://schemas.microsoft.com/office/drawing/2014/main" id="{2CA06EA9-0F0A-4341-ADA6-98EE96260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3" name="Line 124">
                <a:extLst>
                  <a:ext uri="{FF2B5EF4-FFF2-40B4-BE49-F238E27FC236}">
                    <a16:creationId xmlns:a16="http://schemas.microsoft.com/office/drawing/2014/main" id="{572A95A2-BAB5-417D-A5FE-477D44348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4" name="Line 125">
                <a:extLst>
                  <a:ext uri="{FF2B5EF4-FFF2-40B4-BE49-F238E27FC236}">
                    <a16:creationId xmlns:a16="http://schemas.microsoft.com/office/drawing/2014/main" id="{2C90AD31-0452-4118-AC09-F6F3A9160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5" name="Line 126">
                <a:extLst>
                  <a:ext uri="{FF2B5EF4-FFF2-40B4-BE49-F238E27FC236}">
                    <a16:creationId xmlns:a16="http://schemas.microsoft.com/office/drawing/2014/main" id="{A1B46D43-CF97-4FBC-A093-77C774F4F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6" name="Line 127">
                <a:extLst>
                  <a:ext uri="{FF2B5EF4-FFF2-40B4-BE49-F238E27FC236}">
                    <a16:creationId xmlns:a16="http://schemas.microsoft.com/office/drawing/2014/main" id="{2223C117-B0EF-4220-835D-7CBBE14BE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7" name="Line 128">
                <a:extLst>
                  <a:ext uri="{FF2B5EF4-FFF2-40B4-BE49-F238E27FC236}">
                    <a16:creationId xmlns:a16="http://schemas.microsoft.com/office/drawing/2014/main" id="{CF196947-C593-4E2C-A710-331DEA267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8" name="Line 129">
                <a:extLst>
                  <a:ext uri="{FF2B5EF4-FFF2-40B4-BE49-F238E27FC236}">
                    <a16:creationId xmlns:a16="http://schemas.microsoft.com/office/drawing/2014/main" id="{B1CDBC3A-9829-48DE-980A-B4D1B6ED3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9" name="Line 130">
                <a:extLst>
                  <a:ext uri="{FF2B5EF4-FFF2-40B4-BE49-F238E27FC236}">
                    <a16:creationId xmlns:a16="http://schemas.microsoft.com/office/drawing/2014/main" id="{D1EB51FF-E015-413B-B0AC-D3F0CA95E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39" name="Line 131">
              <a:extLst>
                <a:ext uri="{FF2B5EF4-FFF2-40B4-BE49-F238E27FC236}">
                  <a16:creationId xmlns:a16="http://schemas.microsoft.com/office/drawing/2014/main" id="{0D7D6510-D3DF-4F40-80C2-0B99CF63A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0" name="Line 132">
              <a:extLst>
                <a:ext uri="{FF2B5EF4-FFF2-40B4-BE49-F238E27FC236}">
                  <a16:creationId xmlns:a16="http://schemas.microsoft.com/office/drawing/2014/main" id="{9F41F901-6B66-49D1-82DD-7E5DA39F6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1" name="Line 133">
              <a:extLst>
                <a:ext uri="{FF2B5EF4-FFF2-40B4-BE49-F238E27FC236}">
                  <a16:creationId xmlns:a16="http://schemas.microsoft.com/office/drawing/2014/main" id="{8F139959-9A9B-4244-9ED7-3D5054B77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2" name="Line 134">
              <a:extLst>
                <a:ext uri="{FF2B5EF4-FFF2-40B4-BE49-F238E27FC236}">
                  <a16:creationId xmlns:a16="http://schemas.microsoft.com/office/drawing/2014/main" id="{16AE4976-2576-4870-A958-3B7966BAB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3" name="Group 135">
              <a:extLst>
                <a:ext uri="{FF2B5EF4-FFF2-40B4-BE49-F238E27FC236}">
                  <a16:creationId xmlns:a16="http://schemas.microsoft.com/office/drawing/2014/main" id="{55BEA843-C75C-4E6C-BBE3-74D7E89FB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3094" name="Rectangle 136">
                <a:extLst>
                  <a:ext uri="{FF2B5EF4-FFF2-40B4-BE49-F238E27FC236}">
                    <a16:creationId xmlns:a16="http://schemas.microsoft.com/office/drawing/2014/main" id="{F4CA8694-9484-41A5-81DE-CF6805548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5" name="Text Box 137">
                <a:extLst>
                  <a:ext uri="{FF2B5EF4-FFF2-40B4-BE49-F238E27FC236}">
                    <a16:creationId xmlns:a16="http://schemas.microsoft.com/office/drawing/2014/main" id="{B20F8113-4834-4AD7-B25F-7E39444AA0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3096" name="Text Box 138">
                <a:extLst>
                  <a:ext uri="{FF2B5EF4-FFF2-40B4-BE49-F238E27FC236}">
                    <a16:creationId xmlns:a16="http://schemas.microsoft.com/office/drawing/2014/main" id="{38972DE6-191F-4985-A797-B370BACDE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3097" name="Text Box 139">
                <a:extLst>
                  <a:ext uri="{FF2B5EF4-FFF2-40B4-BE49-F238E27FC236}">
                    <a16:creationId xmlns:a16="http://schemas.microsoft.com/office/drawing/2014/main" id="{6A7E8D08-0357-4722-B46E-92B935E76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8" name="Text Box 140">
                <a:extLst>
                  <a:ext uri="{FF2B5EF4-FFF2-40B4-BE49-F238E27FC236}">
                    <a16:creationId xmlns:a16="http://schemas.microsoft.com/office/drawing/2014/main" id="{63FCA79B-40D1-44E6-8B44-1AD47F947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9" name="Line 141">
                <a:extLst>
                  <a:ext uri="{FF2B5EF4-FFF2-40B4-BE49-F238E27FC236}">
                    <a16:creationId xmlns:a16="http://schemas.microsoft.com/office/drawing/2014/main" id="{9E07F7CF-9687-4D7B-8603-07C6DA4AC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0" name="Line 142">
                <a:extLst>
                  <a:ext uri="{FF2B5EF4-FFF2-40B4-BE49-F238E27FC236}">
                    <a16:creationId xmlns:a16="http://schemas.microsoft.com/office/drawing/2014/main" id="{5D09BD3A-8FF6-4A7F-A9D9-1F7A3965F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1" name="Line 143">
                <a:extLst>
                  <a:ext uri="{FF2B5EF4-FFF2-40B4-BE49-F238E27FC236}">
                    <a16:creationId xmlns:a16="http://schemas.microsoft.com/office/drawing/2014/main" id="{8188F628-AD54-452A-BDDC-9D6E2C099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2" name="Line 144">
                <a:extLst>
                  <a:ext uri="{FF2B5EF4-FFF2-40B4-BE49-F238E27FC236}">
                    <a16:creationId xmlns:a16="http://schemas.microsoft.com/office/drawing/2014/main" id="{83EE54B1-A6D0-4B70-A8BA-7063A8DF4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3" name="Line 145">
                <a:extLst>
                  <a:ext uri="{FF2B5EF4-FFF2-40B4-BE49-F238E27FC236}">
                    <a16:creationId xmlns:a16="http://schemas.microsoft.com/office/drawing/2014/main" id="{0BFDA3DE-47D6-443B-AEA4-2BC65A382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4" name="Line 146">
                <a:extLst>
                  <a:ext uri="{FF2B5EF4-FFF2-40B4-BE49-F238E27FC236}">
                    <a16:creationId xmlns:a16="http://schemas.microsoft.com/office/drawing/2014/main" id="{776A7E09-B46A-450A-8383-C0EFF21FC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5" name="Line 147">
                <a:extLst>
                  <a:ext uri="{FF2B5EF4-FFF2-40B4-BE49-F238E27FC236}">
                    <a16:creationId xmlns:a16="http://schemas.microsoft.com/office/drawing/2014/main" id="{CCEE2125-80E0-4E05-A3FC-0824CFDF41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6" name="Line 148">
                <a:extLst>
                  <a:ext uri="{FF2B5EF4-FFF2-40B4-BE49-F238E27FC236}">
                    <a16:creationId xmlns:a16="http://schemas.microsoft.com/office/drawing/2014/main" id="{B6CD2649-CD78-4171-A5FA-A64460844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44" name="Line 149">
              <a:extLst>
                <a:ext uri="{FF2B5EF4-FFF2-40B4-BE49-F238E27FC236}">
                  <a16:creationId xmlns:a16="http://schemas.microsoft.com/office/drawing/2014/main" id="{7EE7A76B-36D0-4A9D-9792-4137D1AD0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5" name="Line 150">
              <a:extLst>
                <a:ext uri="{FF2B5EF4-FFF2-40B4-BE49-F238E27FC236}">
                  <a16:creationId xmlns:a16="http://schemas.microsoft.com/office/drawing/2014/main" id="{122A496F-634D-4B01-AFE0-F0FA38FC4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6" name="Group 152">
              <a:extLst>
                <a:ext uri="{FF2B5EF4-FFF2-40B4-BE49-F238E27FC236}">
                  <a16:creationId xmlns:a16="http://schemas.microsoft.com/office/drawing/2014/main" id="{0235B665-C9C6-49A2-B525-080133D00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3081" name="Rectangle 153">
                <a:extLst>
                  <a:ext uri="{FF2B5EF4-FFF2-40B4-BE49-F238E27FC236}">
                    <a16:creationId xmlns:a16="http://schemas.microsoft.com/office/drawing/2014/main" id="{9B62E169-0C86-44C4-BD3E-DFFAFBE29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82" name="Text Box 154">
                <a:extLst>
                  <a:ext uri="{FF2B5EF4-FFF2-40B4-BE49-F238E27FC236}">
                    <a16:creationId xmlns:a16="http://schemas.microsoft.com/office/drawing/2014/main" id="{55A98FC8-2737-49BD-9C8F-6D01D31048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3083" name="Text Box 155">
                <a:extLst>
                  <a:ext uri="{FF2B5EF4-FFF2-40B4-BE49-F238E27FC236}">
                    <a16:creationId xmlns:a16="http://schemas.microsoft.com/office/drawing/2014/main" id="{E43CB1D7-9AF1-4818-9BFD-0A8C71DE3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3084" name="Text Box 156">
                <a:extLst>
                  <a:ext uri="{FF2B5EF4-FFF2-40B4-BE49-F238E27FC236}">
                    <a16:creationId xmlns:a16="http://schemas.microsoft.com/office/drawing/2014/main" id="{A8BE8539-C2FC-47C7-AB68-CE85F3A75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3085" name="Text Box 157">
                <a:extLst>
                  <a:ext uri="{FF2B5EF4-FFF2-40B4-BE49-F238E27FC236}">
                    <a16:creationId xmlns:a16="http://schemas.microsoft.com/office/drawing/2014/main" id="{7B4D40DB-BB00-4C49-9A10-08B68A86B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3086" name="Line 158">
                <a:extLst>
                  <a:ext uri="{FF2B5EF4-FFF2-40B4-BE49-F238E27FC236}">
                    <a16:creationId xmlns:a16="http://schemas.microsoft.com/office/drawing/2014/main" id="{C9439094-52D3-4FF1-B712-E3F153625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7" name="Line 159">
                <a:extLst>
                  <a:ext uri="{FF2B5EF4-FFF2-40B4-BE49-F238E27FC236}">
                    <a16:creationId xmlns:a16="http://schemas.microsoft.com/office/drawing/2014/main" id="{20FA5FB4-288D-41B6-8597-3D9061EF8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8" name="Line 160">
                <a:extLst>
                  <a:ext uri="{FF2B5EF4-FFF2-40B4-BE49-F238E27FC236}">
                    <a16:creationId xmlns:a16="http://schemas.microsoft.com/office/drawing/2014/main" id="{5A1D8B05-8008-41F2-9E18-ABDE78DA9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9" name="Line 161">
                <a:extLst>
                  <a:ext uri="{FF2B5EF4-FFF2-40B4-BE49-F238E27FC236}">
                    <a16:creationId xmlns:a16="http://schemas.microsoft.com/office/drawing/2014/main" id="{F4D4F0E0-BADD-4FDE-ABCE-97B744623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0" name="Line 162">
                <a:extLst>
                  <a:ext uri="{FF2B5EF4-FFF2-40B4-BE49-F238E27FC236}">
                    <a16:creationId xmlns:a16="http://schemas.microsoft.com/office/drawing/2014/main" id="{581A6CE4-5856-4C50-A95B-6A94E88E9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1" name="Line 163">
                <a:extLst>
                  <a:ext uri="{FF2B5EF4-FFF2-40B4-BE49-F238E27FC236}">
                    <a16:creationId xmlns:a16="http://schemas.microsoft.com/office/drawing/2014/main" id="{02AD9B8C-1D6E-434B-B110-F9F11224D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2" name="Line 164">
                <a:extLst>
                  <a:ext uri="{FF2B5EF4-FFF2-40B4-BE49-F238E27FC236}">
                    <a16:creationId xmlns:a16="http://schemas.microsoft.com/office/drawing/2014/main" id="{489221F3-101B-44C7-82CF-127647174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3" name="Line 165">
                <a:extLst>
                  <a:ext uri="{FF2B5EF4-FFF2-40B4-BE49-F238E27FC236}">
                    <a16:creationId xmlns:a16="http://schemas.microsoft.com/office/drawing/2014/main" id="{3FE73E6C-A2BF-496F-ACA4-FDDE54DA3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47" name="Freeform 180">
              <a:extLst>
                <a:ext uri="{FF2B5EF4-FFF2-40B4-BE49-F238E27FC236}">
                  <a16:creationId xmlns:a16="http://schemas.microsoft.com/office/drawing/2014/main" id="{5BF65F34-470D-42BE-816C-8637A7F58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8" name="Freeform 181">
              <a:extLst>
                <a:ext uri="{FF2B5EF4-FFF2-40B4-BE49-F238E27FC236}">
                  <a16:creationId xmlns:a16="http://schemas.microsoft.com/office/drawing/2014/main" id="{F25D8B0C-5F4D-4131-97C5-5F6EF8CCC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9" name="Group 183">
              <a:extLst>
                <a:ext uri="{FF2B5EF4-FFF2-40B4-BE49-F238E27FC236}">
                  <a16:creationId xmlns:a16="http://schemas.microsoft.com/office/drawing/2014/main" id="{EC2AC65E-28E7-49E7-8633-B24F90DF4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3068" name="Rectangle 184">
                <a:extLst>
                  <a:ext uri="{FF2B5EF4-FFF2-40B4-BE49-F238E27FC236}">
                    <a16:creationId xmlns:a16="http://schemas.microsoft.com/office/drawing/2014/main" id="{3170AEFB-0FAB-4430-905E-6582328C3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69" name="Text Box 185">
                <a:extLst>
                  <a:ext uri="{FF2B5EF4-FFF2-40B4-BE49-F238E27FC236}">
                    <a16:creationId xmlns:a16="http://schemas.microsoft.com/office/drawing/2014/main" id="{D620A9DF-1F07-4AB3-9D9A-8822452B5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3070" name="Text Box 186">
                <a:extLst>
                  <a:ext uri="{FF2B5EF4-FFF2-40B4-BE49-F238E27FC236}">
                    <a16:creationId xmlns:a16="http://schemas.microsoft.com/office/drawing/2014/main" id="{67323B40-AA48-4C5D-9F11-246D24995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3071" name="Text Box 187">
                <a:extLst>
                  <a:ext uri="{FF2B5EF4-FFF2-40B4-BE49-F238E27FC236}">
                    <a16:creationId xmlns:a16="http://schemas.microsoft.com/office/drawing/2014/main" id="{5C3C9666-7EC7-4494-8993-5888BB599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72" name="Text Box 188">
                <a:extLst>
                  <a:ext uri="{FF2B5EF4-FFF2-40B4-BE49-F238E27FC236}">
                    <a16:creationId xmlns:a16="http://schemas.microsoft.com/office/drawing/2014/main" id="{4B0BF655-3E31-4F6D-A376-61614152E6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73" name="Line 189">
                <a:extLst>
                  <a:ext uri="{FF2B5EF4-FFF2-40B4-BE49-F238E27FC236}">
                    <a16:creationId xmlns:a16="http://schemas.microsoft.com/office/drawing/2014/main" id="{51E9DE43-179F-4EEC-95B5-96979F8A20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4" name="Line 190">
                <a:extLst>
                  <a:ext uri="{FF2B5EF4-FFF2-40B4-BE49-F238E27FC236}">
                    <a16:creationId xmlns:a16="http://schemas.microsoft.com/office/drawing/2014/main" id="{40CD8A9C-3E35-4B1E-B937-47A1539A7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5" name="Line 191">
                <a:extLst>
                  <a:ext uri="{FF2B5EF4-FFF2-40B4-BE49-F238E27FC236}">
                    <a16:creationId xmlns:a16="http://schemas.microsoft.com/office/drawing/2014/main" id="{97E1C0F0-2FD8-4B83-A945-480B63446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6" name="Line 192">
                <a:extLst>
                  <a:ext uri="{FF2B5EF4-FFF2-40B4-BE49-F238E27FC236}">
                    <a16:creationId xmlns:a16="http://schemas.microsoft.com/office/drawing/2014/main" id="{8CBAD411-AF75-4C22-A4E8-E9A56520E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7" name="Line 193">
                <a:extLst>
                  <a:ext uri="{FF2B5EF4-FFF2-40B4-BE49-F238E27FC236}">
                    <a16:creationId xmlns:a16="http://schemas.microsoft.com/office/drawing/2014/main" id="{B73E6CA2-33B2-4636-B0FA-A1D3B39A4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8" name="Line 194">
                <a:extLst>
                  <a:ext uri="{FF2B5EF4-FFF2-40B4-BE49-F238E27FC236}">
                    <a16:creationId xmlns:a16="http://schemas.microsoft.com/office/drawing/2014/main" id="{286EE4E7-19E0-441E-B5E0-6180D6017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9" name="Line 195">
                <a:extLst>
                  <a:ext uri="{FF2B5EF4-FFF2-40B4-BE49-F238E27FC236}">
                    <a16:creationId xmlns:a16="http://schemas.microsoft.com/office/drawing/2014/main" id="{3430FE52-DBBB-493C-BCF1-46D3C90AD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0" name="Line 196">
                <a:extLst>
                  <a:ext uri="{FF2B5EF4-FFF2-40B4-BE49-F238E27FC236}">
                    <a16:creationId xmlns:a16="http://schemas.microsoft.com/office/drawing/2014/main" id="{C3983EA3-BFDC-45B6-BD71-B732BAB6D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50" name="Freeform 197">
              <a:extLst>
                <a:ext uri="{FF2B5EF4-FFF2-40B4-BE49-F238E27FC236}">
                  <a16:creationId xmlns:a16="http://schemas.microsoft.com/office/drawing/2014/main" id="{D5866D49-032B-452E-AC3A-8ADF51C1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16"/>
              <a:ext cx="424" cy="1047"/>
            </a:xfrm>
            <a:custGeom>
              <a:avLst/>
              <a:gdLst>
                <a:gd name="T0" fmla="*/ 2 w 720"/>
                <a:gd name="T1" fmla="*/ 0 h 1008"/>
                <a:gd name="T2" fmla="*/ 1 w 720"/>
                <a:gd name="T3" fmla="*/ 874 h 1008"/>
                <a:gd name="T4" fmla="*/ 0 w 720"/>
                <a:gd name="T5" fmla="*/ 1531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51" name="Freeform 198">
              <a:extLst>
                <a:ext uri="{FF2B5EF4-FFF2-40B4-BE49-F238E27FC236}">
                  <a16:creationId xmlns:a16="http://schemas.microsoft.com/office/drawing/2014/main" id="{521E899F-5169-4C6F-80EA-17C1F28D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52" name="Group 199">
              <a:extLst>
                <a:ext uri="{FF2B5EF4-FFF2-40B4-BE49-F238E27FC236}">
                  <a16:creationId xmlns:a16="http://schemas.microsoft.com/office/drawing/2014/main" id="{65B5088D-773E-4420-8332-17D5A8810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3055" name="Rectangle 200">
                <a:extLst>
                  <a:ext uri="{FF2B5EF4-FFF2-40B4-BE49-F238E27FC236}">
                    <a16:creationId xmlns:a16="http://schemas.microsoft.com/office/drawing/2014/main" id="{ECEA464A-2A78-40CA-90E1-589DEDFAA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56" name="Text Box 201">
                <a:extLst>
                  <a:ext uri="{FF2B5EF4-FFF2-40B4-BE49-F238E27FC236}">
                    <a16:creationId xmlns:a16="http://schemas.microsoft.com/office/drawing/2014/main" id="{8A29EA46-CB72-4310-8700-D43F1702E1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3057" name="Text Box 202">
                <a:extLst>
                  <a:ext uri="{FF2B5EF4-FFF2-40B4-BE49-F238E27FC236}">
                    <a16:creationId xmlns:a16="http://schemas.microsoft.com/office/drawing/2014/main" id="{15497EF8-8304-45D2-8053-7CD31746B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3058" name="Text Box 203">
                <a:extLst>
                  <a:ext uri="{FF2B5EF4-FFF2-40B4-BE49-F238E27FC236}">
                    <a16:creationId xmlns:a16="http://schemas.microsoft.com/office/drawing/2014/main" id="{F3A253E1-16BA-4B71-A051-824A15D93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59" name="Text Box 204">
                <a:extLst>
                  <a:ext uri="{FF2B5EF4-FFF2-40B4-BE49-F238E27FC236}">
                    <a16:creationId xmlns:a16="http://schemas.microsoft.com/office/drawing/2014/main" id="{AA78B167-542D-45B3-B261-47B80A2608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60" name="Line 205">
                <a:extLst>
                  <a:ext uri="{FF2B5EF4-FFF2-40B4-BE49-F238E27FC236}">
                    <a16:creationId xmlns:a16="http://schemas.microsoft.com/office/drawing/2014/main" id="{32A1BE88-6E85-4D8F-9ED3-0F87FB33E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1" name="Line 206">
                <a:extLst>
                  <a:ext uri="{FF2B5EF4-FFF2-40B4-BE49-F238E27FC236}">
                    <a16:creationId xmlns:a16="http://schemas.microsoft.com/office/drawing/2014/main" id="{045CD832-05A9-4141-99DD-7F59DF484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2" name="Line 207">
                <a:extLst>
                  <a:ext uri="{FF2B5EF4-FFF2-40B4-BE49-F238E27FC236}">
                    <a16:creationId xmlns:a16="http://schemas.microsoft.com/office/drawing/2014/main" id="{5B1E5D04-48DF-4189-A009-B46BBB020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3" name="Line 208">
                <a:extLst>
                  <a:ext uri="{FF2B5EF4-FFF2-40B4-BE49-F238E27FC236}">
                    <a16:creationId xmlns:a16="http://schemas.microsoft.com/office/drawing/2014/main" id="{500F60D6-9E7B-4AA3-AFC7-99979085E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4" name="Line 209">
                <a:extLst>
                  <a:ext uri="{FF2B5EF4-FFF2-40B4-BE49-F238E27FC236}">
                    <a16:creationId xmlns:a16="http://schemas.microsoft.com/office/drawing/2014/main" id="{570C0F57-6062-4C4E-B05B-4D636F727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5" name="Line 210">
                <a:extLst>
                  <a:ext uri="{FF2B5EF4-FFF2-40B4-BE49-F238E27FC236}">
                    <a16:creationId xmlns:a16="http://schemas.microsoft.com/office/drawing/2014/main" id="{A1C6CC4A-E88E-4328-9F4E-5D6AC41C91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6" name="Line 211">
                <a:extLst>
                  <a:ext uri="{FF2B5EF4-FFF2-40B4-BE49-F238E27FC236}">
                    <a16:creationId xmlns:a16="http://schemas.microsoft.com/office/drawing/2014/main" id="{3554FDB3-EDB2-4D09-AF0D-0ABD34699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7" name="Line 212">
                <a:extLst>
                  <a:ext uri="{FF2B5EF4-FFF2-40B4-BE49-F238E27FC236}">
                    <a16:creationId xmlns:a16="http://schemas.microsoft.com/office/drawing/2014/main" id="{23B6E2FE-128F-4B47-9E39-D1BE08FB1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53" name="Line 213">
              <a:extLst>
                <a:ext uri="{FF2B5EF4-FFF2-40B4-BE49-F238E27FC236}">
                  <a16:creationId xmlns:a16="http://schemas.microsoft.com/office/drawing/2014/main" id="{E0DCDA29-2281-47E6-8BE4-1F37B6E07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54" name="Freeform 221">
              <a:extLst>
                <a:ext uri="{FF2B5EF4-FFF2-40B4-BE49-F238E27FC236}">
                  <a16:creationId xmlns:a16="http://schemas.microsoft.com/office/drawing/2014/main" id="{72153150-8A95-4189-902D-3237F25F1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064"/>
              <a:ext cx="944" cy="1488"/>
            </a:xfrm>
            <a:custGeom>
              <a:avLst/>
              <a:gdLst>
                <a:gd name="T0" fmla="*/ 0 w 944"/>
                <a:gd name="T1" fmla="*/ 0 h 1488"/>
                <a:gd name="T2" fmla="*/ 144 w 944"/>
                <a:gd name="T3" fmla="*/ 528 h 1488"/>
                <a:gd name="T4" fmla="*/ 816 w 944"/>
                <a:gd name="T5" fmla="*/ 1008 h 1488"/>
                <a:gd name="T6" fmla="*/ 912 w 944"/>
                <a:gd name="T7" fmla="*/ 1488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4"/>
                <a:gd name="T13" fmla="*/ 0 h 1488"/>
                <a:gd name="T14" fmla="*/ 944 w 944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4" h="1488">
                  <a:moveTo>
                    <a:pt x="0" y="0"/>
                  </a:moveTo>
                  <a:cubicBezTo>
                    <a:pt x="4" y="180"/>
                    <a:pt x="8" y="360"/>
                    <a:pt x="144" y="528"/>
                  </a:cubicBezTo>
                  <a:cubicBezTo>
                    <a:pt x="280" y="696"/>
                    <a:pt x="688" y="848"/>
                    <a:pt x="816" y="1008"/>
                  </a:cubicBezTo>
                  <a:cubicBezTo>
                    <a:pt x="944" y="1168"/>
                    <a:pt x="928" y="1328"/>
                    <a:pt x="912" y="148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14" name="Group 246">
            <a:extLst>
              <a:ext uri="{FF2B5EF4-FFF2-40B4-BE49-F238E27FC236}">
                <a16:creationId xmlns:a16="http://schemas.microsoft.com/office/drawing/2014/main" id="{A79137B2-25A9-49BD-8A9B-E086BF8E27FB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438400"/>
            <a:ext cx="2130425" cy="762000"/>
            <a:chOff x="2885" y="1536"/>
            <a:chExt cx="835" cy="480"/>
          </a:xfrm>
        </p:grpSpPr>
        <p:sp>
          <p:nvSpPr>
            <p:cNvPr id="43017" name="Line 244">
              <a:extLst>
                <a:ext uri="{FF2B5EF4-FFF2-40B4-BE49-F238E27FC236}">
                  <a16:creationId xmlns:a16="http://schemas.microsoft.com/office/drawing/2014/main" id="{C2311865-6443-4D13-B443-043D81BAE3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24" y="1728"/>
              <a:ext cx="336" cy="288"/>
            </a:xfrm>
            <a:prstGeom prst="line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18" name="Text Box 245">
              <a:extLst>
                <a:ext uri="{FF2B5EF4-FFF2-40B4-BE49-F238E27FC236}">
                  <a16:creationId xmlns:a16="http://schemas.microsoft.com/office/drawing/2014/main" id="{E11357D3-89F2-416C-9AEA-127EA50E02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5" y="1536"/>
              <a:ext cx="835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folHlink"/>
                  </a:solidFill>
                </a:rPr>
                <a:t>subdimensionare</a:t>
              </a:r>
            </a:p>
          </p:txBody>
        </p:sp>
      </p:grpSp>
      <p:sp>
        <p:nvSpPr>
          <p:cNvPr id="216" name="Rectangle 2">
            <a:extLst>
              <a:ext uri="{FF2B5EF4-FFF2-40B4-BE49-F238E27FC236}">
                <a16:creationId xmlns:a16="http://schemas.microsoft.com/office/drawing/2014/main" id="{2B55BFA1-99D7-4114-BA29-A0740FD99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22">
            <a:extLst>
              <a:ext uri="{FF2B5EF4-FFF2-40B4-BE49-F238E27FC236}">
                <a16:creationId xmlns:a16="http://schemas.microsoft.com/office/drawing/2014/main" id="{342CD932-0E7C-4514-906D-C9DFEA7B154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3030" name="Group 5">
              <a:extLst>
                <a:ext uri="{FF2B5EF4-FFF2-40B4-BE49-F238E27FC236}">
                  <a16:creationId xmlns:a16="http://schemas.microsoft.com/office/drawing/2014/main" id="{49E7CA7B-2250-4F33-A398-BF9E326FD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3211" name="Rectangle 6">
                <a:extLst>
                  <a:ext uri="{FF2B5EF4-FFF2-40B4-BE49-F238E27FC236}">
                    <a16:creationId xmlns:a16="http://schemas.microsoft.com/office/drawing/2014/main" id="{B0CB77BA-4816-4724-B5E1-D9E13486D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2" name="Text Box 7">
                <a:extLst>
                  <a:ext uri="{FF2B5EF4-FFF2-40B4-BE49-F238E27FC236}">
                    <a16:creationId xmlns:a16="http://schemas.microsoft.com/office/drawing/2014/main" id="{2CABB81F-4DBC-4CE8-9C6C-D034FB209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3213" name="Text Box 8">
                <a:extLst>
                  <a:ext uri="{FF2B5EF4-FFF2-40B4-BE49-F238E27FC236}">
                    <a16:creationId xmlns:a16="http://schemas.microsoft.com/office/drawing/2014/main" id="{A78FA0D2-1387-40A0-8EF1-340B9869C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3214" name="Text Box 9">
                <a:extLst>
                  <a:ext uri="{FF2B5EF4-FFF2-40B4-BE49-F238E27FC236}">
                    <a16:creationId xmlns:a16="http://schemas.microsoft.com/office/drawing/2014/main" id="{4DB86CCB-0C5E-4C64-8641-C1DCA9C29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5" name="Text Box 10">
                <a:extLst>
                  <a:ext uri="{FF2B5EF4-FFF2-40B4-BE49-F238E27FC236}">
                    <a16:creationId xmlns:a16="http://schemas.microsoft.com/office/drawing/2014/main" id="{98A62C47-77BE-4FCD-AA56-639326415A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6" name="Line 11">
                <a:extLst>
                  <a:ext uri="{FF2B5EF4-FFF2-40B4-BE49-F238E27FC236}">
                    <a16:creationId xmlns:a16="http://schemas.microsoft.com/office/drawing/2014/main" id="{6C806FA0-AD4C-4A3B-8959-5A187F86C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7" name="Line 12">
                <a:extLst>
                  <a:ext uri="{FF2B5EF4-FFF2-40B4-BE49-F238E27FC236}">
                    <a16:creationId xmlns:a16="http://schemas.microsoft.com/office/drawing/2014/main" id="{3FBA5DFB-A232-443F-A461-21992953B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8" name="Line 13">
                <a:extLst>
                  <a:ext uri="{FF2B5EF4-FFF2-40B4-BE49-F238E27FC236}">
                    <a16:creationId xmlns:a16="http://schemas.microsoft.com/office/drawing/2014/main" id="{5A7DF008-CF93-45E3-924F-3A1B1B146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9" name="Line 14">
                <a:extLst>
                  <a:ext uri="{FF2B5EF4-FFF2-40B4-BE49-F238E27FC236}">
                    <a16:creationId xmlns:a16="http://schemas.microsoft.com/office/drawing/2014/main" id="{EFB6289E-F610-4062-A346-131E6475C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0" name="Line 15">
                <a:extLst>
                  <a:ext uri="{FF2B5EF4-FFF2-40B4-BE49-F238E27FC236}">
                    <a16:creationId xmlns:a16="http://schemas.microsoft.com/office/drawing/2014/main" id="{DE5282A0-2CAA-4B40-8966-31EFF2E30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1" name="Line 16">
                <a:extLst>
                  <a:ext uri="{FF2B5EF4-FFF2-40B4-BE49-F238E27FC236}">
                    <a16:creationId xmlns:a16="http://schemas.microsoft.com/office/drawing/2014/main" id="{C347CB76-6FDF-4874-91AC-83544EEA3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2" name="Line 17">
                <a:extLst>
                  <a:ext uri="{FF2B5EF4-FFF2-40B4-BE49-F238E27FC236}">
                    <a16:creationId xmlns:a16="http://schemas.microsoft.com/office/drawing/2014/main" id="{BDFBCE87-76C4-4BC3-ADC0-3D8E5F25D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3" name="Line 18">
                <a:extLst>
                  <a:ext uri="{FF2B5EF4-FFF2-40B4-BE49-F238E27FC236}">
                    <a16:creationId xmlns:a16="http://schemas.microsoft.com/office/drawing/2014/main" id="{5C7EEED6-C276-4A5D-9CD4-19C5475D8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1" name="Group 19">
              <a:extLst>
                <a:ext uri="{FF2B5EF4-FFF2-40B4-BE49-F238E27FC236}">
                  <a16:creationId xmlns:a16="http://schemas.microsoft.com/office/drawing/2014/main" id="{D1CF922A-1D5D-40E4-9B25-E055D546D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3198" name="Rectangle 20">
                <a:extLst>
                  <a:ext uri="{FF2B5EF4-FFF2-40B4-BE49-F238E27FC236}">
                    <a16:creationId xmlns:a16="http://schemas.microsoft.com/office/drawing/2014/main" id="{7467A065-467F-49AC-AEF7-FA8553A11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99" name="Text Box 21">
                <a:extLst>
                  <a:ext uri="{FF2B5EF4-FFF2-40B4-BE49-F238E27FC236}">
                    <a16:creationId xmlns:a16="http://schemas.microsoft.com/office/drawing/2014/main" id="{36CBDFE6-E9A4-4BEB-8A14-38A16E15E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3200" name="Text Box 22">
                <a:extLst>
                  <a:ext uri="{FF2B5EF4-FFF2-40B4-BE49-F238E27FC236}">
                    <a16:creationId xmlns:a16="http://schemas.microsoft.com/office/drawing/2014/main" id="{E8E80D40-57C3-4288-9D86-9E1FAFDF6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3201" name="Text Box 23">
                <a:extLst>
                  <a:ext uri="{FF2B5EF4-FFF2-40B4-BE49-F238E27FC236}">
                    <a16:creationId xmlns:a16="http://schemas.microsoft.com/office/drawing/2014/main" id="{4F48B6B2-92A5-4EE7-8D4C-9649546D6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3202" name="Text Box 24">
                <a:extLst>
                  <a:ext uri="{FF2B5EF4-FFF2-40B4-BE49-F238E27FC236}">
                    <a16:creationId xmlns:a16="http://schemas.microsoft.com/office/drawing/2014/main" id="{A56429E5-4D6D-4414-B319-D4A3FAA4F0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03" name="Line 25">
                <a:extLst>
                  <a:ext uri="{FF2B5EF4-FFF2-40B4-BE49-F238E27FC236}">
                    <a16:creationId xmlns:a16="http://schemas.microsoft.com/office/drawing/2014/main" id="{34B066FC-0405-4519-8008-9176C6505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4" name="Line 26">
                <a:extLst>
                  <a:ext uri="{FF2B5EF4-FFF2-40B4-BE49-F238E27FC236}">
                    <a16:creationId xmlns:a16="http://schemas.microsoft.com/office/drawing/2014/main" id="{F79C0054-B3C8-487A-B8D1-D469BE52A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5" name="Line 27">
                <a:extLst>
                  <a:ext uri="{FF2B5EF4-FFF2-40B4-BE49-F238E27FC236}">
                    <a16:creationId xmlns:a16="http://schemas.microsoft.com/office/drawing/2014/main" id="{9C284422-0D35-4216-82DA-8F094DDD5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6" name="Line 28">
                <a:extLst>
                  <a:ext uri="{FF2B5EF4-FFF2-40B4-BE49-F238E27FC236}">
                    <a16:creationId xmlns:a16="http://schemas.microsoft.com/office/drawing/2014/main" id="{978C062D-BA5C-45BD-AC66-C46333F89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7" name="Line 29">
                <a:extLst>
                  <a:ext uri="{FF2B5EF4-FFF2-40B4-BE49-F238E27FC236}">
                    <a16:creationId xmlns:a16="http://schemas.microsoft.com/office/drawing/2014/main" id="{AF12823E-97D9-4618-B152-2F4D94921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8" name="Line 30">
                <a:extLst>
                  <a:ext uri="{FF2B5EF4-FFF2-40B4-BE49-F238E27FC236}">
                    <a16:creationId xmlns:a16="http://schemas.microsoft.com/office/drawing/2014/main" id="{C830F684-853F-4AF9-BA72-D2A64CA7E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9" name="Line 31">
                <a:extLst>
                  <a:ext uri="{FF2B5EF4-FFF2-40B4-BE49-F238E27FC236}">
                    <a16:creationId xmlns:a16="http://schemas.microsoft.com/office/drawing/2014/main" id="{401F8247-4EC7-4010-AB8F-93CD77EB0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0" name="Line 32">
                <a:extLst>
                  <a:ext uri="{FF2B5EF4-FFF2-40B4-BE49-F238E27FC236}">
                    <a16:creationId xmlns:a16="http://schemas.microsoft.com/office/drawing/2014/main" id="{D2E1823B-46D3-43A1-9434-0429E6B8C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2" name="Group 33">
              <a:extLst>
                <a:ext uri="{FF2B5EF4-FFF2-40B4-BE49-F238E27FC236}">
                  <a16:creationId xmlns:a16="http://schemas.microsoft.com/office/drawing/2014/main" id="{CC75CA2F-1DD4-43A0-8EFD-22114F94B5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3185" name="Rectangle 34">
                <a:extLst>
                  <a:ext uri="{FF2B5EF4-FFF2-40B4-BE49-F238E27FC236}">
                    <a16:creationId xmlns:a16="http://schemas.microsoft.com/office/drawing/2014/main" id="{400C7D54-7346-4D5A-B0EF-FE3559381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6" name="Text Box 35">
                <a:extLst>
                  <a:ext uri="{FF2B5EF4-FFF2-40B4-BE49-F238E27FC236}">
                    <a16:creationId xmlns:a16="http://schemas.microsoft.com/office/drawing/2014/main" id="{3F2E3D0B-EEEF-49E9-B1BD-275D5CF86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7" name="Text Box 36">
                <a:extLst>
                  <a:ext uri="{FF2B5EF4-FFF2-40B4-BE49-F238E27FC236}">
                    <a16:creationId xmlns:a16="http://schemas.microsoft.com/office/drawing/2014/main" id="{CEEA38E9-0B70-4B2D-9BBE-33A2E9049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3188" name="Text Box 37">
                <a:extLst>
                  <a:ext uri="{FF2B5EF4-FFF2-40B4-BE49-F238E27FC236}">
                    <a16:creationId xmlns:a16="http://schemas.microsoft.com/office/drawing/2014/main" id="{56CF62C8-D9EE-474B-9435-E23BE1BEE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9" name="Text Box 38">
                <a:extLst>
                  <a:ext uri="{FF2B5EF4-FFF2-40B4-BE49-F238E27FC236}">
                    <a16:creationId xmlns:a16="http://schemas.microsoft.com/office/drawing/2014/main" id="{0B00EF79-7A5D-46D7-817A-9035595CB6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90" name="Line 39">
                <a:extLst>
                  <a:ext uri="{FF2B5EF4-FFF2-40B4-BE49-F238E27FC236}">
                    <a16:creationId xmlns:a16="http://schemas.microsoft.com/office/drawing/2014/main" id="{198895BE-1CA0-4F86-9B3B-3A537C620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1" name="Line 40">
                <a:extLst>
                  <a:ext uri="{FF2B5EF4-FFF2-40B4-BE49-F238E27FC236}">
                    <a16:creationId xmlns:a16="http://schemas.microsoft.com/office/drawing/2014/main" id="{E0BD7739-82E1-414A-964C-3C6947C89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2" name="Line 41">
                <a:extLst>
                  <a:ext uri="{FF2B5EF4-FFF2-40B4-BE49-F238E27FC236}">
                    <a16:creationId xmlns:a16="http://schemas.microsoft.com/office/drawing/2014/main" id="{5F71B165-826B-4E64-ABA3-6D0D0EC42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3" name="Line 42">
                <a:extLst>
                  <a:ext uri="{FF2B5EF4-FFF2-40B4-BE49-F238E27FC236}">
                    <a16:creationId xmlns:a16="http://schemas.microsoft.com/office/drawing/2014/main" id="{FA6F1595-68B1-4EA1-A324-9A0DF6301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4" name="Line 43">
                <a:extLst>
                  <a:ext uri="{FF2B5EF4-FFF2-40B4-BE49-F238E27FC236}">
                    <a16:creationId xmlns:a16="http://schemas.microsoft.com/office/drawing/2014/main" id="{21B01AEB-D5F6-4DED-998D-BA646305E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5" name="Line 44">
                <a:extLst>
                  <a:ext uri="{FF2B5EF4-FFF2-40B4-BE49-F238E27FC236}">
                    <a16:creationId xmlns:a16="http://schemas.microsoft.com/office/drawing/2014/main" id="{8FEEE365-88F7-4819-BDAD-6AEF2ABB0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6" name="Line 45">
                <a:extLst>
                  <a:ext uri="{FF2B5EF4-FFF2-40B4-BE49-F238E27FC236}">
                    <a16:creationId xmlns:a16="http://schemas.microsoft.com/office/drawing/2014/main" id="{0B3506A5-B1F2-4889-8C57-B5B691C25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7" name="Line 46">
                <a:extLst>
                  <a:ext uri="{FF2B5EF4-FFF2-40B4-BE49-F238E27FC236}">
                    <a16:creationId xmlns:a16="http://schemas.microsoft.com/office/drawing/2014/main" id="{3E0F07B7-1772-4BBB-9E1F-9691D0E9D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3" name="Group 47">
              <a:extLst>
                <a:ext uri="{FF2B5EF4-FFF2-40B4-BE49-F238E27FC236}">
                  <a16:creationId xmlns:a16="http://schemas.microsoft.com/office/drawing/2014/main" id="{63BDF516-AD3D-416E-B6B9-E8606D00B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3172" name="Rectangle 48">
                <a:extLst>
                  <a:ext uri="{FF2B5EF4-FFF2-40B4-BE49-F238E27FC236}">
                    <a16:creationId xmlns:a16="http://schemas.microsoft.com/office/drawing/2014/main" id="{95A72B6E-04F5-4E70-A36E-11F47B3E0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3" name="Text Box 49">
                <a:extLst>
                  <a:ext uri="{FF2B5EF4-FFF2-40B4-BE49-F238E27FC236}">
                    <a16:creationId xmlns:a16="http://schemas.microsoft.com/office/drawing/2014/main" id="{45779331-A0B1-4022-9B5E-BF43716C6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3174" name="Text Box 50">
                <a:extLst>
                  <a:ext uri="{FF2B5EF4-FFF2-40B4-BE49-F238E27FC236}">
                    <a16:creationId xmlns:a16="http://schemas.microsoft.com/office/drawing/2014/main" id="{9A4A3521-A4FA-4E81-A187-E41FF2F0F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3175" name="Text Box 51">
                <a:extLst>
                  <a:ext uri="{FF2B5EF4-FFF2-40B4-BE49-F238E27FC236}">
                    <a16:creationId xmlns:a16="http://schemas.microsoft.com/office/drawing/2014/main" id="{07B2EFE9-2059-4CCF-8109-B3A04BE5F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6" name="Text Box 52">
                <a:extLst>
                  <a:ext uri="{FF2B5EF4-FFF2-40B4-BE49-F238E27FC236}">
                    <a16:creationId xmlns:a16="http://schemas.microsoft.com/office/drawing/2014/main" id="{CB148BC1-E7B7-45DA-9608-FC750816C8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7" name="Line 53">
                <a:extLst>
                  <a:ext uri="{FF2B5EF4-FFF2-40B4-BE49-F238E27FC236}">
                    <a16:creationId xmlns:a16="http://schemas.microsoft.com/office/drawing/2014/main" id="{7775C483-C872-42E7-81E9-9CC3D2278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8" name="Line 54">
                <a:extLst>
                  <a:ext uri="{FF2B5EF4-FFF2-40B4-BE49-F238E27FC236}">
                    <a16:creationId xmlns:a16="http://schemas.microsoft.com/office/drawing/2014/main" id="{A9FD7713-82B0-4E81-9F1C-62F3310E8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9" name="Line 55">
                <a:extLst>
                  <a:ext uri="{FF2B5EF4-FFF2-40B4-BE49-F238E27FC236}">
                    <a16:creationId xmlns:a16="http://schemas.microsoft.com/office/drawing/2014/main" id="{09AD2E89-9139-479C-8D46-712E1164D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0" name="Line 56">
                <a:extLst>
                  <a:ext uri="{FF2B5EF4-FFF2-40B4-BE49-F238E27FC236}">
                    <a16:creationId xmlns:a16="http://schemas.microsoft.com/office/drawing/2014/main" id="{5990975F-2FDA-4336-B86D-DFF2B89E5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1" name="Line 57">
                <a:extLst>
                  <a:ext uri="{FF2B5EF4-FFF2-40B4-BE49-F238E27FC236}">
                    <a16:creationId xmlns:a16="http://schemas.microsoft.com/office/drawing/2014/main" id="{F81835A3-A594-4E83-B6DF-EC3EB94F8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2" name="Line 58">
                <a:extLst>
                  <a:ext uri="{FF2B5EF4-FFF2-40B4-BE49-F238E27FC236}">
                    <a16:creationId xmlns:a16="http://schemas.microsoft.com/office/drawing/2014/main" id="{23FE37A9-2F15-493C-924D-47C0318BE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3" name="Line 59">
                <a:extLst>
                  <a:ext uri="{FF2B5EF4-FFF2-40B4-BE49-F238E27FC236}">
                    <a16:creationId xmlns:a16="http://schemas.microsoft.com/office/drawing/2014/main" id="{AB982659-0BCB-4F72-BF00-C71DE003A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4" name="Line 60">
                <a:extLst>
                  <a:ext uri="{FF2B5EF4-FFF2-40B4-BE49-F238E27FC236}">
                    <a16:creationId xmlns:a16="http://schemas.microsoft.com/office/drawing/2014/main" id="{96E107F5-C747-4982-BF32-60C661F9D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4" name="Group 61">
              <a:extLst>
                <a:ext uri="{FF2B5EF4-FFF2-40B4-BE49-F238E27FC236}">
                  <a16:creationId xmlns:a16="http://schemas.microsoft.com/office/drawing/2014/main" id="{48BD0792-AD20-4C0C-95A2-BD7ABF208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3159" name="Rectangle 62">
                <a:extLst>
                  <a:ext uri="{FF2B5EF4-FFF2-40B4-BE49-F238E27FC236}">
                    <a16:creationId xmlns:a16="http://schemas.microsoft.com/office/drawing/2014/main" id="{795E9937-2F11-48AA-84A6-6F327557D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0" name="Text Box 63">
                <a:extLst>
                  <a:ext uri="{FF2B5EF4-FFF2-40B4-BE49-F238E27FC236}">
                    <a16:creationId xmlns:a16="http://schemas.microsoft.com/office/drawing/2014/main" id="{05AD70C1-B808-4F6F-92B4-CE025A304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3161" name="Text Box 64">
                <a:extLst>
                  <a:ext uri="{FF2B5EF4-FFF2-40B4-BE49-F238E27FC236}">
                    <a16:creationId xmlns:a16="http://schemas.microsoft.com/office/drawing/2014/main" id="{AEAA1E7E-D232-40D6-9D0A-213F0A3E5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3162" name="Text Box 65">
                <a:extLst>
                  <a:ext uri="{FF2B5EF4-FFF2-40B4-BE49-F238E27FC236}">
                    <a16:creationId xmlns:a16="http://schemas.microsoft.com/office/drawing/2014/main" id="{91457918-4D04-4B33-B979-AED8EF7F9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3" name="Text Box 66">
                <a:extLst>
                  <a:ext uri="{FF2B5EF4-FFF2-40B4-BE49-F238E27FC236}">
                    <a16:creationId xmlns:a16="http://schemas.microsoft.com/office/drawing/2014/main" id="{2F683BF4-7B09-46D2-A45B-DC6D2AAC3E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4" name="Line 67">
                <a:extLst>
                  <a:ext uri="{FF2B5EF4-FFF2-40B4-BE49-F238E27FC236}">
                    <a16:creationId xmlns:a16="http://schemas.microsoft.com/office/drawing/2014/main" id="{58643F2E-1A2A-4949-92AF-5BAFABE21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5" name="Line 68">
                <a:extLst>
                  <a:ext uri="{FF2B5EF4-FFF2-40B4-BE49-F238E27FC236}">
                    <a16:creationId xmlns:a16="http://schemas.microsoft.com/office/drawing/2014/main" id="{8F0A0DAB-F898-4DE9-89AD-F93D2D6B6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6" name="Line 69">
                <a:extLst>
                  <a:ext uri="{FF2B5EF4-FFF2-40B4-BE49-F238E27FC236}">
                    <a16:creationId xmlns:a16="http://schemas.microsoft.com/office/drawing/2014/main" id="{A834B172-6B5B-4690-A05A-B4DF0A22D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7" name="Line 70">
                <a:extLst>
                  <a:ext uri="{FF2B5EF4-FFF2-40B4-BE49-F238E27FC236}">
                    <a16:creationId xmlns:a16="http://schemas.microsoft.com/office/drawing/2014/main" id="{23C9F08D-5B75-4FC1-8208-12775EFA9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8" name="Line 71">
                <a:extLst>
                  <a:ext uri="{FF2B5EF4-FFF2-40B4-BE49-F238E27FC236}">
                    <a16:creationId xmlns:a16="http://schemas.microsoft.com/office/drawing/2014/main" id="{AC80E82D-BEC6-4787-964F-43B437CBB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9" name="Line 72">
                <a:extLst>
                  <a:ext uri="{FF2B5EF4-FFF2-40B4-BE49-F238E27FC236}">
                    <a16:creationId xmlns:a16="http://schemas.microsoft.com/office/drawing/2014/main" id="{0B82E3F6-6934-4D02-A317-533298C16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0" name="Line 73">
                <a:extLst>
                  <a:ext uri="{FF2B5EF4-FFF2-40B4-BE49-F238E27FC236}">
                    <a16:creationId xmlns:a16="http://schemas.microsoft.com/office/drawing/2014/main" id="{ED6058E0-B568-4956-A80C-806AE9761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1" name="Line 74">
                <a:extLst>
                  <a:ext uri="{FF2B5EF4-FFF2-40B4-BE49-F238E27FC236}">
                    <a16:creationId xmlns:a16="http://schemas.microsoft.com/office/drawing/2014/main" id="{94CE2D5C-6FA4-40B2-9E4B-4B16A032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5" name="Group 75">
              <a:extLst>
                <a:ext uri="{FF2B5EF4-FFF2-40B4-BE49-F238E27FC236}">
                  <a16:creationId xmlns:a16="http://schemas.microsoft.com/office/drawing/2014/main" id="{38854713-662D-4708-97C3-CE1689816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3146" name="Rectangle 76">
                <a:extLst>
                  <a:ext uri="{FF2B5EF4-FFF2-40B4-BE49-F238E27FC236}">
                    <a16:creationId xmlns:a16="http://schemas.microsoft.com/office/drawing/2014/main" id="{907BA0E4-F7AC-405B-B23C-E68D5DDF9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47" name="Text Box 77">
                <a:extLst>
                  <a:ext uri="{FF2B5EF4-FFF2-40B4-BE49-F238E27FC236}">
                    <a16:creationId xmlns:a16="http://schemas.microsoft.com/office/drawing/2014/main" id="{53FB756A-B53C-4C0C-8D36-BD1E9A700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3148" name="Text Box 78">
                <a:extLst>
                  <a:ext uri="{FF2B5EF4-FFF2-40B4-BE49-F238E27FC236}">
                    <a16:creationId xmlns:a16="http://schemas.microsoft.com/office/drawing/2014/main" id="{F158A483-ED9F-4FC4-93CF-1F77D047C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3149" name="Text Box 79">
                <a:extLst>
                  <a:ext uri="{FF2B5EF4-FFF2-40B4-BE49-F238E27FC236}">
                    <a16:creationId xmlns:a16="http://schemas.microsoft.com/office/drawing/2014/main" id="{255C6107-348A-4678-9C4D-C0D68C63F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50" name="Text Box 80">
                <a:extLst>
                  <a:ext uri="{FF2B5EF4-FFF2-40B4-BE49-F238E27FC236}">
                    <a16:creationId xmlns:a16="http://schemas.microsoft.com/office/drawing/2014/main" id="{19790BE4-4061-4C98-BED1-39A37A76E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51" name="Line 81">
                <a:extLst>
                  <a:ext uri="{FF2B5EF4-FFF2-40B4-BE49-F238E27FC236}">
                    <a16:creationId xmlns:a16="http://schemas.microsoft.com/office/drawing/2014/main" id="{0C2BC289-466B-460F-958C-396D5680D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2" name="Line 82">
                <a:extLst>
                  <a:ext uri="{FF2B5EF4-FFF2-40B4-BE49-F238E27FC236}">
                    <a16:creationId xmlns:a16="http://schemas.microsoft.com/office/drawing/2014/main" id="{CDC7E235-A01B-400E-9000-B972E1290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3" name="Line 83">
                <a:extLst>
                  <a:ext uri="{FF2B5EF4-FFF2-40B4-BE49-F238E27FC236}">
                    <a16:creationId xmlns:a16="http://schemas.microsoft.com/office/drawing/2014/main" id="{193F4D91-82D2-472E-A299-1DB58E95C1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4" name="Line 84">
                <a:extLst>
                  <a:ext uri="{FF2B5EF4-FFF2-40B4-BE49-F238E27FC236}">
                    <a16:creationId xmlns:a16="http://schemas.microsoft.com/office/drawing/2014/main" id="{B535DBEF-B7D5-4BC4-8A17-518E2B041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5" name="Line 85">
                <a:extLst>
                  <a:ext uri="{FF2B5EF4-FFF2-40B4-BE49-F238E27FC236}">
                    <a16:creationId xmlns:a16="http://schemas.microsoft.com/office/drawing/2014/main" id="{7D467697-FADC-4A14-923B-6CE0C44A0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6" name="Line 86">
                <a:extLst>
                  <a:ext uri="{FF2B5EF4-FFF2-40B4-BE49-F238E27FC236}">
                    <a16:creationId xmlns:a16="http://schemas.microsoft.com/office/drawing/2014/main" id="{3F38A00D-BF21-42E5-967A-401862317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7" name="Line 87">
                <a:extLst>
                  <a:ext uri="{FF2B5EF4-FFF2-40B4-BE49-F238E27FC236}">
                    <a16:creationId xmlns:a16="http://schemas.microsoft.com/office/drawing/2014/main" id="{CDCF42A6-4A70-4A4F-B3F6-43F6DA53D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8" name="Line 88">
                <a:extLst>
                  <a:ext uri="{FF2B5EF4-FFF2-40B4-BE49-F238E27FC236}">
                    <a16:creationId xmlns:a16="http://schemas.microsoft.com/office/drawing/2014/main" id="{91A7F579-3C74-46ED-BA38-BAC58B4B5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6" name="Group 89">
              <a:extLst>
                <a:ext uri="{FF2B5EF4-FFF2-40B4-BE49-F238E27FC236}">
                  <a16:creationId xmlns:a16="http://schemas.microsoft.com/office/drawing/2014/main" id="{19F09D5A-2A00-4FF4-B550-80529237E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3133" name="Rectangle 90">
                <a:extLst>
                  <a:ext uri="{FF2B5EF4-FFF2-40B4-BE49-F238E27FC236}">
                    <a16:creationId xmlns:a16="http://schemas.microsoft.com/office/drawing/2014/main" id="{58206469-39F0-47DA-A905-9E2D736A1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34" name="Text Box 91">
                <a:extLst>
                  <a:ext uri="{FF2B5EF4-FFF2-40B4-BE49-F238E27FC236}">
                    <a16:creationId xmlns:a16="http://schemas.microsoft.com/office/drawing/2014/main" id="{4E1408A4-4E82-4F4C-85C4-7F9F09242D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3135" name="Text Box 92">
                <a:extLst>
                  <a:ext uri="{FF2B5EF4-FFF2-40B4-BE49-F238E27FC236}">
                    <a16:creationId xmlns:a16="http://schemas.microsoft.com/office/drawing/2014/main" id="{8826A40A-D050-4A9B-B614-F5081EB7B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3136" name="Text Box 93">
                <a:extLst>
                  <a:ext uri="{FF2B5EF4-FFF2-40B4-BE49-F238E27FC236}">
                    <a16:creationId xmlns:a16="http://schemas.microsoft.com/office/drawing/2014/main" id="{1186BD52-74CB-48B4-9EBE-CF6D4BAD10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3137" name="Text Box 94">
                <a:extLst>
                  <a:ext uri="{FF2B5EF4-FFF2-40B4-BE49-F238E27FC236}">
                    <a16:creationId xmlns:a16="http://schemas.microsoft.com/office/drawing/2014/main" id="{B0AEA36C-DAE6-4973-9774-875EB90E5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3138" name="Line 95">
                <a:extLst>
                  <a:ext uri="{FF2B5EF4-FFF2-40B4-BE49-F238E27FC236}">
                    <a16:creationId xmlns:a16="http://schemas.microsoft.com/office/drawing/2014/main" id="{6999A793-29D2-4ECA-A17D-82B1B00AA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9" name="Line 96">
                <a:extLst>
                  <a:ext uri="{FF2B5EF4-FFF2-40B4-BE49-F238E27FC236}">
                    <a16:creationId xmlns:a16="http://schemas.microsoft.com/office/drawing/2014/main" id="{68A4AE25-204A-4DAC-8E2E-0EFC90AFC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0" name="Line 97">
                <a:extLst>
                  <a:ext uri="{FF2B5EF4-FFF2-40B4-BE49-F238E27FC236}">
                    <a16:creationId xmlns:a16="http://schemas.microsoft.com/office/drawing/2014/main" id="{C60D6A52-C8E4-48DA-956C-89AE5F1D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1" name="Line 98">
                <a:extLst>
                  <a:ext uri="{FF2B5EF4-FFF2-40B4-BE49-F238E27FC236}">
                    <a16:creationId xmlns:a16="http://schemas.microsoft.com/office/drawing/2014/main" id="{84A96B64-6CC6-4393-9097-B5AC85DB6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2" name="Line 99">
                <a:extLst>
                  <a:ext uri="{FF2B5EF4-FFF2-40B4-BE49-F238E27FC236}">
                    <a16:creationId xmlns:a16="http://schemas.microsoft.com/office/drawing/2014/main" id="{F965D0AA-4874-42D8-90CB-34CC25A38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3" name="Line 100">
                <a:extLst>
                  <a:ext uri="{FF2B5EF4-FFF2-40B4-BE49-F238E27FC236}">
                    <a16:creationId xmlns:a16="http://schemas.microsoft.com/office/drawing/2014/main" id="{0BDF3A4D-D65B-4F90-8CF8-EBEF75E5E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4" name="Line 101">
                <a:extLst>
                  <a:ext uri="{FF2B5EF4-FFF2-40B4-BE49-F238E27FC236}">
                    <a16:creationId xmlns:a16="http://schemas.microsoft.com/office/drawing/2014/main" id="{7ADD249D-67E3-4F10-AF16-F5676E620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5" name="Line 102">
                <a:extLst>
                  <a:ext uri="{FF2B5EF4-FFF2-40B4-BE49-F238E27FC236}">
                    <a16:creationId xmlns:a16="http://schemas.microsoft.com/office/drawing/2014/main" id="{007E1399-2B5A-4AA8-9130-D8A3D5AD5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7" name="Group 103">
              <a:extLst>
                <a:ext uri="{FF2B5EF4-FFF2-40B4-BE49-F238E27FC236}">
                  <a16:creationId xmlns:a16="http://schemas.microsoft.com/office/drawing/2014/main" id="{864DADC8-3951-4EFC-A871-B6CFFA414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3120" name="Rectangle 104">
                <a:extLst>
                  <a:ext uri="{FF2B5EF4-FFF2-40B4-BE49-F238E27FC236}">
                    <a16:creationId xmlns:a16="http://schemas.microsoft.com/office/drawing/2014/main" id="{708E2A02-24D9-41F1-B891-5C3C969BA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21" name="Text Box 105">
                <a:extLst>
                  <a:ext uri="{FF2B5EF4-FFF2-40B4-BE49-F238E27FC236}">
                    <a16:creationId xmlns:a16="http://schemas.microsoft.com/office/drawing/2014/main" id="{1EB0BE88-B68F-4E92-9C4C-DA7603198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3122" name="Text Box 106">
                <a:extLst>
                  <a:ext uri="{FF2B5EF4-FFF2-40B4-BE49-F238E27FC236}">
                    <a16:creationId xmlns:a16="http://schemas.microsoft.com/office/drawing/2014/main" id="{6B12F4A9-4185-4B47-9499-0DA731D5BA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3123" name="Text Box 107">
                <a:extLst>
                  <a:ext uri="{FF2B5EF4-FFF2-40B4-BE49-F238E27FC236}">
                    <a16:creationId xmlns:a16="http://schemas.microsoft.com/office/drawing/2014/main" id="{1E4AF996-9AEC-4CF3-94D9-E6922FA3E8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3124" name="Text Box 108">
                <a:extLst>
                  <a:ext uri="{FF2B5EF4-FFF2-40B4-BE49-F238E27FC236}">
                    <a16:creationId xmlns:a16="http://schemas.microsoft.com/office/drawing/2014/main" id="{6D81E146-74B5-44EB-9482-E3C03B2B1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25" name="Line 109">
                <a:extLst>
                  <a:ext uri="{FF2B5EF4-FFF2-40B4-BE49-F238E27FC236}">
                    <a16:creationId xmlns:a16="http://schemas.microsoft.com/office/drawing/2014/main" id="{70EB8044-5DA8-4F3C-AE27-8501A0AC1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6" name="Line 110">
                <a:extLst>
                  <a:ext uri="{FF2B5EF4-FFF2-40B4-BE49-F238E27FC236}">
                    <a16:creationId xmlns:a16="http://schemas.microsoft.com/office/drawing/2014/main" id="{8436F9B4-23C8-4676-ADC4-E6F73E0CF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7" name="Line 111">
                <a:extLst>
                  <a:ext uri="{FF2B5EF4-FFF2-40B4-BE49-F238E27FC236}">
                    <a16:creationId xmlns:a16="http://schemas.microsoft.com/office/drawing/2014/main" id="{4841C385-445B-4499-96AE-10ED1E953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8" name="Line 112">
                <a:extLst>
                  <a:ext uri="{FF2B5EF4-FFF2-40B4-BE49-F238E27FC236}">
                    <a16:creationId xmlns:a16="http://schemas.microsoft.com/office/drawing/2014/main" id="{418CF192-C709-4CA1-807E-797FC3D63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9" name="Line 113">
                <a:extLst>
                  <a:ext uri="{FF2B5EF4-FFF2-40B4-BE49-F238E27FC236}">
                    <a16:creationId xmlns:a16="http://schemas.microsoft.com/office/drawing/2014/main" id="{213089C1-075A-44E7-9D35-8DF544E63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0" name="Line 114">
                <a:extLst>
                  <a:ext uri="{FF2B5EF4-FFF2-40B4-BE49-F238E27FC236}">
                    <a16:creationId xmlns:a16="http://schemas.microsoft.com/office/drawing/2014/main" id="{AC2BC714-D75C-4AAF-82CE-976CC1907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1" name="Line 115">
                <a:extLst>
                  <a:ext uri="{FF2B5EF4-FFF2-40B4-BE49-F238E27FC236}">
                    <a16:creationId xmlns:a16="http://schemas.microsoft.com/office/drawing/2014/main" id="{2AC19CD1-2CC0-4621-BDCB-5ACB042B7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2" name="Line 116">
                <a:extLst>
                  <a:ext uri="{FF2B5EF4-FFF2-40B4-BE49-F238E27FC236}">
                    <a16:creationId xmlns:a16="http://schemas.microsoft.com/office/drawing/2014/main" id="{D18F2318-1281-46BB-8005-550040E5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8" name="Group 117">
              <a:extLst>
                <a:ext uri="{FF2B5EF4-FFF2-40B4-BE49-F238E27FC236}">
                  <a16:creationId xmlns:a16="http://schemas.microsoft.com/office/drawing/2014/main" id="{89A38C91-F91C-41BF-8516-16D183E9A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3107" name="Rectangle 118">
                <a:extLst>
                  <a:ext uri="{FF2B5EF4-FFF2-40B4-BE49-F238E27FC236}">
                    <a16:creationId xmlns:a16="http://schemas.microsoft.com/office/drawing/2014/main" id="{16CC20E2-7F41-4077-9F92-82C6B80C1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08" name="Text Box 119">
                <a:extLst>
                  <a:ext uri="{FF2B5EF4-FFF2-40B4-BE49-F238E27FC236}">
                    <a16:creationId xmlns:a16="http://schemas.microsoft.com/office/drawing/2014/main" id="{5E13237E-B572-4783-B540-556FE9624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3109" name="Text Box 120">
                <a:extLst>
                  <a:ext uri="{FF2B5EF4-FFF2-40B4-BE49-F238E27FC236}">
                    <a16:creationId xmlns:a16="http://schemas.microsoft.com/office/drawing/2014/main" id="{D6405287-2A15-46D7-9246-C9B339DD2D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3110" name="Text Box 121">
                <a:extLst>
                  <a:ext uri="{FF2B5EF4-FFF2-40B4-BE49-F238E27FC236}">
                    <a16:creationId xmlns:a16="http://schemas.microsoft.com/office/drawing/2014/main" id="{942F9473-ACF4-4417-B72F-4764E3F358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3111" name="Text Box 122">
                <a:extLst>
                  <a:ext uri="{FF2B5EF4-FFF2-40B4-BE49-F238E27FC236}">
                    <a16:creationId xmlns:a16="http://schemas.microsoft.com/office/drawing/2014/main" id="{E4486E12-9B99-4FF1-B86B-F9E5784D8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12" name="Line 123">
                <a:extLst>
                  <a:ext uri="{FF2B5EF4-FFF2-40B4-BE49-F238E27FC236}">
                    <a16:creationId xmlns:a16="http://schemas.microsoft.com/office/drawing/2014/main" id="{2CA06EA9-0F0A-4341-ADA6-98EE96260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3" name="Line 124">
                <a:extLst>
                  <a:ext uri="{FF2B5EF4-FFF2-40B4-BE49-F238E27FC236}">
                    <a16:creationId xmlns:a16="http://schemas.microsoft.com/office/drawing/2014/main" id="{572A95A2-BAB5-417D-A5FE-477D44348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4" name="Line 125">
                <a:extLst>
                  <a:ext uri="{FF2B5EF4-FFF2-40B4-BE49-F238E27FC236}">
                    <a16:creationId xmlns:a16="http://schemas.microsoft.com/office/drawing/2014/main" id="{2C90AD31-0452-4118-AC09-F6F3A9160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5" name="Line 126">
                <a:extLst>
                  <a:ext uri="{FF2B5EF4-FFF2-40B4-BE49-F238E27FC236}">
                    <a16:creationId xmlns:a16="http://schemas.microsoft.com/office/drawing/2014/main" id="{A1B46D43-CF97-4FBC-A093-77C774F4F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6" name="Line 127">
                <a:extLst>
                  <a:ext uri="{FF2B5EF4-FFF2-40B4-BE49-F238E27FC236}">
                    <a16:creationId xmlns:a16="http://schemas.microsoft.com/office/drawing/2014/main" id="{2223C117-B0EF-4220-835D-7CBBE14BE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7" name="Line 128">
                <a:extLst>
                  <a:ext uri="{FF2B5EF4-FFF2-40B4-BE49-F238E27FC236}">
                    <a16:creationId xmlns:a16="http://schemas.microsoft.com/office/drawing/2014/main" id="{CF196947-C593-4E2C-A710-331DEA267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8" name="Line 129">
                <a:extLst>
                  <a:ext uri="{FF2B5EF4-FFF2-40B4-BE49-F238E27FC236}">
                    <a16:creationId xmlns:a16="http://schemas.microsoft.com/office/drawing/2014/main" id="{B1CDBC3A-9829-48DE-980A-B4D1B6ED3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9" name="Line 130">
                <a:extLst>
                  <a:ext uri="{FF2B5EF4-FFF2-40B4-BE49-F238E27FC236}">
                    <a16:creationId xmlns:a16="http://schemas.microsoft.com/office/drawing/2014/main" id="{D1EB51FF-E015-413B-B0AC-D3F0CA95E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39" name="Line 131">
              <a:extLst>
                <a:ext uri="{FF2B5EF4-FFF2-40B4-BE49-F238E27FC236}">
                  <a16:creationId xmlns:a16="http://schemas.microsoft.com/office/drawing/2014/main" id="{0D7D6510-D3DF-4F40-80C2-0B99CF63A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0" name="Line 132">
              <a:extLst>
                <a:ext uri="{FF2B5EF4-FFF2-40B4-BE49-F238E27FC236}">
                  <a16:creationId xmlns:a16="http://schemas.microsoft.com/office/drawing/2014/main" id="{9F41F901-6B66-49D1-82DD-7E5DA39F6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1" name="Line 133">
              <a:extLst>
                <a:ext uri="{FF2B5EF4-FFF2-40B4-BE49-F238E27FC236}">
                  <a16:creationId xmlns:a16="http://schemas.microsoft.com/office/drawing/2014/main" id="{8F139959-9A9B-4244-9ED7-3D5054B77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2" name="Line 134">
              <a:extLst>
                <a:ext uri="{FF2B5EF4-FFF2-40B4-BE49-F238E27FC236}">
                  <a16:creationId xmlns:a16="http://schemas.microsoft.com/office/drawing/2014/main" id="{16AE4976-2576-4870-A958-3B7966BAB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3" name="Group 135">
              <a:extLst>
                <a:ext uri="{FF2B5EF4-FFF2-40B4-BE49-F238E27FC236}">
                  <a16:creationId xmlns:a16="http://schemas.microsoft.com/office/drawing/2014/main" id="{55BEA843-C75C-4E6C-BBE3-74D7E89FB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3094" name="Rectangle 136">
                <a:extLst>
                  <a:ext uri="{FF2B5EF4-FFF2-40B4-BE49-F238E27FC236}">
                    <a16:creationId xmlns:a16="http://schemas.microsoft.com/office/drawing/2014/main" id="{F4CA8694-9484-41A5-81DE-CF6805548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5" name="Text Box 137">
                <a:extLst>
                  <a:ext uri="{FF2B5EF4-FFF2-40B4-BE49-F238E27FC236}">
                    <a16:creationId xmlns:a16="http://schemas.microsoft.com/office/drawing/2014/main" id="{B20F8113-4834-4AD7-B25F-7E39444AA0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3096" name="Text Box 138">
                <a:extLst>
                  <a:ext uri="{FF2B5EF4-FFF2-40B4-BE49-F238E27FC236}">
                    <a16:creationId xmlns:a16="http://schemas.microsoft.com/office/drawing/2014/main" id="{38972DE6-191F-4985-A797-B370BACDE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3097" name="Text Box 139">
                <a:extLst>
                  <a:ext uri="{FF2B5EF4-FFF2-40B4-BE49-F238E27FC236}">
                    <a16:creationId xmlns:a16="http://schemas.microsoft.com/office/drawing/2014/main" id="{6A7E8D08-0357-4722-B46E-92B935E76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8" name="Text Box 140">
                <a:extLst>
                  <a:ext uri="{FF2B5EF4-FFF2-40B4-BE49-F238E27FC236}">
                    <a16:creationId xmlns:a16="http://schemas.microsoft.com/office/drawing/2014/main" id="{63FCA79B-40D1-44E6-8B44-1AD47F947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9" name="Line 141">
                <a:extLst>
                  <a:ext uri="{FF2B5EF4-FFF2-40B4-BE49-F238E27FC236}">
                    <a16:creationId xmlns:a16="http://schemas.microsoft.com/office/drawing/2014/main" id="{9E07F7CF-9687-4D7B-8603-07C6DA4AC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0" name="Line 142">
                <a:extLst>
                  <a:ext uri="{FF2B5EF4-FFF2-40B4-BE49-F238E27FC236}">
                    <a16:creationId xmlns:a16="http://schemas.microsoft.com/office/drawing/2014/main" id="{5D09BD3A-8FF6-4A7F-A9D9-1F7A3965F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1" name="Line 143">
                <a:extLst>
                  <a:ext uri="{FF2B5EF4-FFF2-40B4-BE49-F238E27FC236}">
                    <a16:creationId xmlns:a16="http://schemas.microsoft.com/office/drawing/2014/main" id="{8188F628-AD54-452A-BDDC-9D6E2C099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2" name="Line 144">
                <a:extLst>
                  <a:ext uri="{FF2B5EF4-FFF2-40B4-BE49-F238E27FC236}">
                    <a16:creationId xmlns:a16="http://schemas.microsoft.com/office/drawing/2014/main" id="{83EE54B1-A6D0-4B70-A8BA-7063A8DF4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3" name="Line 145">
                <a:extLst>
                  <a:ext uri="{FF2B5EF4-FFF2-40B4-BE49-F238E27FC236}">
                    <a16:creationId xmlns:a16="http://schemas.microsoft.com/office/drawing/2014/main" id="{0BFDA3DE-47D6-443B-AEA4-2BC65A382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4" name="Line 146">
                <a:extLst>
                  <a:ext uri="{FF2B5EF4-FFF2-40B4-BE49-F238E27FC236}">
                    <a16:creationId xmlns:a16="http://schemas.microsoft.com/office/drawing/2014/main" id="{776A7E09-B46A-450A-8383-C0EFF21FC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5" name="Line 147">
                <a:extLst>
                  <a:ext uri="{FF2B5EF4-FFF2-40B4-BE49-F238E27FC236}">
                    <a16:creationId xmlns:a16="http://schemas.microsoft.com/office/drawing/2014/main" id="{CCEE2125-80E0-4E05-A3FC-0824CFDF41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6" name="Line 148">
                <a:extLst>
                  <a:ext uri="{FF2B5EF4-FFF2-40B4-BE49-F238E27FC236}">
                    <a16:creationId xmlns:a16="http://schemas.microsoft.com/office/drawing/2014/main" id="{B6CD2649-CD78-4171-A5FA-A64460844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44" name="Line 149">
              <a:extLst>
                <a:ext uri="{FF2B5EF4-FFF2-40B4-BE49-F238E27FC236}">
                  <a16:creationId xmlns:a16="http://schemas.microsoft.com/office/drawing/2014/main" id="{7EE7A76B-36D0-4A9D-9792-4137D1AD0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5" name="Line 150">
              <a:extLst>
                <a:ext uri="{FF2B5EF4-FFF2-40B4-BE49-F238E27FC236}">
                  <a16:creationId xmlns:a16="http://schemas.microsoft.com/office/drawing/2014/main" id="{122A496F-634D-4B01-AFE0-F0FA38FC4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6" name="Group 152">
              <a:extLst>
                <a:ext uri="{FF2B5EF4-FFF2-40B4-BE49-F238E27FC236}">
                  <a16:creationId xmlns:a16="http://schemas.microsoft.com/office/drawing/2014/main" id="{0235B665-C9C6-49A2-B525-080133D00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3081" name="Rectangle 153">
                <a:extLst>
                  <a:ext uri="{FF2B5EF4-FFF2-40B4-BE49-F238E27FC236}">
                    <a16:creationId xmlns:a16="http://schemas.microsoft.com/office/drawing/2014/main" id="{9B62E169-0C86-44C4-BD3E-DFFAFBE29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82" name="Text Box 154">
                <a:extLst>
                  <a:ext uri="{FF2B5EF4-FFF2-40B4-BE49-F238E27FC236}">
                    <a16:creationId xmlns:a16="http://schemas.microsoft.com/office/drawing/2014/main" id="{55A98FC8-2737-49BD-9C8F-6D01D31048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3083" name="Text Box 155">
                <a:extLst>
                  <a:ext uri="{FF2B5EF4-FFF2-40B4-BE49-F238E27FC236}">
                    <a16:creationId xmlns:a16="http://schemas.microsoft.com/office/drawing/2014/main" id="{E43CB1D7-9AF1-4818-9BFD-0A8C71DE3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3084" name="Text Box 156">
                <a:extLst>
                  <a:ext uri="{FF2B5EF4-FFF2-40B4-BE49-F238E27FC236}">
                    <a16:creationId xmlns:a16="http://schemas.microsoft.com/office/drawing/2014/main" id="{A8BE8539-C2FC-47C7-AB68-CE85F3A75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3085" name="Text Box 157">
                <a:extLst>
                  <a:ext uri="{FF2B5EF4-FFF2-40B4-BE49-F238E27FC236}">
                    <a16:creationId xmlns:a16="http://schemas.microsoft.com/office/drawing/2014/main" id="{7B4D40DB-BB00-4C49-9A10-08B68A86B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3086" name="Line 158">
                <a:extLst>
                  <a:ext uri="{FF2B5EF4-FFF2-40B4-BE49-F238E27FC236}">
                    <a16:creationId xmlns:a16="http://schemas.microsoft.com/office/drawing/2014/main" id="{C9439094-52D3-4FF1-B712-E3F153625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7" name="Line 159">
                <a:extLst>
                  <a:ext uri="{FF2B5EF4-FFF2-40B4-BE49-F238E27FC236}">
                    <a16:creationId xmlns:a16="http://schemas.microsoft.com/office/drawing/2014/main" id="{20FA5FB4-288D-41B6-8597-3D9061EF8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8" name="Line 160">
                <a:extLst>
                  <a:ext uri="{FF2B5EF4-FFF2-40B4-BE49-F238E27FC236}">
                    <a16:creationId xmlns:a16="http://schemas.microsoft.com/office/drawing/2014/main" id="{5A1D8B05-8008-41F2-9E18-ABDE78DA9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9" name="Line 161">
                <a:extLst>
                  <a:ext uri="{FF2B5EF4-FFF2-40B4-BE49-F238E27FC236}">
                    <a16:creationId xmlns:a16="http://schemas.microsoft.com/office/drawing/2014/main" id="{F4D4F0E0-BADD-4FDE-ABCE-97B744623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0" name="Line 162">
                <a:extLst>
                  <a:ext uri="{FF2B5EF4-FFF2-40B4-BE49-F238E27FC236}">
                    <a16:creationId xmlns:a16="http://schemas.microsoft.com/office/drawing/2014/main" id="{581A6CE4-5856-4C50-A95B-6A94E88E9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1" name="Line 163">
                <a:extLst>
                  <a:ext uri="{FF2B5EF4-FFF2-40B4-BE49-F238E27FC236}">
                    <a16:creationId xmlns:a16="http://schemas.microsoft.com/office/drawing/2014/main" id="{02AD9B8C-1D6E-434B-B110-F9F11224D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2" name="Line 164">
                <a:extLst>
                  <a:ext uri="{FF2B5EF4-FFF2-40B4-BE49-F238E27FC236}">
                    <a16:creationId xmlns:a16="http://schemas.microsoft.com/office/drawing/2014/main" id="{489221F3-101B-44C7-82CF-127647174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3" name="Line 165">
                <a:extLst>
                  <a:ext uri="{FF2B5EF4-FFF2-40B4-BE49-F238E27FC236}">
                    <a16:creationId xmlns:a16="http://schemas.microsoft.com/office/drawing/2014/main" id="{3FE73E6C-A2BF-496F-ACA4-FDDE54DA3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47" name="Freeform 180">
              <a:extLst>
                <a:ext uri="{FF2B5EF4-FFF2-40B4-BE49-F238E27FC236}">
                  <a16:creationId xmlns:a16="http://schemas.microsoft.com/office/drawing/2014/main" id="{5BF65F34-470D-42BE-816C-8637A7F58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8" name="Freeform 181">
              <a:extLst>
                <a:ext uri="{FF2B5EF4-FFF2-40B4-BE49-F238E27FC236}">
                  <a16:creationId xmlns:a16="http://schemas.microsoft.com/office/drawing/2014/main" id="{F25D8B0C-5F4D-4131-97C5-5F6EF8CCC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9" name="Group 183">
              <a:extLst>
                <a:ext uri="{FF2B5EF4-FFF2-40B4-BE49-F238E27FC236}">
                  <a16:creationId xmlns:a16="http://schemas.microsoft.com/office/drawing/2014/main" id="{EC2AC65E-28E7-49E7-8633-B24F90DF4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3068" name="Rectangle 184">
                <a:extLst>
                  <a:ext uri="{FF2B5EF4-FFF2-40B4-BE49-F238E27FC236}">
                    <a16:creationId xmlns:a16="http://schemas.microsoft.com/office/drawing/2014/main" id="{3170AEFB-0FAB-4430-905E-6582328C3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69" name="Text Box 185">
                <a:extLst>
                  <a:ext uri="{FF2B5EF4-FFF2-40B4-BE49-F238E27FC236}">
                    <a16:creationId xmlns:a16="http://schemas.microsoft.com/office/drawing/2014/main" id="{D620A9DF-1F07-4AB3-9D9A-8822452B5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3070" name="Text Box 186">
                <a:extLst>
                  <a:ext uri="{FF2B5EF4-FFF2-40B4-BE49-F238E27FC236}">
                    <a16:creationId xmlns:a16="http://schemas.microsoft.com/office/drawing/2014/main" id="{67323B40-AA48-4C5D-9F11-246D24995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3071" name="Text Box 187">
                <a:extLst>
                  <a:ext uri="{FF2B5EF4-FFF2-40B4-BE49-F238E27FC236}">
                    <a16:creationId xmlns:a16="http://schemas.microsoft.com/office/drawing/2014/main" id="{5C3C9666-7EC7-4494-8993-5888BB599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72" name="Text Box 188">
                <a:extLst>
                  <a:ext uri="{FF2B5EF4-FFF2-40B4-BE49-F238E27FC236}">
                    <a16:creationId xmlns:a16="http://schemas.microsoft.com/office/drawing/2014/main" id="{4B0BF655-3E31-4F6D-A376-61614152E6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73" name="Line 189">
                <a:extLst>
                  <a:ext uri="{FF2B5EF4-FFF2-40B4-BE49-F238E27FC236}">
                    <a16:creationId xmlns:a16="http://schemas.microsoft.com/office/drawing/2014/main" id="{51E9DE43-179F-4EEC-95B5-96979F8A20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4" name="Line 190">
                <a:extLst>
                  <a:ext uri="{FF2B5EF4-FFF2-40B4-BE49-F238E27FC236}">
                    <a16:creationId xmlns:a16="http://schemas.microsoft.com/office/drawing/2014/main" id="{40CD8A9C-3E35-4B1E-B937-47A1539A7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5" name="Line 191">
                <a:extLst>
                  <a:ext uri="{FF2B5EF4-FFF2-40B4-BE49-F238E27FC236}">
                    <a16:creationId xmlns:a16="http://schemas.microsoft.com/office/drawing/2014/main" id="{97E1C0F0-2FD8-4B83-A945-480B63446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6" name="Line 192">
                <a:extLst>
                  <a:ext uri="{FF2B5EF4-FFF2-40B4-BE49-F238E27FC236}">
                    <a16:creationId xmlns:a16="http://schemas.microsoft.com/office/drawing/2014/main" id="{8CBAD411-AF75-4C22-A4E8-E9A56520E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7" name="Line 193">
                <a:extLst>
                  <a:ext uri="{FF2B5EF4-FFF2-40B4-BE49-F238E27FC236}">
                    <a16:creationId xmlns:a16="http://schemas.microsoft.com/office/drawing/2014/main" id="{B73E6CA2-33B2-4636-B0FA-A1D3B39A4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8" name="Line 194">
                <a:extLst>
                  <a:ext uri="{FF2B5EF4-FFF2-40B4-BE49-F238E27FC236}">
                    <a16:creationId xmlns:a16="http://schemas.microsoft.com/office/drawing/2014/main" id="{286EE4E7-19E0-441E-B5E0-6180D6017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9" name="Line 195">
                <a:extLst>
                  <a:ext uri="{FF2B5EF4-FFF2-40B4-BE49-F238E27FC236}">
                    <a16:creationId xmlns:a16="http://schemas.microsoft.com/office/drawing/2014/main" id="{3430FE52-DBBB-493C-BCF1-46D3C90AD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0" name="Line 196">
                <a:extLst>
                  <a:ext uri="{FF2B5EF4-FFF2-40B4-BE49-F238E27FC236}">
                    <a16:creationId xmlns:a16="http://schemas.microsoft.com/office/drawing/2014/main" id="{C3983EA3-BFDC-45B6-BD71-B732BAB6D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50" name="Freeform 197">
              <a:extLst>
                <a:ext uri="{FF2B5EF4-FFF2-40B4-BE49-F238E27FC236}">
                  <a16:creationId xmlns:a16="http://schemas.microsoft.com/office/drawing/2014/main" id="{D5866D49-032B-452E-AC3A-8ADF51C1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16"/>
              <a:ext cx="424" cy="1047"/>
            </a:xfrm>
            <a:custGeom>
              <a:avLst/>
              <a:gdLst>
                <a:gd name="T0" fmla="*/ 2 w 720"/>
                <a:gd name="T1" fmla="*/ 0 h 1008"/>
                <a:gd name="T2" fmla="*/ 1 w 720"/>
                <a:gd name="T3" fmla="*/ 874 h 1008"/>
                <a:gd name="T4" fmla="*/ 0 w 720"/>
                <a:gd name="T5" fmla="*/ 1531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51" name="Freeform 198">
              <a:extLst>
                <a:ext uri="{FF2B5EF4-FFF2-40B4-BE49-F238E27FC236}">
                  <a16:creationId xmlns:a16="http://schemas.microsoft.com/office/drawing/2014/main" id="{521E899F-5169-4C6F-80EA-17C1F28D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52" name="Group 199">
              <a:extLst>
                <a:ext uri="{FF2B5EF4-FFF2-40B4-BE49-F238E27FC236}">
                  <a16:creationId xmlns:a16="http://schemas.microsoft.com/office/drawing/2014/main" id="{65B5088D-773E-4420-8332-17D5A8810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3055" name="Rectangle 200">
                <a:extLst>
                  <a:ext uri="{FF2B5EF4-FFF2-40B4-BE49-F238E27FC236}">
                    <a16:creationId xmlns:a16="http://schemas.microsoft.com/office/drawing/2014/main" id="{ECEA464A-2A78-40CA-90E1-589DEDFAA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56" name="Text Box 201">
                <a:extLst>
                  <a:ext uri="{FF2B5EF4-FFF2-40B4-BE49-F238E27FC236}">
                    <a16:creationId xmlns:a16="http://schemas.microsoft.com/office/drawing/2014/main" id="{8A29EA46-CB72-4310-8700-D43F1702E1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3057" name="Text Box 202">
                <a:extLst>
                  <a:ext uri="{FF2B5EF4-FFF2-40B4-BE49-F238E27FC236}">
                    <a16:creationId xmlns:a16="http://schemas.microsoft.com/office/drawing/2014/main" id="{15497EF8-8304-45D2-8053-7CD31746B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3058" name="Text Box 203">
                <a:extLst>
                  <a:ext uri="{FF2B5EF4-FFF2-40B4-BE49-F238E27FC236}">
                    <a16:creationId xmlns:a16="http://schemas.microsoft.com/office/drawing/2014/main" id="{F3A253E1-16BA-4B71-A051-824A15D93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59" name="Text Box 204">
                <a:extLst>
                  <a:ext uri="{FF2B5EF4-FFF2-40B4-BE49-F238E27FC236}">
                    <a16:creationId xmlns:a16="http://schemas.microsoft.com/office/drawing/2014/main" id="{AA78B167-542D-45B3-B261-47B80A2608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60" name="Line 205">
                <a:extLst>
                  <a:ext uri="{FF2B5EF4-FFF2-40B4-BE49-F238E27FC236}">
                    <a16:creationId xmlns:a16="http://schemas.microsoft.com/office/drawing/2014/main" id="{32A1BE88-6E85-4D8F-9ED3-0F87FB33E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1" name="Line 206">
                <a:extLst>
                  <a:ext uri="{FF2B5EF4-FFF2-40B4-BE49-F238E27FC236}">
                    <a16:creationId xmlns:a16="http://schemas.microsoft.com/office/drawing/2014/main" id="{045CD832-05A9-4141-99DD-7F59DF484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2" name="Line 207">
                <a:extLst>
                  <a:ext uri="{FF2B5EF4-FFF2-40B4-BE49-F238E27FC236}">
                    <a16:creationId xmlns:a16="http://schemas.microsoft.com/office/drawing/2014/main" id="{5B1E5D04-48DF-4189-A009-B46BBB020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3" name="Line 208">
                <a:extLst>
                  <a:ext uri="{FF2B5EF4-FFF2-40B4-BE49-F238E27FC236}">
                    <a16:creationId xmlns:a16="http://schemas.microsoft.com/office/drawing/2014/main" id="{500F60D6-9E7B-4AA3-AFC7-99979085E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4" name="Line 209">
                <a:extLst>
                  <a:ext uri="{FF2B5EF4-FFF2-40B4-BE49-F238E27FC236}">
                    <a16:creationId xmlns:a16="http://schemas.microsoft.com/office/drawing/2014/main" id="{570C0F57-6062-4C4E-B05B-4D636F727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5" name="Line 210">
                <a:extLst>
                  <a:ext uri="{FF2B5EF4-FFF2-40B4-BE49-F238E27FC236}">
                    <a16:creationId xmlns:a16="http://schemas.microsoft.com/office/drawing/2014/main" id="{A1C6CC4A-E88E-4328-9F4E-5D6AC41C91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6" name="Line 211">
                <a:extLst>
                  <a:ext uri="{FF2B5EF4-FFF2-40B4-BE49-F238E27FC236}">
                    <a16:creationId xmlns:a16="http://schemas.microsoft.com/office/drawing/2014/main" id="{3554FDB3-EDB2-4D09-AF0D-0ABD34699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7" name="Line 212">
                <a:extLst>
                  <a:ext uri="{FF2B5EF4-FFF2-40B4-BE49-F238E27FC236}">
                    <a16:creationId xmlns:a16="http://schemas.microsoft.com/office/drawing/2014/main" id="{23B6E2FE-128F-4B47-9E39-D1BE08FB1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53" name="Line 213">
              <a:extLst>
                <a:ext uri="{FF2B5EF4-FFF2-40B4-BE49-F238E27FC236}">
                  <a16:creationId xmlns:a16="http://schemas.microsoft.com/office/drawing/2014/main" id="{E0DCDA29-2281-47E6-8BE4-1F37B6E07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54" name="Freeform 221">
              <a:extLst>
                <a:ext uri="{FF2B5EF4-FFF2-40B4-BE49-F238E27FC236}">
                  <a16:creationId xmlns:a16="http://schemas.microsoft.com/office/drawing/2014/main" id="{72153150-8A95-4189-902D-3237F25F1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064"/>
              <a:ext cx="944" cy="1488"/>
            </a:xfrm>
            <a:custGeom>
              <a:avLst/>
              <a:gdLst>
                <a:gd name="T0" fmla="*/ 0 w 944"/>
                <a:gd name="T1" fmla="*/ 0 h 1488"/>
                <a:gd name="T2" fmla="*/ 144 w 944"/>
                <a:gd name="T3" fmla="*/ 528 h 1488"/>
                <a:gd name="T4" fmla="*/ 816 w 944"/>
                <a:gd name="T5" fmla="*/ 1008 h 1488"/>
                <a:gd name="T6" fmla="*/ 912 w 944"/>
                <a:gd name="T7" fmla="*/ 1488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4"/>
                <a:gd name="T13" fmla="*/ 0 h 1488"/>
                <a:gd name="T14" fmla="*/ 944 w 944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4" h="1488">
                  <a:moveTo>
                    <a:pt x="0" y="0"/>
                  </a:moveTo>
                  <a:cubicBezTo>
                    <a:pt x="4" y="180"/>
                    <a:pt x="8" y="360"/>
                    <a:pt x="144" y="528"/>
                  </a:cubicBezTo>
                  <a:cubicBezTo>
                    <a:pt x="280" y="696"/>
                    <a:pt x="688" y="848"/>
                    <a:pt x="816" y="1008"/>
                  </a:cubicBezTo>
                  <a:cubicBezTo>
                    <a:pt x="944" y="1168"/>
                    <a:pt x="928" y="1328"/>
                    <a:pt x="912" y="148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199" name="Group 231">
            <a:extLst>
              <a:ext uri="{FF2B5EF4-FFF2-40B4-BE49-F238E27FC236}">
                <a16:creationId xmlns:a16="http://schemas.microsoft.com/office/drawing/2014/main" id="{11ADC52F-6590-4E4D-AC05-1F85B81CFAAB}"/>
              </a:ext>
            </a:extLst>
          </p:cNvPr>
          <p:cNvGrpSpPr>
            <a:grpSpLocks/>
          </p:cNvGrpSpPr>
          <p:nvPr/>
        </p:nvGrpSpPr>
        <p:grpSpPr bwMode="auto">
          <a:xfrm>
            <a:off x="1980829" y="2191183"/>
            <a:ext cx="4038600" cy="838200"/>
            <a:chOff x="240" y="1392"/>
            <a:chExt cx="2544" cy="528"/>
          </a:xfrm>
        </p:grpSpPr>
        <p:sp>
          <p:nvSpPr>
            <p:cNvPr id="43025" name="Text Box 224">
              <a:extLst>
                <a:ext uri="{FF2B5EF4-FFF2-40B4-BE49-F238E27FC236}">
                  <a16:creationId xmlns:a16="http://schemas.microsoft.com/office/drawing/2014/main" id="{CA167F29-C786-4B7C-8F44-1202830B12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18" y="1632"/>
              <a:ext cx="106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chemeClr val="folHlink"/>
                  </a:solidFill>
                </a:rPr>
                <a:t>redistribuire</a:t>
              </a:r>
            </a:p>
          </p:txBody>
        </p:sp>
        <p:sp>
          <p:nvSpPr>
            <p:cNvPr id="43026" name="Line 225">
              <a:extLst>
                <a:ext uri="{FF2B5EF4-FFF2-40B4-BE49-F238E27FC236}">
                  <a16:creationId xmlns:a16="http://schemas.microsoft.com/office/drawing/2014/main" id="{57388F12-B944-4229-9490-4E3B5A0ECC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1632"/>
              <a:ext cx="912" cy="48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27" name="Line 226">
              <a:extLst>
                <a:ext uri="{FF2B5EF4-FFF2-40B4-BE49-F238E27FC236}">
                  <a16:creationId xmlns:a16="http://schemas.microsoft.com/office/drawing/2014/main" id="{E084D506-6265-4C7D-89BC-C73F215D41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632"/>
              <a:ext cx="480" cy="288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28" name="Line 228">
              <a:extLst>
                <a:ext uri="{FF2B5EF4-FFF2-40B4-BE49-F238E27FC236}">
                  <a16:creationId xmlns:a16="http://schemas.microsoft.com/office/drawing/2014/main" id="{C45A5DDD-E0A8-4A42-AE64-02C4AFA9C4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1392"/>
              <a:ext cx="48" cy="240"/>
            </a:xfrm>
            <a:prstGeom prst="line">
              <a:avLst/>
            </a:prstGeom>
            <a:noFill/>
            <a:ln w="19050">
              <a:solidFill>
                <a:schemeClr val="folHlink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29" name="Oval 230">
              <a:extLst>
                <a:ext uri="{FF2B5EF4-FFF2-40B4-BE49-F238E27FC236}">
                  <a16:creationId xmlns:a16="http://schemas.microsoft.com/office/drawing/2014/main" id="{57234B39-AF1E-4D40-B543-AB7CF20F69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" y="1536"/>
              <a:ext cx="1104" cy="336"/>
            </a:xfrm>
            <a:prstGeom prst="ellipse">
              <a:avLst/>
            </a:prstGeom>
            <a:noFill/>
            <a:ln w="254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216" name="Rectangle 2">
            <a:extLst>
              <a:ext uri="{FF2B5EF4-FFF2-40B4-BE49-F238E27FC236}">
                <a16:creationId xmlns:a16="http://schemas.microsoft.com/office/drawing/2014/main" id="{2B55BFA1-99D7-4114-BA29-A0740FD99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  <p:extLst>
      <p:ext uri="{BB962C8B-B14F-4D97-AF65-F5344CB8AC3E}">
        <p14:creationId xmlns:p14="http://schemas.microsoft.com/office/powerpoint/2010/main" val="20590765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222">
            <a:extLst>
              <a:ext uri="{FF2B5EF4-FFF2-40B4-BE49-F238E27FC236}">
                <a16:creationId xmlns:a16="http://schemas.microsoft.com/office/drawing/2014/main" id="{342CD932-0E7C-4514-906D-C9DFEA7B154C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3030" name="Group 5">
              <a:extLst>
                <a:ext uri="{FF2B5EF4-FFF2-40B4-BE49-F238E27FC236}">
                  <a16:creationId xmlns:a16="http://schemas.microsoft.com/office/drawing/2014/main" id="{49E7CA7B-2250-4F33-A398-BF9E326FD5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3211" name="Rectangle 6">
                <a:extLst>
                  <a:ext uri="{FF2B5EF4-FFF2-40B4-BE49-F238E27FC236}">
                    <a16:creationId xmlns:a16="http://schemas.microsoft.com/office/drawing/2014/main" id="{B0CB77BA-4816-4724-B5E1-D9E13486D9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2" name="Text Box 7">
                <a:extLst>
                  <a:ext uri="{FF2B5EF4-FFF2-40B4-BE49-F238E27FC236}">
                    <a16:creationId xmlns:a16="http://schemas.microsoft.com/office/drawing/2014/main" id="{2CABB81F-4DBC-4CE8-9C6C-D034FB2095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3213" name="Text Box 8">
                <a:extLst>
                  <a:ext uri="{FF2B5EF4-FFF2-40B4-BE49-F238E27FC236}">
                    <a16:creationId xmlns:a16="http://schemas.microsoft.com/office/drawing/2014/main" id="{A78FA0D2-1387-40A0-8EF1-340B9869C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3214" name="Text Box 9">
                <a:extLst>
                  <a:ext uri="{FF2B5EF4-FFF2-40B4-BE49-F238E27FC236}">
                    <a16:creationId xmlns:a16="http://schemas.microsoft.com/office/drawing/2014/main" id="{4DB86CCB-0C5E-4C64-8641-C1DCA9C294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5" name="Text Box 10">
                <a:extLst>
                  <a:ext uri="{FF2B5EF4-FFF2-40B4-BE49-F238E27FC236}">
                    <a16:creationId xmlns:a16="http://schemas.microsoft.com/office/drawing/2014/main" id="{98A62C47-77BE-4FCD-AA56-639326415A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16" name="Line 11">
                <a:extLst>
                  <a:ext uri="{FF2B5EF4-FFF2-40B4-BE49-F238E27FC236}">
                    <a16:creationId xmlns:a16="http://schemas.microsoft.com/office/drawing/2014/main" id="{6C806FA0-AD4C-4A3B-8959-5A187F86C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7" name="Line 12">
                <a:extLst>
                  <a:ext uri="{FF2B5EF4-FFF2-40B4-BE49-F238E27FC236}">
                    <a16:creationId xmlns:a16="http://schemas.microsoft.com/office/drawing/2014/main" id="{3FBA5DFB-A232-443F-A461-21992953B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8" name="Line 13">
                <a:extLst>
                  <a:ext uri="{FF2B5EF4-FFF2-40B4-BE49-F238E27FC236}">
                    <a16:creationId xmlns:a16="http://schemas.microsoft.com/office/drawing/2014/main" id="{5A7DF008-CF93-45E3-924F-3A1B1B146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9" name="Line 14">
                <a:extLst>
                  <a:ext uri="{FF2B5EF4-FFF2-40B4-BE49-F238E27FC236}">
                    <a16:creationId xmlns:a16="http://schemas.microsoft.com/office/drawing/2014/main" id="{EFB6289E-F610-4062-A346-131E6475C5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0" name="Line 15">
                <a:extLst>
                  <a:ext uri="{FF2B5EF4-FFF2-40B4-BE49-F238E27FC236}">
                    <a16:creationId xmlns:a16="http://schemas.microsoft.com/office/drawing/2014/main" id="{DE5282A0-2CAA-4B40-8966-31EFF2E30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1" name="Line 16">
                <a:extLst>
                  <a:ext uri="{FF2B5EF4-FFF2-40B4-BE49-F238E27FC236}">
                    <a16:creationId xmlns:a16="http://schemas.microsoft.com/office/drawing/2014/main" id="{C347CB76-6FDF-4874-91AC-83544EEA3B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2" name="Line 17">
                <a:extLst>
                  <a:ext uri="{FF2B5EF4-FFF2-40B4-BE49-F238E27FC236}">
                    <a16:creationId xmlns:a16="http://schemas.microsoft.com/office/drawing/2014/main" id="{BDFBCE87-76C4-4BC3-ADC0-3D8E5F25DD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23" name="Line 18">
                <a:extLst>
                  <a:ext uri="{FF2B5EF4-FFF2-40B4-BE49-F238E27FC236}">
                    <a16:creationId xmlns:a16="http://schemas.microsoft.com/office/drawing/2014/main" id="{5C7EEED6-C276-4A5D-9CD4-19C5475D8F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1" name="Group 19">
              <a:extLst>
                <a:ext uri="{FF2B5EF4-FFF2-40B4-BE49-F238E27FC236}">
                  <a16:creationId xmlns:a16="http://schemas.microsoft.com/office/drawing/2014/main" id="{D1CF922A-1D5D-40E4-9B25-E055D546DE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3198" name="Rectangle 20">
                <a:extLst>
                  <a:ext uri="{FF2B5EF4-FFF2-40B4-BE49-F238E27FC236}">
                    <a16:creationId xmlns:a16="http://schemas.microsoft.com/office/drawing/2014/main" id="{7467A065-467F-49AC-AEF7-FA8553A117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99" name="Text Box 21">
                <a:extLst>
                  <a:ext uri="{FF2B5EF4-FFF2-40B4-BE49-F238E27FC236}">
                    <a16:creationId xmlns:a16="http://schemas.microsoft.com/office/drawing/2014/main" id="{36CBDFE6-E9A4-4BEB-8A14-38A16E15E9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3200" name="Text Box 22">
                <a:extLst>
                  <a:ext uri="{FF2B5EF4-FFF2-40B4-BE49-F238E27FC236}">
                    <a16:creationId xmlns:a16="http://schemas.microsoft.com/office/drawing/2014/main" id="{E8E80D40-57C3-4288-9D86-9E1FAFDF6E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3201" name="Text Box 23">
                <a:extLst>
                  <a:ext uri="{FF2B5EF4-FFF2-40B4-BE49-F238E27FC236}">
                    <a16:creationId xmlns:a16="http://schemas.microsoft.com/office/drawing/2014/main" id="{4F48B6B2-92A5-4EE7-8D4C-9649546D67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3202" name="Text Box 24">
                <a:extLst>
                  <a:ext uri="{FF2B5EF4-FFF2-40B4-BE49-F238E27FC236}">
                    <a16:creationId xmlns:a16="http://schemas.microsoft.com/office/drawing/2014/main" id="{A56429E5-4D6D-4414-B319-D4A3FAA4F0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203" name="Line 25">
                <a:extLst>
                  <a:ext uri="{FF2B5EF4-FFF2-40B4-BE49-F238E27FC236}">
                    <a16:creationId xmlns:a16="http://schemas.microsoft.com/office/drawing/2014/main" id="{34B066FC-0405-4519-8008-9176C65058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4" name="Line 26">
                <a:extLst>
                  <a:ext uri="{FF2B5EF4-FFF2-40B4-BE49-F238E27FC236}">
                    <a16:creationId xmlns:a16="http://schemas.microsoft.com/office/drawing/2014/main" id="{F79C0054-B3C8-487A-B8D1-D469BE52A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5" name="Line 27">
                <a:extLst>
                  <a:ext uri="{FF2B5EF4-FFF2-40B4-BE49-F238E27FC236}">
                    <a16:creationId xmlns:a16="http://schemas.microsoft.com/office/drawing/2014/main" id="{9C284422-0D35-4216-82DA-8F094DDD5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6" name="Line 28">
                <a:extLst>
                  <a:ext uri="{FF2B5EF4-FFF2-40B4-BE49-F238E27FC236}">
                    <a16:creationId xmlns:a16="http://schemas.microsoft.com/office/drawing/2014/main" id="{978C062D-BA5C-45BD-AC66-C46333F892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7" name="Line 29">
                <a:extLst>
                  <a:ext uri="{FF2B5EF4-FFF2-40B4-BE49-F238E27FC236}">
                    <a16:creationId xmlns:a16="http://schemas.microsoft.com/office/drawing/2014/main" id="{AF12823E-97D9-4618-B152-2F4D949215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8" name="Line 30">
                <a:extLst>
                  <a:ext uri="{FF2B5EF4-FFF2-40B4-BE49-F238E27FC236}">
                    <a16:creationId xmlns:a16="http://schemas.microsoft.com/office/drawing/2014/main" id="{C830F684-853F-4AF9-BA72-D2A64CA7E6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09" name="Line 31">
                <a:extLst>
                  <a:ext uri="{FF2B5EF4-FFF2-40B4-BE49-F238E27FC236}">
                    <a16:creationId xmlns:a16="http://schemas.microsoft.com/office/drawing/2014/main" id="{401F8247-4EC7-4010-AB8F-93CD77EB0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210" name="Line 32">
                <a:extLst>
                  <a:ext uri="{FF2B5EF4-FFF2-40B4-BE49-F238E27FC236}">
                    <a16:creationId xmlns:a16="http://schemas.microsoft.com/office/drawing/2014/main" id="{D2E1823B-46D3-43A1-9434-0429E6B8CB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2" name="Group 33">
              <a:extLst>
                <a:ext uri="{FF2B5EF4-FFF2-40B4-BE49-F238E27FC236}">
                  <a16:creationId xmlns:a16="http://schemas.microsoft.com/office/drawing/2014/main" id="{CC75CA2F-1DD4-43A0-8EFD-22114F94B5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3185" name="Rectangle 34">
                <a:extLst>
                  <a:ext uri="{FF2B5EF4-FFF2-40B4-BE49-F238E27FC236}">
                    <a16:creationId xmlns:a16="http://schemas.microsoft.com/office/drawing/2014/main" id="{400C7D54-7346-4D5A-B0EF-FE3559381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6" name="Text Box 35">
                <a:extLst>
                  <a:ext uri="{FF2B5EF4-FFF2-40B4-BE49-F238E27FC236}">
                    <a16:creationId xmlns:a16="http://schemas.microsoft.com/office/drawing/2014/main" id="{3F2E3D0B-EEEF-49E9-B1BD-275D5CF86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7" name="Text Box 36">
                <a:extLst>
                  <a:ext uri="{FF2B5EF4-FFF2-40B4-BE49-F238E27FC236}">
                    <a16:creationId xmlns:a16="http://schemas.microsoft.com/office/drawing/2014/main" id="{CEEA38E9-0B70-4B2D-9BBE-33A2E90491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3188" name="Text Box 37">
                <a:extLst>
                  <a:ext uri="{FF2B5EF4-FFF2-40B4-BE49-F238E27FC236}">
                    <a16:creationId xmlns:a16="http://schemas.microsoft.com/office/drawing/2014/main" id="{56CF62C8-D9EE-474B-9435-E23BE1BEE2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89" name="Text Box 38">
                <a:extLst>
                  <a:ext uri="{FF2B5EF4-FFF2-40B4-BE49-F238E27FC236}">
                    <a16:creationId xmlns:a16="http://schemas.microsoft.com/office/drawing/2014/main" id="{0B00EF79-7A5D-46D7-817A-9035595CB6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90" name="Line 39">
                <a:extLst>
                  <a:ext uri="{FF2B5EF4-FFF2-40B4-BE49-F238E27FC236}">
                    <a16:creationId xmlns:a16="http://schemas.microsoft.com/office/drawing/2014/main" id="{198895BE-1CA0-4F86-9B3B-3A537C620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1" name="Line 40">
                <a:extLst>
                  <a:ext uri="{FF2B5EF4-FFF2-40B4-BE49-F238E27FC236}">
                    <a16:creationId xmlns:a16="http://schemas.microsoft.com/office/drawing/2014/main" id="{E0BD7739-82E1-414A-964C-3C6947C89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2" name="Line 41">
                <a:extLst>
                  <a:ext uri="{FF2B5EF4-FFF2-40B4-BE49-F238E27FC236}">
                    <a16:creationId xmlns:a16="http://schemas.microsoft.com/office/drawing/2014/main" id="{5F71B165-826B-4E64-ABA3-6D0D0EC42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3" name="Line 42">
                <a:extLst>
                  <a:ext uri="{FF2B5EF4-FFF2-40B4-BE49-F238E27FC236}">
                    <a16:creationId xmlns:a16="http://schemas.microsoft.com/office/drawing/2014/main" id="{FA6F1595-68B1-4EA1-A324-9A0DF63010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4" name="Line 43">
                <a:extLst>
                  <a:ext uri="{FF2B5EF4-FFF2-40B4-BE49-F238E27FC236}">
                    <a16:creationId xmlns:a16="http://schemas.microsoft.com/office/drawing/2014/main" id="{21B01AEB-D5F6-4DED-998D-BA646305E7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5" name="Line 44">
                <a:extLst>
                  <a:ext uri="{FF2B5EF4-FFF2-40B4-BE49-F238E27FC236}">
                    <a16:creationId xmlns:a16="http://schemas.microsoft.com/office/drawing/2014/main" id="{8FEEE365-88F7-4819-BDAD-6AEF2ABB0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6" name="Line 45">
                <a:extLst>
                  <a:ext uri="{FF2B5EF4-FFF2-40B4-BE49-F238E27FC236}">
                    <a16:creationId xmlns:a16="http://schemas.microsoft.com/office/drawing/2014/main" id="{0B3506A5-B1F2-4889-8C57-B5B691C255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97" name="Line 46">
                <a:extLst>
                  <a:ext uri="{FF2B5EF4-FFF2-40B4-BE49-F238E27FC236}">
                    <a16:creationId xmlns:a16="http://schemas.microsoft.com/office/drawing/2014/main" id="{3E0F07B7-1772-4BBB-9E1F-9691D0E9D2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3" name="Group 47">
              <a:extLst>
                <a:ext uri="{FF2B5EF4-FFF2-40B4-BE49-F238E27FC236}">
                  <a16:creationId xmlns:a16="http://schemas.microsoft.com/office/drawing/2014/main" id="{63BDF516-AD3D-416E-B6B9-E8606D00B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3172" name="Rectangle 48">
                <a:extLst>
                  <a:ext uri="{FF2B5EF4-FFF2-40B4-BE49-F238E27FC236}">
                    <a16:creationId xmlns:a16="http://schemas.microsoft.com/office/drawing/2014/main" id="{95A72B6E-04F5-4E70-A36E-11F47B3E01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3" name="Text Box 49">
                <a:extLst>
                  <a:ext uri="{FF2B5EF4-FFF2-40B4-BE49-F238E27FC236}">
                    <a16:creationId xmlns:a16="http://schemas.microsoft.com/office/drawing/2014/main" id="{45779331-A0B1-4022-9B5E-BF43716C69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3174" name="Text Box 50">
                <a:extLst>
                  <a:ext uri="{FF2B5EF4-FFF2-40B4-BE49-F238E27FC236}">
                    <a16:creationId xmlns:a16="http://schemas.microsoft.com/office/drawing/2014/main" id="{9A4A3521-A4FA-4E81-A187-E41FF2F0F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3175" name="Text Box 51">
                <a:extLst>
                  <a:ext uri="{FF2B5EF4-FFF2-40B4-BE49-F238E27FC236}">
                    <a16:creationId xmlns:a16="http://schemas.microsoft.com/office/drawing/2014/main" id="{07B2EFE9-2059-4CCF-8109-B3A04BE5F4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6" name="Text Box 52">
                <a:extLst>
                  <a:ext uri="{FF2B5EF4-FFF2-40B4-BE49-F238E27FC236}">
                    <a16:creationId xmlns:a16="http://schemas.microsoft.com/office/drawing/2014/main" id="{CB148BC1-E7B7-45DA-9608-FC750816C8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77" name="Line 53">
                <a:extLst>
                  <a:ext uri="{FF2B5EF4-FFF2-40B4-BE49-F238E27FC236}">
                    <a16:creationId xmlns:a16="http://schemas.microsoft.com/office/drawing/2014/main" id="{7775C483-C872-42E7-81E9-9CC3D2278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8" name="Line 54">
                <a:extLst>
                  <a:ext uri="{FF2B5EF4-FFF2-40B4-BE49-F238E27FC236}">
                    <a16:creationId xmlns:a16="http://schemas.microsoft.com/office/drawing/2014/main" id="{A9FD7713-82B0-4E81-9F1C-62F3310E8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9" name="Line 55">
                <a:extLst>
                  <a:ext uri="{FF2B5EF4-FFF2-40B4-BE49-F238E27FC236}">
                    <a16:creationId xmlns:a16="http://schemas.microsoft.com/office/drawing/2014/main" id="{09AD2E89-9139-479C-8D46-712E1164DC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0" name="Line 56">
                <a:extLst>
                  <a:ext uri="{FF2B5EF4-FFF2-40B4-BE49-F238E27FC236}">
                    <a16:creationId xmlns:a16="http://schemas.microsoft.com/office/drawing/2014/main" id="{5990975F-2FDA-4336-B86D-DFF2B89E59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1" name="Line 57">
                <a:extLst>
                  <a:ext uri="{FF2B5EF4-FFF2-40B4-BE49-F238E27FC236}">
                    <a16:creationId xmlns:a16="http://schemas.microsoft.com/office/drawing/2014/main" id="{F81835A3-A594-4E83-B6DF-EC3EB94F81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2" name="Line 58">
                <a:extLst>
                  <a:ext uri="{FF2B5EF4-FFF2-40B4-BE49-F238E27FC236}">
                    <a16:creationId xmlns:a16="http://schemas.microsoft.com/office/drawing/2014/main" id="{23FE37A9-2F15-493C-924D-47C0318BE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3" name="Line 59">
                <a:extLst>
                  <a:ext uri="{FF2B5EF4-FFF2-40B4-BE49-F238E27FC236}">
                    <a16:creationId xmlns:a16="http://schemas.microsoft.com/office/drawing/2014/main" id="{AB982659-0BCB-4F72-BF00-C71DE003AF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84" name="Line 60">
                <a:extLst>
                  <a:ext uri="{FF2B5EF4-FFF2-40B4-BE49-F238E27FC236}">
                    <a16:creationId xmlns:a16="http://schemas.microsoft.com/office/drawing/2014/main" id="{96E107F5-C747-4982-BF32-60C661F9DB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4" name="Group 61">
              <a:extLst>
                <a:ext uri="{FF2B5EF4-FFF2-40B4-BE49-F238E27FC236}">
                  <a16:creationId xmlns:a16="http://schemas.microsoft.com/office/drawing/2014/main" id="{48BD0792-AD20-4C0C-95A2-BD7ABF2080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3159" name="Rectangle 62">
                <a:extLst>
                  <a:ext uri="{FF2B5EF4-FFF2-40B4-BE49-F238E27FC236}">
                    <a16:creationId xmlns:a16="http://schemas.microsoft.com/office/drawing/2014/main" id="{795E9937-2F11-48AA-84A6-6F327557D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0" name="Text Box 63">
                <a:extLst>
                  <a:ext uri="{FF2B5EF4-FFF2-40B4-BE49-F238E27FC236}">
                    <a16:creationId xmlns:a16="http://schemas.microsoft.com/office/drawing/2014/main" id="{05AD70C1-B808-4F6F-92B4-CE025A3044E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3161" name="Text Box 64">
                <a:extLst>
                  <a:ext uri="{FF2B5EF4-FFF2-40B4-BE49-F238E27FC236}">
                    <a16:creationId xmlns:a16="http://schemas.microsoft.com/office/drawing/2014/main" id="{AEAA1E7E-D232-40D6-9D0A-213F0A3E5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3162" name="Text Box 65">
                <a:extLst>
                  <a:ext uri="{FF2B5EF4-FFF2-40B4-BE49-F238E27FC236}">
                    <a16:creationId xmlns:a16="http://schemas.microsoft.com/office/drawing/2014/main" id="{91457918-4D04-4B33-B979-AED8EF7F9D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3" name="Text Box 66">
                <a:extLst>
                  <a:ext uri="{FF2B5EF4-FFF2-40B4-BE49-F238E27FC236}">
                    <a16:creationId xmlns:a16="http://schemas.microsoft.com/office/drawing/2014/main" id="{2F683BF4-7B09-46D2-A45B-DC6D2AAC3E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64" name="Line 67">
                <a:extLst>
                  <a:ext uri="{FF2B5EF4-FFF2-40B4-BE49-F238E27FC236}">
                    <a16:creationId xmlns:a16="http://schemas.microsoft.com/office/drawing/2014/main" id="{58643F2E-1A2A-4949-92AF-5BAFABE21E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5" name="Line 68">
                <a:extLst>
                  <a:ext uri="{FF2B5EF4-FFF2-40B4-BE49-F238E27FC236}">
                    <a16:creationId xmlns:a16="http://schemas.microsoft.com/office/drawing/2014/main" id="{8F0A0DAB-F898-4DE9-89AD-F93D2D6B6A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6" name="Line 69">
                <a:extLst>
                  <a:ext uri="{FF2B5EF4-FFF2-40B4-BE49-F238E27FC236}">
                    <a16:creationId xmlns:a16="http://schemas.microsoft.com/office/drawing/2014/main" id="{A834B172-6B5B-4690-A05A-B4DF0A22DA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7" name="Line 70">
                <a:extLst>
                  <a:ext uri="{FF2B5EF4-FFF2-40B4-BE49-F238E27FC236}">
                    <a16:creationId xmlns:a16="http://schemas.microsoft.com/office/drawing/2014/main" id="{23C9F08D-5B75-4FC1-8208-12775EFA9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8" name="Line 71">
                <a:extLst>
                  <a:ext uri="{FF2B5EF4-FFF2-40B4-BE49-F238E27FC236}">
                    <a16:creationId xmlns:a16="http://schemas.microsoft.com/office/drawing/2014/main" id="{AC80E82D-BEC6-4787-964F-43B437CBBA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69" name="Line 72">
                <a:extLst>
                  <a:ext uri="{FF2B5EF4-FFF2-40B4-BE49-F238E27FC236}">
                    <a16:creationId xmlns:a16="http://schemas.microsoft.com/office/drawing/2014/main" id="{0B82E3F6-6934-4D02-A317-533298C164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0" name="Line 73">
                <a:extLst>
                  <a:ext uri="{FF2B5EF4-FFF2-40B4-BE49-F238E27FC236}">
                    <a16:creationId xmlns:a16="http://schemas.microsoft.com/office/drawing/2014/main" id="{ED6058E0-B568-4956-A80C-806AE9761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71" name="Line 74">
                <a:extLst>
                  <a:ext uri="{FF2B5EF4-FFF2-40B4-BE49-F238E27FC236}">
                    <a16:creationId xmlns:a16="http://schemas.microsoft.com/office/drawing/2014/main" id="{94CE2D5C-6FA4-40B2-9E4B-4B16A032EE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5" name="Group 75">
              <a:extLst>
                <a:ext uri="{FF2B5EF4-FFF2-40B4-BE49-F238E27FC236}">
                  <a16:creationId xmlns:a16="http://schemas.microsoft.com/office/drawing/2014/main" id="{38854713-662D-4708-97C3-CE1689816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3146" name="Rectangle 76">
                <a:extLst>
                  <a:ext uri="{FF2B5EF4-FFF2-40B4-BE49-F238E27FC236}">
                    <a16:creationId xmlns:a16="http://schemas.microsoft.com/office/drawing/2014/main" id="{907BA0E4-F7AC-405B-B23C-E68D5DDF9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47" name="Text Box 77">
                <a:extLst>
                  <a:ext uri="{FF2B5EF4-FFF2-40B4-BE49-F238E27FC236}">
                    <a16:creationId xmlns:a16="http://schemas.microsoft.com/office/drawing/2014/main" id="{53FB756A-B53C-4C0C-8D36-BD1E9A700B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3148" name="Text Box 78">
                <a:extLst>
                  <a:ext uri="{FF2B5EF4-FFF2-40B4-BE49-F238E27FC236}">
                    <a16:creationId xmlns:a16="http://schemas.microsoft.com/office/drawing/2014/main" id="{F158A483-ED9F-4FC4-93CF-1F77D047C7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3149" name="Text Box 79">
                <a:extLst>
                  <a:ext uri="{FF2B5EF4-FFF2-40B4-BE49-F238E27FC236}">
                    <a16:creationId xmlns:a16="http://schemas.microsoft.com/office/drawing/2014/main" id="{255C6107-348A-4678-9C4D-C0D68C63F8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50" name="Text Box 80">
                <a:extLst>
                  <a:ext uri="{FF2B5EF4-FFF2-40B4-BE49-F238E27FC236}">
                    <a16:creationId xmlns:a16="http://schemas.microsoft.com/office/drawing/2014/main" id="{19790BE4-4061-4C98-BED1-39A37A76E2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51" name="Line 81">
                <a:extLst>
                  <a:ext uri="{FF2B5EF4-FFF2-40B4-BE49-F238E27FC236}">
                    <a16:creationId xmlns:a16="http://schemas.microsoft.com/office/drawing/2014/main" id="{0C2BC289-466B-460F-958C-396D5680D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2" name="Line 82">
                <a:extLst>
                  <a:ext uri="{FF2B5EF4-FFF2-40B4-BE49-F238E27FC236}">
                    <a16:creationId xmlns:a16="http://schemas.microsoft.com/office/drawing/2014/main" id="{CDC7E235-A01B-400E-9000-B972E1290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3" name="Line 83">
                <a:extLst>
                  <a:ext uri="{FF2B5EF4-FFF2-40B4-BE49-F238E27FC236}">
                    <a16:creationId xmlns:a16="http://schemas.microsoft.com/office/drawing/2014/main" id="{193F4D91-82D2-472E-A299-1DB58E95C1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4" name="Line 84">
                <a:extLst>
                  <a:ext uri="{FF2B5EF4-FFF2-40B4-BE49-F238E27FC236}">
                    <a16:creationId xmlns:a16="http://schemas.microsoft.com/office/drawing/2014/main" id="{B535DBEF-B7D5-4BC4-8A17-518E2B0412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5" name="Line 85">
                <a:extLst>
                  <a:ext uri="{FF2B5EF4-FFF2-40B4-BE49-F238E27FC236}">
                    <a16:creationId xmlns:a16="http://schemas.microsoft.com/office/drawing/2014/main" id="{7D467697-FADC-4A14-923B-6CE0C44A03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6" name="Line 86">
                <a:extLst>
                  <a:ext uri="{FF2B5EF4-FFF2-40B4-BE49-F238E27FC236}">
                    <a16:creationId xmlns:a16="http://schemas.microsoft.com/office/drawing/2014/main" id="{3F38A00D-BF21-42E5-967A-401862317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7" name="Line 87">
                <a:extLst>
                  <a:ext uri="{FF2B5EF4-FFF2-40B4-BE49-F238E27FC236}">
                    <a16:creationId xmlns:a16="http://schemas.microsoft.com/office/drawing/2014/main" id="{CDCF42A6-4A70-4A4F-B3F6-43F6DA53D1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58" name="Line 88">
                <a:extLst>
                  <a:ext uri="{FF2B5EF4-FFF2-40B4-BE49-F238E27FC236}">
                    <a16:creationId xmlns:a16="http://schemas.microsoft.com/office/drawing/2014/main" id="{91A7F579-3C74-46ED-BA38-BAC58B4B5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6" name="Group 89">
              <a:extLst>
                <a:ext uri="{FF2B5EF4-FFF2-40B4-BE49-F238E27FC236}">
                  <a16:creationId xmlns:a16="http://schemas.microsoft.com/office/drawing/2014/main" id="{19F09D5A-2A00-4FF4-B550-80529237ED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3133" name="Rectangle 90">
                <a:extLst>
                  <a:ext uri="{FF2B5EF4-FFF2-40B4-BE49-F238E27FC236}">
                    <a16:creationId xmlns:a16="http://schemas.microsoft.com/office/drawing/2014/main" id="{58206469-39F0-47DA-A905-9E2D736A1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34" name="Text Box 91">
                <a:extLst>
                  <a:ext uri="{FF2B5EF4-FFF2-40B4-BE49-F238E27FC236}">
                    <a16:creationId xmlns:a16="http://schemas.microsoft.com/office/drawing/2014/main" id="{4E1408A4-4E82-4F4C-85C4-7F9F09242D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3135" name="Text Box 92">
                <a:extLst>
                  <a:ext uri="{FF2B5EF4-FFF2-40B4-BE49-F238E27FC236}">
                    <a16:creationId xmlns:a16="http://schemas.microsoft.com/office/drawing/2014/main" id="{8826A40A-D050-4A9B-B614-F5081EB7B47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3136" name="Text Box 93">
                <a:extLst>
                  <a:ext uri="{FF2B5EF4-FFF2-40B4-BE49-F238E27FC236}">
                    <a16:creationId xmlns:a16="http://schemas.microsoft.com/office/drawing/2014/main" id="{1186BD52-74CB-48B4-9EBE-CF6D4BAD10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3137" name="Text Box 94">
                <a:extLst>
                  <a:ext uri="{FF2B5EF4-FFF2-40B4-BE49-F238E27FC236}">
                    <a16:creationId xmlns:a16="http://schemas.microsoft.com/office/drawing/2014/main" id="{B0AEA36C-DAE6-4973-9774-875EB90E58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3138" name="Line 95">
                <a:extLst>
                  <a:ext uri="{FF2B5EF4-FFF2-40B4-BE49-F238E27FC236}">
                    <a16:creationId xmlns:a16="http://schemas.microsoft.com/office/drawing/2014/main" id="{6999A793-29D2-4ECA-A17D-82B1B00AA9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9" name="Line 96">
                <a:extLst>
                  <a:ext uri="{FF2B5EF4-FFF2-40B4-BE49-F238E27FC236}">
                    <a16:creationId xmlns:a16="http://schemas.microsoft.com/office/drawing/2014/main" id="{68A4AE25-204A-4DAC-8E2E-0EFC90AFC0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0" name="Line 97">
                <a:extLst>
                  <a:ext uri="{FF2B5EF4-FFF2-40B4-BE49-F238E27FC236}">
                    <a16:creationId xmlns:a16="http://schemas.microsoft.com/office/drawing/2014/main" id="{C60D6A52-C8E4-48DA-956C-89AE5F1D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1" name="Line 98">
                <a:extLst>
                  <a:ext uri="{FF2B5EF4-FFF2-40B4-BE49-F238E27FC236}">
                    <a16:creationId xmlns:a16="http://schemas.microsoft.com/office/drawing/2014/main" id="{84A96B64-6CC6-4393-9097-B5AC85DB6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2" name="Line 99">
                <a:extLst>
                  <a:ext uri="{FF2B5EF4-FFF2-40B4-BE49-F238E27FC236}">
                    <a16:creationId xmlns:a16="http://schemas.microsoft.com/office/drawing/2014/main" id="{F965D0AA-4874-42D8-90CB-34CC25A38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3" name="Line 100">
                <a:extLst>
                  <a:ext uri="{FF2B5EF4-FFF2-40B4-BE49-F238E27FC236}">
                    <a16:creationId xmlns:a16="http://schemas.microsoft.com/office/drawing/2014/main" id="{0BDF3A4D-D65B-4F90-8CF8-EBEF75E5E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4" name="Line 101">
                <a:extLst>
                  <a:ext uri="{FF2B5EF4-FFF2-40B4-BE49-F238E27FC236}">
                    <a16:creationId xmlns:a16="http://schemas.microsoft.com/office/drawing/2014/main" id="{7ADD249D-67E3-4F10-AF16-F5676E620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45" name="Line 102">
                <a:extLst>
                  <a:ext uri="{FF2B5EF4-FFF2-40B4-BE49-F238E27FC236}">
                    <a16:creationId xmlns:a16="http://schemas.microsoft.com/office/drawing/2014/main" id="{007E1399-2B5A-4AA8-9130-D8A3D5AD5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7" name="Group 103">
              <a:extLst>
                <a:ext uri="{FF2B5EF4-FFF2-40B4-BE49-F238E27FC236}">
                  <a16:creationId xmlns:a16="http://schemas.microsoft.com/office/drawing/2014/main" id="{864DADC8-3951-4EFC-A871-B6CFFA414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3120" name="Rectangle 104">
                <a:extLst>
                  <a:ext uri="{FF2B5EF4-FFF2-40B4-BE49-F238E27FC236}">
                    <a16:creationId xmlns:a16="http://schemas.microsoft.com/office/drawing/2014/main" id="{708E2A02-24D9-41F1-B891-5C3C969BA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21" name="Text Box 105">
                <a:extLst>
                  <a:ext uri="{FF2B5EF4-FFF2-40B4-BE49-F238E27FC236}">
                    <a16:creationId xmlns:a16="http://schemas.microsoft.com/office/drawing/2014/main" id="{1EB0BE88-B68F-4E92-9C4C-DA7603198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3122" name="Text Box 106">
                <a:extLst>
                  <a:ext uri="{FF2B5EF4-FFF2-40B4-BE49-F238E27FC236}">
                    <a16:creationId xmlns:a16="http://schemas.microsoft.com/office/drawing/2014/main" id="{6B12F4A9-4185-4B47-9499-0DA731D5BA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3123" name="Text Box 107">
                <a:extLst>
                  <a:ext uri="{FF2B5EF4-FFF2-40B4-BE49-F238E27FC236}">
                    <a16:creationId xmlns:a16="http://schemas.microsoft.com/office/drawing/2014/main" id="{1E4AF996-9AEC-4CF3-94D9-E6922FA3E8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3124" name="Text Box 108">
                <a:extLst>
                  <a:ext uri="{FF2B5EF4-FFF2-40B4-BE49-F238E27FC236}">
                    <a16:creationId xmlns:a16="http://schemas.microsoft.com/office/drawing/2014/main" id="{6D81E146-74B5-44EB-9482-E3C03B2B1C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25" name="Line 109">
                <a:extLst>
                  <a:ext uri="{FF2B5EF4-FFF2-40B4-BE49-F238E27FC236}">
                    <a16:creationId xmlns:a16="http://schemas.microsoft.com/office/drawing/2014/main" id="{70EB8044-5DA8-4F3C-AE27-8501A0AC1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6" name="Line 110">
                <a:extLst>
                  <a:ext uri="{FF2B5EF4-FFF2-40B4-BE49-F238E27FC236}">
                    <a16:creationId xmlns:a16="http://schemas.microsoft.com/office/drawing/2014/main" id="{8436F9B4-23C8-4676-ADC4-E6F73E0CF2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7" name="Line 111">
                <a:extLst>
                  <a:ext uri="{FF2B5EF4-FFF2-40B4-BE49-F238E27FC236}">
                    <a16:creationId xmlns:a16="http://schemas.microsoft.com/office/drawing/2014/main" id="{4841C385-445B-4499-96AE-10ED1E953C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8" name="Line 112">
                <a:extLst>
                  <a:ext uri="{FF2B5EF4-FFF2-40B4-BE49-F238E27FC236}">
                    <a16:creationId xmlns:a16="http://schemas.microsoft.com/office/drawing/2014/main" id="{418CF192-C709-4CA1-807E-797FC3D63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29" name="Line 113">
                <a:extLst>
                  <a:ext uri="{FF2B5EF4-FFF2-40B4-BE49-F238E27FC236}">
                    <a16:creationId xmlns:a16="http://schemas.microsoft.com/office/drawing/2014/main" id="{213089C1-075A-44E7-9D35-8DF544E63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0" name="Line 114">
                <a:extLst>
                  <a:ext uri="{FF2B5EF4-FFF2-40B4-BE49-F238E27FC236}">
                    <a16:creationId xmlns:a16="http://schemas.microsoft.com/office/drawing/2014/main" id="{AC2BC714-D75C-4AAF-82CE-976CC1907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1" name="Line 115">
                <a:extLst>
                  <a:ext uri="{FF2B5EF4-FFF2-40B4-BE49-F238E27FC236}">
                    <a16:creationId xmlns:a16="http://schemas.microsoft.com/office/drawing/2014/main" id="{2AC19CD1-2CC0-4621-BDCB-5ACB042B7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32" name="Line 116">
                <a:extLst>
                  <a:ext uri="{FF2B5EF4-FFF2-40B4-BE49-F238E27FC236}">
                    <a16:creationId xmlns:a16="http://schemas.microsoft.com/office/drawing/2014/main" id="{D18F2318-1281-46BB-8005-550040E5C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3038" name="Group 117">
              <a:extLst>
                <a:ext uri="{FF2B5EF4-FFF2-40B4-BE49-F238E27FC236}">
                  <a16:creationId xmlns:a16="http://schemas.microsoft.com/office/drawing/2014/main" id="{89A38C91-F91C-41BF-8516-16D183E9A68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3107" name="Rectangle 118">
                <a:extLst>
                  <a:ext uri="{FF2B5EF4-FFF2-40B4-BE49-F238E27FC236}">
                    <a16:creationId xmlns:a16="http://schemas.microsoft.com/office/drawing/2014/main" id="{16CC20E2-7F41-4077-9F92-82C6B80C1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08" name="Text Box 119">
                <a:extLst>
                  <a:ext uri="{FF2B5EF4-FFF2-40B4-BE49-F238E27FC236}">
                    <a16:creationId xmlns:a16="http://schemas.microsoft.com/office/drawing/2014/main" id="{5E13237E-B572-4783-B540-556FE9624C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3109" name="Text Box 120">
                <a:extLst>
                  <a:ext uri="{FF2B5EF4-FFF2-40B4-BE49-F238E27FC236}">
                    <a16:creationId xmlns:a16="http://schemas.microsoft.com/office/drawing/2014/main" id="{D6405287-2A15-46D7-9246-C9B339DD2D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3110" name="Text Box 121">
                <a:extLst>
                  <a:ext uri="{FF2B5EF4-FFF2-40B4-BE49-F238E27FC236}">
                    <a16:creationId xmlns:a16="http://schemas.microsoft.com/office/drawing/2014/main" id="{942F9473-ACF4-4417-B72F-4764E3F358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3111" name="Text Box 122">
                <a:extLst>
                  <a:ext uri="{FF2B5EF4-FFF2-40B4-BE49-F238E27FC236}">
                    <a16:creationId xmlns:a16="http://schemas.microsoft.com/office/drawing/2014/main" id="{E4486E12-9B99-4FF1-B86B-F9E5784D87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112" name="Line 123">
                <a:extLst>
                  <a:ext uri="{FF2B5EF4-FFF2-40B4-BE49-F238E27FC236}">
                    <a16:creationId xmlns:a16="http://schemas.microsoft.com/office/drawing/2014/main" id="{2CA06EA9-0F0A-4341-ADA6-98EE96260A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3" name="Line 124">
                <a:extLst>
                  <a:ext uri="{FF2B5EF4-FFF2-40B4-BE49-F238E27FC236}">
                    <a16:creationId xmlns:a16="http://schemas.microsoft.com/office/drawing/2014/main" id="{572A95A2-BAB5-417D-A5FE-477D44348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4" name="Line 125">
                <a:extLst>
                  <a:ext uri="{FF2B5EF4-FFF2-40B4-BE49-F238E27FC236}">
                    <a16:creationId xmlns:a16="http://schemas.microsoft.com/office/drawing/2014/main" id="{2C90AD31-0452-4118-AC09-F6F3A91601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5" name="Line 126">
                <a:extLst>
                  <a:ext uri="{FF2B5EF4-FFF2-40B4-BE49-F238E27FC236}">
                    <a16:creationId xmlns:a16="http://schemas.microsoft.com/office/drawing/2014/main" id="{A1B46D43-CF97-4FBC-A093-77C774F4F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6" name="Line 127">
                <a:extLst>
                  <a:ext uri="{FF2B5EF4-FFF2-40B4-BE49-F238E27FC236}">
                    <a16:creationId xmlns:a16="http://schemas.microsoft.com/office/drawing/2014/main" id="{2223C117-B0EF-4220-835D-7CBBE14BEF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7" name="Line 128">
                <a:extLst>
                  <a:ext uri="{FF2B5EF4-FFF2-40B4-BE49-F238E27FC236}">
                    <a16:creationId xmlns:a16="http://schemas.microsoft.com/office/drawing/2014/main" id="{CF196947-C593-4E2C-A710-331DEA267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8" name="Line 129">
                <a:extLst>
                  <a:ext uri="{FF2B5EF4-FFF2-40B4-BE49-F238E27FC236}">
                    <a16:creationId xmlns:a16="http://schemas.microsoft.com/office/drawing/2014/main" id="{B1CDBC3A-9829-48DE-980A-B4D1B6ED3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19" name="Line 130">
                <a:extLst>
                  <a:ext uri="{FF2B5EF4-FFF2-40B4-BE49-F238E27FC236}">
                    <a16:creationId xmlns:a16="http://schemas.microsoft.com/office/drawing/2014/main" id="{D1EB51FF-E015-413B-B0AC-D3F0CA95E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39" name="Line 131">
              <a:extLst>
                <a:ext uri="{FF2B5EF4-FFF2-40B4-BE49-F238E27FC236}">
                  <a16:creationId xmlns:a16="http://schemas.microsoft.com/office/drawing/2014/main" id="{0D7D6510-D3DF-4F40-80C2-0B99CF63AD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0" name="Line 132">
              <a:extLst>
                <a:ext uri="{FF2B5EF4-FFF2-40B4-BE49-F238E27FC236}">
                  <a16:creationId xmlns:a16="http://schemas.microsoft.com/office/drawing/2014/main" id="{9F41F901-6B66-49D1-82DD-7E5DA39F6D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1" name="Line 133">
              <a:extLst>
                <a:ext uri="{FF2B5EF4-FFF2-40B4-BE49-F238E27FC236}">
                  <a16:creationId xmlns:a16="http://schemas.microsoft.com/office/drawing/2014/main" id="{8F139959-9A9B-4244-9ED7-3D5054B77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2" name="Line 134">
              <a:extLst>
                <a:ext uri="{FF2B5EF4-FFF2-40B4-BE49-F238E27FC236}">
                  <a16:creationId xmlns:a16="http://schemas.microsoft.com/office/drawing/2014/main" id="{16AE4976-2576-4870-A958-3B7966BAB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3" name="Group 135">
              <a:extLst>
                <a:ext uri="{FF2B5EF4-FFF2-40B4-BE49-F238E27FC236}">
                  <a16:creationId xmlns:a16="http://schemas.microsoft.com/office/drawing/2014/main" id="{55BEA843-C75C-4E6C-BBE3-74D7E89FB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3094" name="Rectangle 136">
                <a:extLst>
                  <a:ext uri="{FF2B5EF4-FFF2-40B4-BE49-F238E27FC236}">
                    <a16:creationId xmlns:a16="http://schemas.microsoft.com/office/drawing/2014/main" id="{F4CA8694-9484-41A5-81DE-CF6805548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5" name="Text Box 137">
                <a:extLst>
                  <a:ext uri="{FF2B5EF4-FFF2-40B4-BE49-F238E27FC236}">
                    <a16:creationId xmlns:a16="http://schemas.microsoft.com/office/drawing/2014/main" id="{B20F8113-4834-4AD7-B25F-7E39444AA0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3096" name="Text Box 138">
                <a:extLst>
                  <a:ext uri="{FF2B5EF4-FFF2-40B4-BE49-F238E27FC236}">
                    <a16:creationId xmlns:a16="http://schemas.microsoft.com/office/drawing/2014/main" id="{38972DE6-191F-4985-A797-B370BACDEF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3097" name="Text Box 139">
                <a:extLst>
                  <a:ext uri="{FF2B5EF4-FFF2-40B4-BE49-F238E27FC236}">
                    <a16:creationId xmlns:a16="http://schemas.microsoft.com/office/drawing/2014/main" id="{6A7E8D08-0357-4722-B46E-92B935E764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8" name="Text Box 140">
                <a:extLst>
                  <a:ext uri="{FF2B5EF4-FFF2-40B4-BE49-F238E27FC236}">
                    <a16:creationId xmlns:a16="http://schemas.microsoft.com/office/drawing/2014/main" id="{63FCA79B-40D1-44E6-8B44-1AD47F9471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99" name="Line 141">
                <a:extLst>
                  <a:ext uri="{FF2B5EF4-FFF2-40B4-BE49-F238E27FC236}">
                    <a16:creationId xmlns:a16="http://schemas.microsoft.com/office/drawing/2014/main" id="{9E07F7CF-9687-4D7B-8603-07C6DA4AC8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0" name="Line 142">
                <a:extLst>
                  <a:ext uri="{FF2B5EF4-FFF2-40B4-BE49-F238E27FC236}">
                    <a16:creationId xmlns:a16="http://schemas.microsoft.com/office/drawing/2014/main" id="{5D09BD3A-8FF6-4A7F-A9D9-1F7A3965FB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1" name="Line 143">
                <a:extLst>
                  <a:ext uri="{FF2B5EF4-FFF2-40B4-BE49-F238E27FC236}">
                    <a16:creationId xmlns:a16="http://schemas.microsoft.com/office/drawing/2014/main" id="{8188F628-AD54-452A-BDDC-9D6E2C099E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2" name="Line 144">
                <a:extLst>
                  <a:ext uri="{FF2B5EF4-FFF2-40B4-BE49-F238E27FC236}">
                    <a16:creationId xmlns:a16="http://schemas.microsoft.com/office/drawing/2014/main" id="{83EE54B1-A6D0-4B70-A8BA-7063A8DF4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3" name="Line 145">
                <a:extLst>
                  <a:ext uri="{FF2B5EF4-FFF2-40B4-BE49-F238E27FC236}">
                    <a16:creationId xmlns:a16="http://schemas.microsoft.com/office/drawing/2014/main" id="{0BFDA3DE-47D6-443B-AEA4-2BC65A3829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4" name="Line 146">
                <a:extLst>
                  <a:ext uri="{FF2B5EF4-FFF2-40B4-BE49-F238E27FC236}">
                    <a16:creationId xmlns:a16="http://schemas.microsoft.com/office/drawing/2014/main" id="{776A7E09-B46A-450A-8383-C0EFF21FCD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5" name="Line 147">
                <a:extLst>
                  <a:ext uri="{FF2B5EF4-FFF2-40B4-BE49-F238E27FC236}">
                    <a16:creationId xmlns:a16="http://schemas.microsoft.com/office/drawing/2014/main" id="{CCEE2125-80E0-4E05-A3FC-0824CFDF41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106" name="Line 148">
                <a:extLst>
                  <a:ext uri="{FF2B5EF4-FFF2-40B4-BE49-F238E27FC236}">
                    <a16:creationId xmlns:a16="http://schemas.microsoft.com/office/drawing/2014/main" id="{B6CD2649-CD78-4171-A5FA-A644608449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44" name="Line 149">
              <a:extLst>
                <a:ext uri="{FF2B5EF4-FFF2-40B4-BE49-F238E27FC236}">
                  <a16:creationId xmlns:a16="http://schemas.microsoft.com/office/drawing/2014/main" id="{7EE7A76B-36D0-4A9D-9792-4137D1AD05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5" name="Line 150">
              <a:extLst>
                <a:ext uri="{FF2B5EF4-FFF2-40B4-BE49-F238E27FC236}">
                  <a16:creationId xmlns:a16="http://schemas.microsoft.com/office/drawing/2014/main" id="{122A496F-634D-4B01-AFE0-F0FA38FC41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6" name="Group 152">
              <a:extLst>
                <a:ext uri="{FF2B5EF4-FFF2-40B4-BE49-F238E27FC236}">
                  <a16:creationId xmlns:a16="http://schemas.microsoft.com/office/drawing/2014/main" id="{0235B665-C9C6-49A2-B525-080133D00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3081" name="Rectangle 153">
                <a:extLst>
                  <a:ext uri="{FF2B5EF4-FFF2-40B4-BE49-F238E27FC236}">
                    <a16:creationId xmlns:a16="http://schemas.microsoft.com/office/drawing/2014/main" id="{9B62E169-0C86-44C4-BD3E-DFFAFBE29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82" name="Text Box 154">
                <a:extLst>
                  <a:ext uri="{FF2B5EF4-FFF2-40B4-BE49-F238E27FC236}">
                    <a16:creationId xmlns:a16="http://schemas.microsoft.com/office/drawing/2014/main" id="{55A98FC8-2737-49BD-9C8F-6D01D310484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3083" name="Text Box 155">
                <a:extLst>
                  <a:ext uri="{FF2B5EF4-FFF2-40B4-BE49-F238E27FC236}">
                    <a16:creationId xmlns:a16="http://schemas.microsoft.com/office/drawing/2014/main" id="{E43CB1D7-9AF1-4818-9BFD-0A8C71DE33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3084" name="Text Box 156">
                <a:extLst>
                  <a:ext uri="{FF2B5EF4-FFF2-40B4-BE49-F238E27FC236}">
                    <a16:creationId xmlns:a16="http://schemas.microsoft.com/office/drawing/2014/main" id="{A8BE8539-C2FC-47C7-AB68-CE85F3A756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3085" name="Text Box 157">
                <a:extLst>
                  <a:ext uri="{FF2B5EF4-FFF2-40B4-BE49-F238E27FC236}">
                    <a16:creationId xmlns:a16="http://schemas.microsoft.com/office/drawing/2014/main" id="{7B4D40DB-BB00-4C49-9A10-08B68A86B3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3086" name="Line 158">
                <a:extLst>
                  <a:ext uri="{FF2B5EF4-FFF2-40B4-BE49-F238E27FC236}">
                    <a16:creationId xmlns:a16="http://schemas.microsoft.com/office/drawing/2014/main" id="{C9439094-52D3-4FF1-B712-E3F153625A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7" name="Line 159">
                <a:extLst>
                  <a:ext uri="{FF2B5EF4-FFF2-40B4-BE49-F238E27FC236}">
                    <a16:creationId xmlns:a16="http://schemas.microsoft.com/office/drawing/2014/main" id="{20FA5FB4-288D-41B6-8597-3D9061EF8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8" name="Line 160">
                <a:extLst>
                  <a:ext uri="{FF2B5EF4-FFF2-40B4-BE49-F238E27FC236}">
                    <a16:creationId xmlns:a16="http://schemas.microsoft.com/office/drawing/2014/main" id="{5A1D8B05-8008-41F2-9E18-ABDE78DA9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9" name="Line 161">
                <a:extLst>
                  <a:ext uri="{FF2B5EF4-FFF2-40B4-BE49-F238E27FC236}">
                    <a16:creationId xmlns:a16="http://schemas.microsoft.com/office/drawing/2014/main" id="{F4D4F0E0-BADD-4FDE-ABCE-97B744623F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0" name="Line 162">
                <a:extLst>
                  <a:ext uri="{FF2B5EF4-FFF2-40B4-BE49-F238E27FC236}">
                    <a16:creationId xmlns:a16="http://schemas.microsoft.com/office/drawing/2014/main" id="{581A6CE4-5856-4C50-A95B-6A94E88E9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1" name="Line 163">
                <a:extLst>
                  <a:ext uri="{FF2B5EF4-FFF2-40B4-BE49-F238E27FC236}">
                    <a16:creationId xmlns:a16="http://schemas.microsoft.com/office/drawing/2014/main" id="{02AD9B8C-1D6E-434B-B110-F9F11224D4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2" name="Line 164">
                <a:extLst>
                  <a:ext uri="{FF2B5EF4-FFF2-40B4-BE49-F238E27FC236}">
                    <a16:creationId xmlns:a16="http://schemas.microsoft.com/office/drawing/2014/main" id="{489221F3-101B-44C7-82CF-127647174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93" name="Line 165">
                <a:extLst>
                  <a:ext uri="{FF2B5EF4-FFF2-40B4-BE49-F238E27FC236}">
                    <a16:creationId xmlns:a16="http://schemas.microsoft.com/office/drawing/2014/main" id="{3FE73E6C-A2BF-496F-ACA4-FDDE54DA38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47" name="Freeform 180">
              <a:extLst>
                <a:ext uri="{FF2B5EF4-FFF2-40B4-BE49-F238E27FC236}">
                  <a16:creationId xmlns:a16="http://schemas.microsoft.com/office/drawing/2014/main" id="{5BF65F34-470D-42BE-816C-8637A7F584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48" name="Freeform 181">
              <a:extLst>
                <a:ext uri="{FF2B5EF4-FFF2-40B4-BE49-F238E27FC236}">
                  <a16:creationId xmlns:a16="http://schemas.microsoft.com/office/drawing/2014/main" id="{F25D8B0C-5F4D-4131-97C5-5F6EF8CCC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49" name="Group 183">
              <a:extLst>
                <a:ext uri="{FF2B5EF4-FFF2-40B4-BE49-F238E27FC236}">
                  <a16:creationId xmlns:a16="http://schemas.microsoft.com/office/drawing/2014/main" id="{EC2AC65E-28E7-49E7-8633-B24F90DF4C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958"/>
              <a:ext cx="1513" cy="202"/>
              <a:chOff x="2976" y="2680"/>
              <a:chExt cx="1872" cy="296"/>
            </a:xfrm>
          </p:grpSpPr>
          <p:sp>
            <p:nvSpPr>
              <p:cNvPr id="43068" name="Rectangle 184">
                <a:extLst>
                  <a:ext uri="{FF2B5EF4-FFF2-40B4-BE49-F238E27FC236}">
                    <a16:creationId xmlns:a16="http://schemas.microsoft.com/office/drawing/2014/main" id="{3170AEFB-0FAB-4430-905E-6582328C3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69" name="Text Box 185">
                <a:extLst>
                  <a:ext uri="{FF2B5EF4-FFF2-40B4-BE49-F238E27FC236}">
                    <a16:creationId xmlns:a16="http://schemas.microsoft.com/office/drawing/2014/main" id="{D620A9DF-1F07-4AB3-9D9A-8822452B52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20</a:t>
                </a:r>
              </a:p>
            </p:txBody>
          </p:sp>
          <p:sp>
            <p:nvSpPr>
              <p:cNvPr id="43070" name="Text Box 186">
                <a:extLst>
                  <a:ext uri="{FF2B5EF4-FFF2-40B4-BE49-F238E27FC236}">
                    <a16:creationId xmlns:a16="http://schemas.microsoft.com/office/drawing/2014/main" id="{67323B40-AA48-4C5D-9F11-246D249953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19</a:t>
                </a:r>
              </a:p>
            </p:txBody>
          </p:sp>
          <p:sp>
            <p:nvSpPr>
              <p:cNvPr id="43071" name="Text Box 187">
                <a:extLst>
                  <a:ext uri="{FF2B5EF4-FFF2-40B4-BE49-F238E27FC236}">
                    <a16:creationId xmlns:a16="http://schemas.microsoft.com/office/drawing/2014/main" id="{5C3C9666-7EC7-4494-8993-5888BB5997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72" name="Text Box 188">
                <a:extLst>
                  <a:ext uri="{FF2B5EF4-FFF2-40B4-BE49-F238E27FC236}">
                    <a16:creationId xmlns:a16="http://schemas.microsoft.com/office/drawing/2014/main" id="{4B0BF655-3E31-4F6D-A376-61614152E6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73" name="Line 189">
                <a:extLst>
                  <a:ext uri="{FF2B5EF4-FFF2-40B4-BE49-F238E27FC236}">
                    <a16:creationId xmlns:a16="http://schemas.microsoft.com/office/drawing/2014/main" id="{51E9DE43-179F-4EEC-95B5-96979F8A20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4" name="Line 190">
                <a:extLst>
                  <a:ext uri="{FF2B5EF4-FFF2-40B4-BE49-F238E27FC236}">
                    <a16:creationId xmlns:a16="http://schemas.microsoft.com/office/drawing/2014/main" id="{40CD8A9C-3E35-4B1E-B937-47A1539A7B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5" name="Line 191">
                <a:extLst>
                  <a:ext uri="{FF2B5EF4-FFF2-40B4-BE49-F238E27FC236}">
                    <a16:creationId xmlns:a16="http://schemas.microsoft.com/office/drawing/2014/main" id="{97E1C0F0-2FD8-4B83-A945-480B63446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6" name="Line 192">
                <a:extLst>
                  <a:ext uri="{FF2B5EF4-FFF2-40B4-BE49-F238E27FC236}">
                    <a16:creationId xmlns:a16="http://schemas.microsoft.com/office/drawing/2014/main" id="{8CBAD411-AF75-4C22-A4E8-E9A56520ED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7" name="Line 193">
                <a:extLst>
                  <a:ext uri="{FF2B5EF4-FFF2-40B4-BE49-F238E27FC236}">
                    <a16:creationId xmlns:a16="http://schemas.microsoft.com/office/drawing/2014/main" id="{B73E6CA2-33B2-4636-B0FA-A1D3B39A46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8" name="Line 194">
                <a:extLst>
                  <a:ext uri="{FF2B5EF4-FFF2-40B4-BE49-F238E27FC236}">
                    <a16:creationId xmlns:a16="http://schemas.microsoft.com/office/drawing/2014/main" id="{286EE4E7-19E0-441E-B5E0-6180D6017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79" name="Line 195">
                <a:extLst>
                  <a:ext uri="{FF2B5EF4-FFF2-40B4-BE49-F238E27FC236}">
                    <a16:creationId xmlns:a16="http://schemas.microsoft.com/office/drawing/2014/main" id="{3430FE52-DBBB-493C-BCF1-46D3C90AD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80" name="Line 196">
                <a:extLst>
                  <a:ext uri="{FF2B5EF4-FFF2-40B4-BE49-F238E27FC236}">
                    <a16:creationId xmlns:a16="http://schemas.microsoft.com/office/drawing/2014/main" id="{C3983EA3-BFDC-45B6-BD71-B732BAB6D8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50" name="Freeform 197">
              <a:extLst>
                <a:ext uri="{FF2B5EF4-FFF2-40B4-BE49-F238E27FC236}">
                  <a16:creationId xmlns:a16="http://schemas.microsoft.com/office/drawing/2014/main" id="{D5866D49-032B-452E-AC3A-8ADF51C1C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2016"/>
              <a:ext cx="424" cy="1047"/>
            </a:xfrm>
            <a:custGeom>
              <a:avLst/>
              <a:gdLst>
                <a:gd name="T0" fmla="*/ 2 w 720"/>
                <a:gd name="T1" fmla="*/ 0 h 1008"/>
                <a:gd name="T2" fmla="*/ 1 w 720"/>
                <a:gd name="T3" fmla="*/ 874 h 1008"/>
                <a:gd name="T4" fmla="*/ 0 w 720"/>
                <a:gd name="T5" fmla="*/ 1531 h 1008"/>
                <a:gd name="T6" fmla="*/ 0 60000 65536"/>
                <a:gd name="T7" fmla="*/ 0 60000 65536"/>
                <a:gd name="T8" fmla="*/ 0 60000 65536"/>
                <a:gd name="T9" fmla="*/ 0 w 720"/>
                <a:gd name="T10" fmla="*/ 0 h 1008"/>
                <a:gd name="T11" fmla="*/ 720 w 720"/>
                <a:gd name="T12" fmla="*/ 1008 h 10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008">
                  <a:moveTo>
                    <a:pt x="720" y="0"/>
                  </a:moveTo>
                  <a:cubicBezTo>
                    <a:pt x="516" y="204"/>
                    <a:pt x="312" y="408"/>
                    <a:pt x="192" y="576"/>
                  </a:cubicBezTo>
                  <a:cubicBezTo>
                    <a:pt x="72" y="744"/>
                    <a:pt x="36" y="876"/>
                    <a:pt x="0" y="100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51" name="Freeform 198">
              <a:extLst>
                <a:ext uri="{FF2B5EF4-FFF2-40B4-BE49-F238E27FC236}">
                  <a16:creationId xmlns:a16="http://schemas.microsoft.com/office/drawing/2014/main" id="{521E899F-5169-4C6F-80EA-17C1F28D32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3052" name="Group 199">
              <a:extLst>
                <a:ext uri="{FF2B5EF4-FFF2-40B4-BE49-F238E27FC236}">
                  <a16:creationId xmlns:a16="http://schemas.microsoft.com/office/drawing/2014/main" id="{65B5088D-773E-4420-8332-17D5A8810E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3055" name="Rectangle 200">
                <a:extLst>
                  <a:ext uri="{FF2B5EF4-FFF2-40B4-BE49-F238E27FC236}">
                    <a16:creationId xmlns:a16="http://schemas.microsoft.com/office/drawing/2014/main" id="{ECEA464A-2A78-40CA-90E1-589DEDFAA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56" name="Text Box 201">
                <a:extLst>
                  <a:ext uri="{FF2B5EF4-FFF2-40B4-BE49-F238E27FC236}">
                    <a16:creationId xmlns:a16="http://schemas.microsoft.com/office/drawing/2014/main" id="{8A29EA46-CB72-4310-8700-D43F1702E1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3057" name="Text Box 202">
                <a:extLst>
                  <a:ext uri="{FF2B5EF4-FFF2-40B4-BE49-F238E27FC236}">
                    <a16:creationId xmlns:a16="http://schemas.microsoft.com/office/drawing/2014/main" id="{15497EF8-8304-45D2-8053-7CD31746BF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3058" name="Text Box 203">
                <a:extLst>
                  <a:ext uri="{FF2B5EF4-FFF2-40B4-BE49-F238E27FC236}">
                    <a16:creationId xmlns:a16="http://schemas.microsoft.com/office/drawing/2014/main" id="{F3A253E1-16BA-4B71-A051-824A15D939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59" name="Text Box 204">
                <a:extLst>
                  <a:ext uri="{FF2B5EF4-FFF2-40B4-BE49-F238E27FC236}">
                    <a16:creationId xmlns:a16="http://schemas.microsoft.com/office/drawing/2014/main" id="{AA78B167-542D-45B3-B261-47B80A2608C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3060" name="Line 205">
                <a:extLst>
                  <a:ext uri="{FF2B5EF4-FFF2-40B4-BE49-F238E27FC236}">
                    <a16:creationId xmlns:a16="http://schemas.microsoft.com/office/drawing/2014/main" id="{32A1BE88-6E85-4D8F-9ED3-0F87FB33E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1" name="Line 206">
                <a:extLst>
                  <a:ext uri="{FF2B5EF4-FFF2-40B4-BE49-F238E27FC236}">
                    <a16:creationId xmlns:a16="http://schemas.microsoft.com/office/drawing/2014/main" id="{045CD832-05A9-4141-99DD-7F59DF4841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2" name="Line 207">
                <a:extLst>
                  <a:ext uri="{FF2B5EF4-FFF2-40B4-BE49-F238E27FC236}">
                    <a16:creationId xmlns:a16="http://schemas.microsoft.com/office/drawing/2014/main" id="{5B1E5D04-48DF-4189-A009-B46BBB020D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3" name="Line 208">
                <a:extLst>
                  <a:ext uri="{FF2B5EF4-FFF2-40B4-BE49-F238E27FC236}">
                    <a16:creationId xmlns:a16="http://schemas.microsoft.com/office/drawing/2014/main" id="{500F60D6-9E7B-4AA3-AFC7-99979085E0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4" name="Line 209">
                <a:extLst>
                  <a:ext uri="{FF2B5EF4-FFF2-40B4-BE49-F238E27FC236}">
                    <a16:creationId xmlns:a16="http://schemas.microsoft.com/office/drawing/2014/main" id="{570C0F57-6062-4C4E-B05B-4D636F7272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5" name="Line 210">
                <a:extLst>
                  <a:ext uri="{FF2B5EF4-FFF2-40B4-BE49-F238E27FC236}">
                    <a16:creationId xmlns:a16="http://schemas.microsoft.com/office/drawing/2014/main" id="{A1C6CC4A-E88E-4328-9F4E-5D6AC41C91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6" name="Line 211">
                <a:extLst>
                  <a:ext uri="{FF2B5EF4-FFF2-40B4-BE49-F238E27FC236}">
                    <a16:creationId xmlns:a16="http://schemas.microsoft.com/office/drawing/2014/main" id="{3554FDB3-EDB2-4D09-AF0D-0ABD34699E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3067" name="Line 212">
                <a:extLst>
                  <a:ext uri="{FF2B5EF4-FFF2-40B4-BE49-F238E27FC236}">
                    <a16:creationId xmlns:a16="http://schemas.microsoft.com/office/drawing/2014/main" id="{23B6E2FE-128F-4B47-9E39-D1BE08FB1A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3053" name="Line 213">
              <a:extLst>
                <a:ext uri="{FF2B5EF4-FFF2-40B4-BE49-F238E27FC236}">
                  <a16:creationId xmlns:a16="http://schemas.microsoft.com/office/drawing/2014/main" id="{E0DCDA29-2281-47E6-8BE4-1F37B6E070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1728"/>
              <a:ext cx="282" cy="24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3054" name="Freeform 221">
              <a:extLst>
                <a:ext uri="{FF2B5EF4-FFF2-40B4-BE49-F238E27FC236}">
                  <a16:creationId xmlns:a16="http://schemas.microsoft.com/office/drawing/2014/main" id="{72153150-8A95-4189-902D-3237F25F1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2064"/>
              <a:ext cx="944" cy="1488"/>
            </a:xfrm>
            <a:custGeom>
              <a:avLst/>
              <a:gdLst>
                <a:gd name="T0" fmla="*/ 0 w 944"/>
                <a:gd name="T1" fmla="*/ 0 h 1488"/>
                <a:gd name="T2" fmla="*/ 144 w 944"/>
                <a:gd name="T3" fmla="*/ 528 h 1488"/>
                <a:gd name="T4" fmla="*/ 816 w 944"/>
                <a:gd name="T5" fmla="*/ 1008 h 1488"/>
                <a:gd name="T6" fmla="*/ 912 w 944"/>
                <a:gd name="T7" fmla="*/ 1488 h 148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4"/>
                <a:gd name="T13" fmla="*/ 0 h 1488"/>
                <a:gd name="T14" fmla="*/ 944 w 944"/>
                <a:gd name="T15" fmla="*/ 1488 h 148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4" h="1488">
                  <a:moveTo>
                    <a:pt x="0" y="0"/>
                  </a:moveTo>
                  <a:cubicBezTo>
                    <a:pt x="4" y="180"/>
                    <a:pt x="8" y="360"/>
                    <a:pt x="144" y="528"/>
                  </a:cubicBezTo>
                  <a:cubicBezTo>
                    <a:pt x="280" y="696"/>
                    <a:pt x="688" y="848"/>
                    <a:pt x="816" y="1008"/>
                  </a:cubicBezTo>
                  <a:cubicBezTo>
                    <a:pt x="944" y="1168"/>
                    <a:pt x="928" y="1328"/>
                    <a:pt x="912" y="148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05" name="Line 232">
            <a:extLst>
              <a:ext uri="{FF2B5EF4-FFF2-40B4-BE49-F238E27FC236}">
                <a16:creationId xmlns:a16="http://schemas.microsoft.com/office/drawing/2014/main" id="{BD5D74B9-650E-497C-95C4-5269AD03744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133600"/>
            <a:ext cx="1676400" cy="4572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06" name="Line 233">
            <a:extLst>
              <a:ext uri="{FF2B5EF4-FFF2-40B4-BE49-F238E27FC236}">
                <a16:creationId xmlns:a16="http://schemas.microsoft.com/office/drawing/2014/main" id="{DE15C04A-E1D1-4E86-8FDD-5DBC08FA0FD1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4000" y="2133600"/>
            <a:ext cx="381000" cy="1066800"/>
          </a:xfrm>
          <a:prstGeom prst="line">
            <a:avLst/>
          </a:prstGeom>
          <a:noFill/>
          <a:ln w="25400">
            <a:solidFill>
              <a:schemeClr val="folHlink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6" name="Rectangle 2">
            <a:extLst>
              <a:ext uri="{FF2B5EF4-FFF2-40B4-BE49-F238E27FC236}">
                <a16:creationId xmlns:a16="http://schemas.microsoft.com/office/drawing/2014/main" id="{2B55BFA1-99D7-4114-BA29-A0740FD99D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  <p:extLst>
      <p:ext uri="{BB962C8B-B14F-4D97-AF65-F5344CB8AC3E}">
        <p14:creationId xmlns:p14="http://schemas.microsoft.com/office/powerpoint/2010/main" val="31564509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35" name="Group 200">
            <a:extLst>
              <a:ext uri="{FF2B5EF4-FFF2-40B4-BE49-F238E27FC236}">
                <a16:creationId xmlns:a16="http://schemas.microsoft.com/office/drawing/2014/main" id="{F6D21BD9-5F94-4791-878A-DA4912135834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1981200"/>
            <a:ext cx="9031288" cy="4002088"/>
            <a:chOff x="48" y="1248"/>
            <a:chExt cx="5689" cy="2521"/>
          </a:xfrm>
        </p:grpSpPr>
        <p:grpSp>
          <p:nvGrpSpPr>
            <p:cNvPr id="44054" name="Group 5">
              <a:extLst>
                <a:ext uri="{FF2B5EF4-FFF2-40B4-BE49-F238E27FC236}">
                  <a16:creationId xmlns:a16="http://schemas.microsoft.com/office/drawing/2014/main" id="{0BD2ED4F-3A60-4CCD-9D9E-3A336AFA1E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0" y="1248"/>
              <a:ext cx="1513" cy="202"/>
              <a:chOff x="2976" y="2680"/>
              <a:chExt cx="1872" cy="296"/>
            </a:xfrm>
          </p:grpSpPr>
          <p:sp>
            <p:nvSpPr>
              <p:cNvPr id="44218" name="Rectangle 6">
                <a:extLst>
                  <a:ext uri="{FF2B5EF4-FFF2-40B4-BE49-F238E27FC236}">
                    <a16:creationId xmlns:a16="http://schemas.microsoft.com/office/drawing/2014/main" id="{BC64AF71-F646-4DD4-BA0B-86537CBD61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219" name="Text Box 7">
                <a:extLst>
                  <a:ext uri="{FF2B5EF4-FFF2-40B4-BE49-F238E27FC236}">
                    <a16:creationId xmlns:a16="http://schemas.microsoft.com/office/drawing/2014/main" id="{B4402BAD-DFB6-4CC0-82FE-B7E06BE617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60</a:t>
                </a:r>
              </a:p>
            </p:txBody>
          </p:sp>
          <p:sp>
            <p:nvSpPr>
              <p:cNvPr id="44220" name="Text Box 8">
                <a:extLst>
                  <a:ext uri="{FF2B5EF4-FFF2-40B4-BE49-F238E27FC236}">
                    <a16:creationId xmlns:a16="http://schemas.microsoft.com/office/drawing/2014/main" id="{1461515D-F51A-4F2D-BF0B-57F8AAAAD8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17</a:t>
                </a:r>
              </a:p>
            </p:txBody>
          </p:sp>
          <p:sp>
            <p:nvSpPr>
              <p:cNvPr id="44221" name="Text Box 9">
                <a:extLst>
                  <a:ext uri="{FF2B5EF4-FFF2-40B4-BE49-F238E27FC236}">
                    <a16:creationId xmlns:a16="http://schemas.microsoft.com/office/drawing/2014/main" id="{4674E52C-0031-4944-9038-09C7B88A221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222" name="Text Box 10">
                <a:extLst>
                  <a:ext uri="{FF2B5EF4-FFF2-40B4-BE49-F238E27FC236}">
                    <a16:creationId xmlns:a16="http://schemas.microsoft.com/office/drawing/2014/main" id="{7DC715A8-2FCF-4AD4-8A80-3979E5E35CE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223" name="Line 11">
                <a:extLst>
                  <a:ext uri="{FF2B5EF4-FFF2-40B4-BE49-F238E27FC236}">
                    <a16:creationId xmlns:a16="http://schemas.microsoft.com/office/drawing/2014/main" id="{9EF958D4-F3C5-407B-A2EA-AFC839F07B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24" name="Line 12">
                <a:extLst>
                  <a:ext uri="{FF2B5EF4-FFF2-40B4-BE49-F238E27FC236}">
                    <a16:creationId xmlns:a16="http://schemas.microsoft.com/office/drawing/2014/main" id="{52B611B0-A422-4A08-A630-ADAEF647E6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25" name="Line 13">
                <a:extLst>
                  <a:ext uri="{FF2B5EF4-FFF2-40B4-BE49-F238E27FC236}">
                    <a16:creationId xmlns:a16="http://schemas.microsoft.com/office/drawing/2014/main" id="{2E6BEDDC-F174-4476-9439-868153C76B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26" name="Line 14">
                <a:extLst>
                  <a:ext uri="{FF2B5EF4-FFF2-40B4-BE49-F238E27FC236}">
                    <a16:creationId xmlns:a16="http://schemas.microsoft.com/office/drawing/2014/main" id="{8C38DF3C-9399-4638-90A5-E11CB8F5D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27" name="Line 15">
                <a:extLst>
                  <a:ext uri="{FF2B5EF4-FFF2-40B4-BE49-F238E27FC236}">
                    <a16:creationId xmlns:a16="http://schemas.microsoft.com/office/drawing/2014/main" id="{DC79F758-5C58-4575-829A-BF077AFFE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28" name="Line 16">
                <a:extLst>
                  <a:ext uri="{FF2B5EF4-FFF2-40B4-BE49-F238E27FC236}">
                    <a16:creationId xmlns:a16="http://schemas.microsoft.com/office/drawing/2014/main" id="{9FA3C260-8150-4A92-A7FD-BA4549603B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29" name="Line 17">
                <a:extLst>
                  <a:ext uri="{FF2B5EF4-FFF2-40B4-BE49-F238E27FC236}">
                    <a16:creationId xmlns:a16="http://schemas.microsoft.com/office/drawing/2014/main" id="{3438E295-6653-4157-A651-8D409DE72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30" name="Line 18">
                <a:extLst>
                  <a:ext uri="{FF2B5EF4-FFF2-40B4-BE49-F238E27FC236}">
                    <a16:creationId xmlns:a16="http://schemas.microsoft.com/office/drawing/2014/main" id="{791FB659-6770-4C66-A880-0CEF34B50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55" name="Group 19">
              <a:extLst>
                <a:ext uri="{FF2B5EF4-FFF2-40B4-BE49-F238E27FC236}">
                  <a16:creationId xmlns:a16="http://schemas.microsoft.com/office/drawing/2014/main" id="{683CF0AA-2418-4F86-82CB-557CCC0912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4" y="1601"/>
              <a:ext cx="1513" cy="202"/>
              <a:chOff x="2976" y="2680"/>
              <a:chExt cx="1872" cy="296"/>
            </a:xfrm>
          </p:grpSpPr>
          <p:sp>
            <p:nvSpPr>
              <p:cNvPr id="44205" name="Rectangle 20">
                <a:extLst>
                  <a:ext uri="{FF2B5EF4-FFF2-40B4-BE49-F238E27FC236}">
                    <a16:creationId xmlns:a16="http://schemas.microsoft.com/office/drawing/2014/main" id="{607B0B05-3957-494F-BCAD-CFEEB0163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206" name="Text Box 21">
                <a:extLst>
                  <a:ext uri="{FF2B5EF4-FFF2-40B4-BE49-F238E27FC236}">
                    <a16:creationId xmlns:a16="http://schemas.microsoft.com/office/drawing/2014/main" id="{FA126A72-1CF9-4B17-A8FD-0CCFEF132A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13</a:t>
                </a:r>
              </a:p>
            </p:txBody>
          </p:sp>
          <p:sp>
            <p:nvSpPr>
              <p:cNvPr id="44207" name="Text Box 22">
                <a:extLst>
                  <a:ext uri="{FF2B5EF4-FFF2-40B4-BE49-F238E27FC236}">
                    <a16:creationId xmlns:a16="http://schemas.microsoft.com/office/drawing/2014/main" id="{48800003-7F90-425D-9D8B-8F0DF9483A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</a:t>
                </a:r>
              </a:p>
            </p:txBody>
          </p:sp>
          <p:sp>
            <p:nvSpPr>
              <p:cNvPr id="44208" name="Text Box 23">
                <a:extLst>
                  <a:ext uri="{FF2B5EF4-FFF2-40B4-BE49-F238E27FC236}">
                    <a16:creationId xmlns:a16="http://schemas.microsoft.com/office/drawing/2014/main" id="{2A4614DE-D68C-4057-922F-E08C0D725D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209" name="Text Box 24">
                <a:extLst>
                  <a:ext uri="{FF2B5EF4-FFF2-40B4-BE49-F238E27FC236}">
                    <a16:creationId xmlns:a16="http://schemas.microsoft.com/office/drawing/2014/main" id="{2B9E6564-7A07-4EB4-9DFF-38E8AE9432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4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210" name="Line 25">
                <a:extLst>
                  <a:ext uri="{FF2B5EF4-FFF2-40B4-BE49-F238E27FC236}">
                    <a16:creationId xmlns:a16="http://schemas.microsoft.com/office/drawing/2014/main" id="{C571F5FC-0F8F-4F54-9F71-AB9627A502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1" name="Line 26">
                <a:extLst>
                  <a:ext uri="{FF2B5EF4-FFF2-40B4-BE49-F238E27FC236}">
                    <a16:creationId xmlns:a16="http://schemas.microsoft.com/office/drawing/2014/main" id="{2D03EC3C-09D0-49E4-A71A-5C21729809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2" name="Line 27">
                <a:extLst>
                  <a:ext uri="{FF2B5EF4-FFF2-40B4-BE49-F238E27FC236}">
                    <a16:creationId xmlns:a16="http://schemas.microsoft.com/office/drawing/2014/main" id="{DBC3C266-9734-4766-A6DC-528E86369E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3" name="Line 28">
                <a:extLst>
                  <a:ext uri="{FF2B5EF4-FFF2-40B4-BE49-F238E27FC236}">
                    <a16:creationId xmlns:a16="http://schemas.microsoft.com/office/drawing/2014/main" id="{535FD2BA-943C-419F-943F-D05FFFFC5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4" name="Line 29">
                <a:extLst>
                  <a:ext uri="{FF2B5EF4-FFF2-40B4-BE49-F238E27FC236}">
                    <a16:creationId xmlns:a16="http://schemas.microsoft.com/office/drawing/2014/main" id="{29654CB8-3836-457F-B3BE-D1125349E6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5" name="Line 30">
                <a:extLst>
                  <a:ext uri="{FF2B5EF4-FFF2-40B4-BE49-F238E27FC236}">
                    <a16:creationId xmlns:a16="http://schemas.microsoft.com/office/drawing/2014/main" id="{67F8AD13-A595-42C1-B66A-DD0A3442C3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6" name="Line 31">
                <a:extLst>
                  <a:ext uri="{FF2B5EF4-FFF2-40B4-BE49-F238E27FC236}">
                    <a16:creationId xmlns:a16="http://schemas.microsoft.com/office/drawing/2014/main" id="{92C22F01-C960-49DC-B4A2-3618070F77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17" name="Line 32">
                <a:extLst>
                  <a:ext uri="{FF2B5EF4-FFF2-40B4-BE49-F238E27FC236}">
                    <a16:creationId xmlns:a16="http://schemas.microsoft.com/office/drawing/2014/main" id="{120672E0-9FFF-4E4C-BD48-E9A6379D5A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56" name="Group 33">
              <a:extLst>
                <a:ext uri="{FF2B5EF4-FFF2-40B4-BE49-F238E27FC236}">
                  <a16:creationId xmlns:a16="http://schemas.microsoft.com/office/drawing/2014/main" id="{714BA9B6-4039-457D-8A81-1B58644138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73" y="1903"/>
              <a:ext cx="1513" cy="202"/>
              <a:chOff x="2976" y="2680"/>
              <a:chExt cx="1872" cy="296"/>
            </a:xfrm>
          </p:grpSpPr>
          <p:sp>
            <p:nvSpPr>
              <p:cNvPr id="44192" name="Rectangle 34">
                <a:extLst>
                  <a:ext uri="{FF2B5EF4-FFF2-40B4-BE49-F238E27FC236}">
                    <a16:creationId xmlns:a16="http://schemas.microsoft.com/office/drawing/2014/main" id="{EE96FAC0-D409-4115-8853-93D47B1130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93" name="Text Box 35">
                <a:extLst>
                  <a:ext uri="{FF2B5EF4-FFF2-40B4-BE49-F238E27FC236}">
                    <a16:creationId xmlns:a16="http://schemas.microsoft.com/office/drawing/2014/main" id="{08AFA876-2EA2-4497-8656-D1EDFA1C45F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40</a:t>
                </a:r>
              </a:p>
            </p:txBody>
          </p:sp>
          <p:sp>
            <p:nvSpPr>
              <p:cNvPr id="44194" name="Text Box 36">
                <a:extLst>
                  <a:ext uri="{FF2B5EF4-FFF2-40B4-BE49-F238E27FC236}">
                    <a16:creationId xmlns:a16="http://schemas.microsoft.com/office/drawing/2014/main" id="{B1559937-4386-4406-BF9D-1AD77AB26C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4" y="2719"/>
                <a:ext cx="285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folHlink"/>
                    </a:solidFill>
                    <a:latin typeface="Verdana" panose="020B0604030504040204" pitchFamily="34" charset="0"/>
                  </a:rPr>
                  <a:t>22</a:t>
                </a:r>
              </a:p>
            </p:txBody>
          </p:sp>
          <p:sp>
            <p:nvSpPr>
              <p:cNvPr id="44195" name="Text Box 37">
                <a:extLst>
                  <a:ext uri="{FF2B5EF4-FFF2-40B4-BE49-F238E27FC236}">
                    <a16:creationId xmlns:a16="http://schemas.microsoft.com/office/drawing/2014/main" id="{29F3003E-9BF2-4097-ACA8-BB0DE9254A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96" name="Text Box 38">
                <a:extLst>
                  <a:ext uri="{FF2B5EF4-FFF2-40B4-BE49-F238E27FC236}">
                    <a16:creationId xmlns:a16="http://schemas.microsoft.com/office/drawing/2014/main" id="{58A16E12-021A-42E4-BF69-4C044C7E47C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97" name="Line 39">
                <a:extLst>
                  <a:ext uri="{FF2B5EF4-FFF2-40B4-BE49-F238E27FC236}">
                    <a16:creationId xmlns:a16="http://schemas.microsoft.com/office/drawing/2014/main" id="{325F4915-8BF8-4641-9A9A-7822D7ED9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98" name="Line 40">
                <a:extLst>
                  <a:ext uri="{FF2B5EF4-FFF2-40B4-BE49-F238E27FC236}">
                    <a16:creationId xmlns:a16="http://schemas.microsoft.com/office/drawing/2014/main" id="{8A9BA220-B1CF-4E19-BB98-655863727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99" name="Line 41">
                <a:extLst>
                  <a:ext uri="{FF2B5EF4-FFF2-40B4-BE49-F238E27FC236}">
                    <a16:creationId xmlns:a16="http://schemas.microsoft.com/office/drawing/2014/main" id="{CB0C9AF3-A7B8-4DBD-901C-DBD271F65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00" name="Line 42">
                <a:extLst>
                  <a:ext uri="{FF2B5EF4-FFF2-40B4-BE49-F238E27FC236}">
                    <a16:creationId xmlns:a16="http://schemas.microsoft.com/office/drawing/2014/main" id="{60C97506-5A5D-48A2-9D00-32A874EF0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01" name="Line 43">
                <a:extLst>
                  <a:ext uri="{FF2B5EF4-FFF2-40B4-BE49-F238E27FC236}">
                    <a16:creationId xmlns:a16="http://schemas.microsoft.com/office/drawing/2014/main" id="{6230810A-E830-4A01-B70D-CD8FFF778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02" name="Line 44">
                <a:extLst>
                  <a:ext uri="{FF2B5EF4-FFF2-40B4-BE49-F238E27FC236}">
                    <a16:creationId xmlns:a16="http://schemas.microsoft.com/office/drawing/2014/main" id="{F0EFB513-40C5-4F33-ACF3-EE28EE097F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03" name="Line 45">
                <a:extLst>
                  <a:ext uri="{FF2B5EF4-FFF2-40B4-BE49-F238E27FC236}">
                    <a16:creationId xmlns:a16="http://schemas.microsoft.com/office/drawing/2014/main" id="{A56C747E-E4B5-4FFB-BC5E-90FB1E9F67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204" name="Line 46">
                <a:extLst>
                  <a:ext uri="{FF2B5EF4-FFF2-40B4-BE49-F238E27FC236}">
                    <a16:creationId xmlns:a16="http://schemas.microsoft.com/office/drawing/2014/main" id="{F5EE4B1F-E25D-449C-83A8-41C465BFE4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57" name="Group 47">
              <a:extLst>
                <a:ext uri="{FF2B5EF4-FFF2-40B4-BE49-F238E27FC236}">
                  <a16:creationId xmlns:a16="http://schemas.microsoft.com/office/drawing/2014/main" id="{174F354E-4852-4759-8A47-F39DC9D7C7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7" y="1601"/>
              <a:ext cx="1512" cy="202"/>
              <a:chOff x="2976" y="2680"/>
              <a:chExt cx="1872" cy="296"/>
            </a:xfrm>
          </p:grpSpPr>
          <p:sp>
            <p:nvSpPr>
              <p:cNvPr id="44179" name="Rectangle 48">
                <a:extLst>
                  <a:ext uri="{FF2B5EF4-FFF2-40B4-BE49-F238E27FC236}">
                    <a16:creationId xmlns:a16="http://schemas.microsoft.com/office/drawing/2014/main" id="{3CAACB14-E4CB-4158-8EE6-5725DBFD3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80" name="Text Box 49">
                <a:extLst>
                  <a:ext uri="{FF2B5EF4-FFF2-40B4-BE49-F238E27FC236}">
                    <a16:creationId xmlns:a16="http://schemas.microsoft.com/office/drawing/2014/main" id="{E420F5FF-241F-4979-8D19-FB1FE72F99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1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80</a:t>
                </a:r>
              </a:p>
            </p:txBody>
          </p:sp>
          <p:sp>
            <p:nvSpPr>
              <p:cNvPr id="44181" name="Text Box 50">
                <a:extLst>
                  <a:ext uri="{FF2B5EF4-FFF2-40B4-BE49-F238E27FC236}">
                    <a16:creationId xmlns:a16="http://schemas.microsoft.com/office/drawing/2014/main" id="{6E883D7E-B5A0-4364-ADD9-D4A2DDCA9C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70</a:t>
                </a:r>
              </a:p>
            </p:txBody>
          </p:sp>
          <p:sp>
            <p:nvSpPr>
              <p:cNvPr id="44182" name="Text Box 51">
                <a:extLst>
                  <a:ext uri="{FF2B5EF4-FFF2-40B4-BE49-F238E27FC236}">
                    <a16:creationId xmlns:a16="http://schemas.microsoft.com/office/drawing/2014/main" id="{FA13E6AC-A964-4F19-B98A-68F5E40705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83" name="Text Box 52">
                <a:extLst>
                  <a:ext uri="{FF2B5EF4-FFF2-40B4-BE49-F238E27FC236}">
                    <a16:creationId xmlns:a16="http://schemas.microsoft.com/office/drawing/2014/main" id="{2972F4C8-9BC6-4460-BBA4-C0C41E1B1E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84" name="Line 53">
                <a:extLst>
                  <a:ext uri="{FF2B5EF4-FFF2-40B4-BE49-F238E27FC236}">
                    <a16:creationId xmlns:a16="http://schemas.microsoft.com/office/drawing/2014/main" id="{C1772E6C-ED60-4C36-84DC-26F3C385F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85" name="Line 54">
                <a:extLst>
                  <a:ext uri="{FF2B5EF4-FFF2-40B4-BE49-F238E27FC236}">
                    <a16:creationId xmlns:a16="http://schemas.microsoft.com/office/drawing/2014/main" id="{696BAAB9-01F1-4BDA-8C39-6AE74D9DE3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86" name="Line 55">
                <a:extLst>
                  <a:ext uri="{FF2B5EF4-FFF2-40B4-BE49-F238E27FC236}">
                    <a16:creationId xmlns:a16="http://schemas.microsoft.com/office/drawing/2014/main" id="{5996BF5C-71E7-4F9A-9EF3-599428E1E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87" name="Line 56">
                <a:extLst>
                  <a:ext uri="{FF2B5EF4-FFF2-40B4-BE49-F238E27FC236}">
                    <a16:creationId xmlns:a16="http://schemas.microsoft.com/office/drawing/2014/main" id="{E6D41EA4-9229-44E7-8625-3A4F97526C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88" name="Line 57">
                <a:extLst>
                  <a:ext uri="{FF2B5EF4-FFF2-40B4-BE49-F238E27FC236}">
                    <a16:creationId xmlns:a16="http://schemas.microsoft.com/office/drawing/2014/main" id="{2EABCDC7-068A-4A8D-A269-ACA4FC95E0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89" name="Line 58">
                <a:extLst>
                  <a:ext uri="{FF2B5EF4-FFF2-40B4-BE49-F238E27FC236}">
                    <a16:creationId xmlns:a16="http://schemas.microsoft.com/office/drawing/2014/main" id="{872925FC-4C94-4DCF-B86F-4979D1C41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90" name="Line 59">
                <a:extLst>
                  <a:ext uri="{FF2B5EF4-FFF2-40B4-BE49-F238E27FC236}">
                    <a16:creationId xmlns:a16="http://schemas.microsoft.com/office/drawing/2014/main" id="{47C76F68-A913-4E56-A72F-4CD7A11EEC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91" name="Line 60">
                <a:extLst>
                  <a:ext uri="{FF2B5EF4-FFF2-40B4-BE49-F238E27FC236}">
                    <a16:creationId xmlns:a16="http://schemas.microsoft.com/office/drawing/2014/main" id="{8D4979A3-02DF-48EF-9A42-C760C2DF62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58" name="Group 61">
              <a:extLst>
                <a:ext uri="{FF2B5EF4-FFF2-40B4-BE49-F238E27FC236}">
                  <a16:creationId xmlns:a16="http://schemas.microsoft.com/office/drawing/2014/main" id="{A9416625-24DF-43B4-AE92-99392B83E8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" y="2976"/>
              <a:ext cx="1513" cy="202"/>
              <a:chOff x="2976" y="2680"/>
              <a:chExt cx="1872" cy="296"/>
            </a:xfrm>
          </p:grpSpPr>
          <p:sp>
            <p:nvSpPr>
              <p:cNvPr id="44166" name="Rectangle 62">
                <a:extLst>
                  <a:ext uri="{FF2B5EF4-FFF2-40B4-BE49-F238E27FC236}">
                    <a16:creationId xmlns:a16="http://schemas.microsoft.com/office/drawing/2014/main" id="{29C2AFDD-D0C9-4779-B96D-59087D33A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67" name="Text Box 63">
                <a:extLst>
                  <a:ext uri="{FF2B5EF4-FFF2-40B4-BE49-F238E27FC236}">
                    <a16:creationId xmlns:a16="http://schemas.microsoft.com/office/drawing/2014/main" id="{82164C59-05D6-4ECC-BDD0-711F9D247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</a:t>
                </a:r>
              </a:p>
            </p:txBody>
          </p:sp>
          <p:sp>
            <p:nvSpPr>
              <p:cNvPr id="44168" name="Text Box 64">
                <a:extLst>
                  <a:ext uri="{FF2B5EF4-FFF2-40B4-BE49-F238E27FC236}">
                    <a16:creationId xmlns:a16="http://schemas.microsoft.com/office/drawing/2014/main" id="{C7517155-8476-4DAB-B4A9-4709AB1DD7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19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</a:t>
                </a:r>
              </a:p>
            </p:txBody>
          </p:sp>
          <p:sp>
            <p:nvSpPr>
              <p:cNvPr id="44169" name="Text Box 65">
                <a:extLst>
                  <a:ext uri="{FF2B5EF4-FFF2-40B4-BE49-F238E27FC236}">
                    <a16:creationId xmlns:a16="http://schemas.microsoft.com/office/drawing/2014/main" id="{E79B7620-C3AB-45E0-80A2-846337466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70" name="Text Box 66">
                <a:extLst>
                  <a:ext uri="{FF2B5EF4-FFF2-40B4-BE49-F238E27FC236}">
                    <a16:creationId xmlns:a16="http://schemas.microsoft.com/office/drawing/2014/main" id="{BAE2F472-60B2-4B3A-8C05-EC9584984B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71" name="Line 67">
                <a:extLst>
                  <a:ext uri="{FF2B5EF4-FFF2-40B4-BE49-F238E27FC236}">
                    <a16:creationId xmlns:a16="http://schemas.microsoft.com/office/drawing/2014/main" id="{326CA0B3-07C7-4143-882C-62EC950FF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2" name="Line 68">
                <a:extLst>
                  <a:ext uri="{FF2B5EF4-FFF2-40B4-BE49-F238E27FC236}">
                    <a16:creationId xmlns:a16="http://schemas.microsoft.com/office/drawing/2014/main" id="{7C70F486-09C3-4EFA-B840-35AB8871F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3" name="Line 69">
                <a:extLst>
                  <a:ext uri="{FF2B5EF4-FFF2-40B4-BE49-F238E27FC236}">
                    <a16:creationId xmlns:a16="http://schemas.microsoft.com/office/drawing/2014/main" id="{2C5A6A33-C909-4B13-B78A-CCB7DAC546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4" name="Line 70">
                <a:extLst>
                  <a:ext uri="{FF2B5EF4-FFF2-40B4-BE49-F238E27FC236}">
                    <a16:creationId xmlns:a16="http://schemas.microsoft.com/office/drawing/2014/main" id="{EDB90CF4-57FE-4181-A308-8E7A4A56D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5" name="Line 71">
                <a:extLst>
                  <a:ext uri="{FF2B5EF4-FFF2-40B4-BE49-F238E27FC236}">
                    <a16:creationId xmlns:a16="http://schemas.microsoft.com/office/drawing/2014/main" id="{D866E133-C04C-4B19-A204-59239ACF94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6" name="Line 72">
                <a:extLst>
                  <a:ext uri="{FF2B5EF4-FFF2-40B4-BE49-F238E27FC236}">
                    <a16:creationId xmlns:a16="http://schemas.microsoft.com/office/drawing/2014/main" id="{671E20AB-494F-485E-83C1-74ABBE9351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7" name="Line 73">
                <a:extLst>
                  <a:ext uri="{FF2B5EF4-FFF2-40B4-BE49-F238E27FC236}">
                    <a16:creationId xmlns:a16="http://schemas.microsoft.com/office/drawing/2014/main" id="{F1743448-135A-4653-92B1-80749F4AB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78" name="Line 74">
                <a:extLst>
                  <a:ext uri="{FF2B5EF4-FFF2-40B4-BE49-F238E27FC236}">
                    <a16:creationId xmlns:a16="http://schemas.microsoft.com/office/drawing/2014/main" id="{A18E3E30-4D38-4A62-A02C-F4FE42576E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59" name="Group 75">
              <a:extLst>
                <a:ext uri="{FF2B5EF4-FFF2-40B4-BE49-F238E27FC236}">
                  <a16:creationId xmlns:a16="http://schemas.microsoft.com/office/drawing/2014/main" id="{A8A70AD0-58C2-4785-A53B-7BD9DF1F3E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3567"/>
              <a:ext cx="1513" cy="202"/>
              <a:chOff x="2976" y="2680"/>
              <a:chExt cx="1872" cy="296"/>
            </a:xfrm>
          </p:grpSpPr>
          <p:sp>
            <p:nvSpPr>
              <p:cNvPr id="44153" name="Rectangle 76">
                <a:extLst>
                  <a:ext uri="{FF2B5EF4-FFF2-40B4-BE49-F238E27FC236}">
                    <a16:creationId xmlns:a16="http://schemas.microsoft.com/office/drawing/2014/main" id="{69B007D3-400B-4D55-A7A4-BB6D40C56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54" name="Text Box 77">
                <a:extLst>
                  <a:ext uri="{FF2B5EF4-FFF2-40B4-BE49-F238E27FC236}">
                    <a16:creationId xmlns:a16="http://schemas.microsoft.com/office/drawing/2014/main" id="{CCDB4D40-D629-4E80-903C-ECC6054884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52</a:t>
                </a:r>
              </a:p>
            </p:txBody>
          </p:sp>
          <p:sp>
            <p:nvSpPr>
              <p:cNvPr id="44155" name="Text Box 78">
                <a:extLst>
                  <a:ext uri="{FF2B5EF4-FFF2-40B4-BE49-F238E27FC236}">
                    <a16:creationId xmlns:a16="http://schemas.microsoft.com/office/drawing/2014/main" id="{692B1BB1-6C26-41B9-8037-BE3CA7E83A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43</a:t>
                </a:r>
              </a:p>
            </p:txBody>
          </p:sp>
          <p:sp>
            <p:nvSpPr>
              <p:cNvPr id="44156" name="Text Box 79">
                <a:extLst>
                  <a:ext uri="{FF2B5EF4-FFF2-40B4-BE49-F238E27FC236}">
                    <a16:creationId xmlns:a16="http://schemas.microsoft.com/office/drawing/2014/main" id="{C0CE29CB-4531-42D2-B5EA-876EAABBC60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57" name="Text Box 80">
                <a:extLst>
                  <a:ext uri="{FF2B5EF4-FFF2-40B4-BE49-F238E27FC236}">
                    <a16:creationId xmlns:a16="http://schemas.microsoft.com/office/drawing/2014/main" id="{F2E9331D-2768-480F-8752-4E2C721FC6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58" name="Line 81">
                <a:extLst>
                  <a:ext uri="{FF2B5EF4-FFF2-40B4-BE49-F238E27FC236}">
                    <a16:creationId xmlns:a16="http://schemas.microsoft.com/office/drawing/2014/main" id="{CDFB8AE2-1018-45FC-9858-331BC366D4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59" name="Line 82">
                <a:extLst>
                  <a:ext uri="{FF2B5EF4-FFF2-40B4-BE49-F238E27FC236}">
                    <a16:creationId xmlns:a16="http://schemas.microsoft.com/office/drawing/2014/main" id="{FB30111F-C72B-4045-BF49-1FC787B0B9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60" name="Line 83">
                <a:extLst>
                  <a:ext uri="{FF2B5EF4-FFF2-40B4-BE49-F238E27FC236}">
                    <a16:creationId xmlns:a16="http://schemas.microsoft.com/office/drawing/2014/main" id="{495830FF-BBF6-44A5-9404-724A89E29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61" name="Line 84">
                <a:extLst>
                  <a:ext uri="{FF2B5EF4-FFF2-40B4-BE49-F238E27FC236}">
                    <a16:creationId xmlns:a16="http://schemas.microsoft.com/office/drawing/2014/main" id="{FCFF957D-B231-405E-8428-D84C1E9B16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62" name="Line 85">
                <a:extLst>
                  <a:ext uri="{FF2B5EF4-FFF2-40B4-BE49-F238E27FC236}">
                    <a16:creationId xmlns:a16="http://schemas.microsoft.com/office/drawing/2014/main" id="{39A66F7D-8083-4E76-A9C0-09C66CCDA3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63" name="Line 86">
                <a:extLst>
                  <a:ext uri="{FF2B5EF4-FFF2-40B4-BE49-F238E27FC236}">
                    <a16:creationId xmlns:a16="http://schemas.microsoft.com/office/drawing/2014/main" id="{A7518ABC-6D51-421A-B00C-F25711E90A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64" name="Line 87">
                <a:extLst>
                  <a:ext uri="{FF2B5EF4-FFF2-40B4-BE49-F238E27FC236}">
                    <a16:creationId xmlns:a16="http://schemas.microsoft.com/office/drawing/2014/main" id="{4FBCB07B-2F03-4722-AC50-4A5ED31A8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65" name="Line 88">
                <a:extLst>
                  <a:ext uri="{FF2B5EF4-FFF2-40B4-BE49-F238E27FC236}">
                    <a16:creationId xmlns:a16="http://schemas.microsoft.com/office/drawing/2014/main" id="{6AC22986-3496-412B-B91C-470BDF20D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60" name="Group 89">
              <a:extLst>
                <a:ext uri="{FF2B5EF4-FFF2-40B4-BE49-F238E27FC236}">
                  <a16:creationId xmlns:a16="http://schemas.microsoft.com/office/drawing/2014/main" id="{CDD0B586-5907-4769-8F04-CA2A85098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2286"/>
              <a:ext cx="1513" cy="202"/>
              <a:chOff x="2976" y="2680"/>
              <a:chExt cx="1872" cy="296"/>
            </a:xfrm>
          </p:grpSpPr>
          <p:sp>
            <p:nvSpPr>
              <p:cNvPr id="44140" name="Rectangle 90">
                <a:extLst>
                  <a:ext uri="{FF2B5EF4-FFF2-40B4-BE49-F238E27FC236}">
                    <a16:creationId xmlns:a16="http://schemas.microsoft.com/office/drawing/2014/main" id="{00041A30-496D-4E59-9D76-DAA595D93C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41" name="Text Box 91">
                <a:extLst>
                  <a:ext uri="{FF2B5EF4-FFF2-40B4-BE49-F238E27FC236}">
                    <a16:creationId xmlns:a16="http://schemas.microsoft.com/office/drawing/2014/main" id="{119A9134-111B-41AF-BFB2-D2C3B4AE96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8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90</a:t>
                </a:r>
              </a:p>
            </p:txBody>
          </p:sp>
          <p:sp>
            <p:nvSpPr>
              <p:cNvPr id="44142" name="Text Box 92">
                <a:extLst>
                  <a:ext uri="{FF2B5EF4-FFF2-40B4-BE49-F238E27FC236}">
                    <a16:creationId xmlns:a16="http://schemas.microsoft.com/office/drawing/2014/main" id="{BAEB3DCA-9F1B-48A0-BC84-38716399BB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18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85</a:t>
                </a:r>
              </a:p>
            </p:txBody>
          </p:sp>
          <p:sp>
            <p:nvSpPr>
              <p:cNvPr id="44143" name="Text Box 93">
                <a:extLst>
                  <a:ext uri="{FF2B5EF4-FFF2-40B4-BE49-F238E27FC236}">
                    <a16:creationId xmlns:a16="http://schemas.microsoft.com/office/drawing/2014/main" id="{92088081-F443-402D-8CA4-56F9ED1F81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5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95</a:t>
                </a:r>
              </a:p>
            </p:txBody>
          </p:sp>
          <p:sp>
            <p:nvSpPr>
              <p:cNvPr id="44144" name="Text Box 94">
                <a:extLst>
                  <a:ext uri="{FF2B5EF4-FFF2-40B4-BE49-F238E27FC236}">
                    <a16:creationId xmlns:a16="http://schemas.microsoft.com/office/drawing/2014/main" id="{645011C2-89F4-4F32-8730-F1F60F6125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19"/>
                <a:ext cx="290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98</a:t>
                </a:r>
              </a:p>
            </p:txBody>
          </p:sp>
          <p:sp>
            <p:nvSpPr>
              <p:cNvPr id="44145" name="Line 95">
                <a:extLst>
                  <a:ext uri="{FF2B5EF4-FFF2-40B4-BE49-F238E27FC236}">
                    <a16:creationId xmlns:a16="http://schemas.microsoft.com/office/drawing/2014/main" id="{9E78EC50-9A8E-4371-AEA4-AB7686A604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46" name="Line 96">
                <a:extLst>
                  <a:ext uri="{FF2B5EF4-FFF2-40B4-BE49-F238E27FC236}">
                    <a16:creationId xmlns:a16="http://schemas.microsoft.com/office/drawing/2014/main" id="{8F3ACF99-5ADE-4498-BC20-5801F4F2E0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47" name="Line 97">
                <a:extLst>
                  <a:ext uri="{FF2B5EF4-FFF2-40B4-BE49-F238E27FC236}">
                    <a16:creationId xmlns:a16="http://schemas.microsoft.com/office/drawing/2014/main" id="{1A6FC852-1F2B-4755-92FC-C4AAD5155D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48" name="Line 98">
                <a:extLst>
                  <a:ext uri="{FF2B5EF4-FFF2-40B4-BE49-F238E27FC236}">
                    <a16:creationId xmlns:a16="http://schemas.microsoft.com/office/drawing/2014/main" id="{8AB1A5A1-4BB2-4D32-896E-9586ED104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49" name="Line 99">
                <a:extLst>
                  <a:ext uri="{FF2B5EF4-FFF2-40B4-BE49-F238E27FC236}">
                    <a16:creationId xmlns:a16="http://schemas.microsoft.com/office/drawing/2014/main" id="{C7656F31-C683-4143-89F5-16F68210F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50" name="Line 100">
                <a:extLst>
                  <a:ext uri="{FF2B5EF4-FFF2-40B4-BE49-F238E27FC236}">
                    <a16:creationId xmlns:a16="http://schemas.microsoft.com/office/drawing/2014/main" id="{D9963E55-D9B7-4A1C-B8C6-6252854D7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51" name="Line 101">
                <a:extLst>
                  <a:ext uri="{FF2B5EF4-FFF2-40B4-BE49-F238E27FC236}">
                    <a16:creationId xmlns:a16="http://schemas.microsoft.com/office/drawing/2014/main" id="{7A0B9A9F-8E8E-4D3E-A489-628C23B533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52" name="Line 102">
                <a:extLst>
                  <a:ext uri="{FF2B5EF4-FFF2-40B4-BE49-F238E27FC236}">
                    <a16:creationId xmlns:a16="http://schemas.microsoft.com/office/drawing/2014/main" id="{0B2E501E-CB53-4B6D-8A3F-55CC43DCC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61" name="Group 103">
              <a:extLst>
                <a:ext uri="{FF2B5EF4-FFF2-40B4-BE49-F238E27FC236}">
                  <a16:creationId xmlns:a16="http://schemas.microsoft.com/office/drawing/2014/main" id="{968CFEE3-FD6A-4EE2-874A-842A62FCBD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2630"/>
              <a:ext cx="1512" cy="202"/>
              <a:chOff x="2976" y="2680"/>
              <a:chExt cx="1872" cy="296"/>
            </a:xfrm>
          </p:grpSpPr>
          <p:sp>
            <p:nvSpPr>
              <p:cNvPr id="44127" name="Rectangle 104">
                <a:extLst>
                  <a:ext uri="{FF2B5EF4-FFF2-40B4-BE49-F238E27FC236}">
                    <a16:creationId xmlns:a16="http://schemas.microsoft.com/office/drawing/2014/main" id="{EF340C7A-FA93-429B-8F3E-6B7E70364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28" name="Text Box 105">
                <a:extLst>
                  <a:ext uri="{FF2B5EF4-FFF2-40B4-BE49-F238E27FC236}">
                    <a16:creationId xmlns:a16="http://schemas.microsoft.com/office/drawing/2014/main" id="{072D457D-21AF-499B-BC6B-677EAC0F9C7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77</a:t>
                </a:r>
              </a:p>
            </p:txBody>
          </p:sp>
          <p:sp>
            <p:nvSpPr>
              <p:cNvPr id="44129" name="Text Box 106">
                <a:extLst>
                  <a:ext uri="{FF2B5EF4-FFF2-40B4-BE49-F238E27FC236}">
                    <a16:creationId xmlns:a16="http://schemas.microsoft.com/office/drawing/2014/main" id="{DCEDB72C-7D8C-40BB-BFDF-B299EF34A6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6" y="2720"/>
                <a:ext cx="284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72</a:t>
                </a:r>
              </a:p>
            </p:txBody>
          </p:sp>
          <p:sp>
            <p:nvSpPr>
              <p:cNvPr id="44130" name="Text Box 107">
                <a:extLst>
                  <a:ext uri="{FF2B5EF4-FFF2-40B4-BE49-F238E27FC236}">
                    <a16:creationId xmlns:a16="http://schemas.microsoft.com/office/drawing/2014/main" id="{42C11651-11F0-41EE-AAE8-7AFD069B99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78</a:t>
                </a:r>
              </a:p>
            </p:txBody>
          </p:sp>
          <p:sp>
            <p:nvSpPr>
              <p:cNvPr id="44131" name="Text Box 108">
                <a:extLst>
                  <a:ext uri="{FF2B5EF4-FFF2-40B4-BE49-F238E27FC236}">
                    <a16:creationId xmlns:a16="http://schemas.microsoft.com/office/drawing/2014/main" id="{C0626687-CF72-486B-9EC0-9C8A81F736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90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32" name="Line 109">
                <a:extLst>
                  <a:ext uri="{FF2B5EF4-FFF2-40B4-BE49-F238E27FC236}">
                    <a16:creationId xmlns:a16="http://schemas.microsoft.com/office/drawing/2014/main" id="{97F6B412-CE2D-478F-979E-3622D74CCE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3" name="Line 110">
                <a:extLst>
                  <a:ext uri="{FF2B5EF4-FFF2-40B4-BE49-F238E27FC236}">
                    <a16:creationId xmlns:a16="http://schemas.microsoft.com/office/drawing/2014/main" id="{EFCABB6A-471E-4667-AE2A-87EF8B959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4" name="Line 111">
                <a:extLst>
                  <a:ext uri="{FF2B5EF4-FFF2-40B4-BE49-F238E27FC236}">
                    <a16:creationId xmlns:a16="http://schemas.microsoft.com/office/drawing/2014/main" id="{ED5BA0BA-375E-436D-A4D1-F14D7C691C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5" name="Line 112">
                <a:extLst>
                  <a:ext uri="{FF2B5EF4-FFF2-40B4-BE49-F238E27FC236}">
                    <a16:creationId xmlns:a16="http://schemas.microsoft.com/office/drawing/2014/main" id="{1ED5F7FB-C9CD-4CAF-9D91-A115E23EE7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6" name="Line 113">
                <a:extLst>
                  <a:ext uri="{FF2B5EF4-FFF2-40B4-BE49-F238E27FC236}">
                    <a16:creationId xmlns:a16="http://schemas.microsoft.com/office/drawing/2014/main" id="{832A46DE-C9CC-4E63-B227-07165B95BA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7" name="Line 114">
                <a:extLst>
                  <a:ext uri="{FF2B5EF4-FFF2-40B4-BE49-F238E27FC236}">
                    <a16:creationId xmlns:a16="http://schemas.microsoft.com/office/drawing/2014/main" id="{BA69ABD6-780F-46B8-8430-36A9BBFFE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8" name="Line 115">
                <a:extLst>
                  <a:ext uri="{FF2B5EF4-FFF2-40B4-BE49-F238E27FC236}">
                    <a16:creationId xmlns:a16="http://schemas.microsoft.com/office/drawing/2014/main" id="{CF8940B7-F7F6-4C87-A8ED-8A98DDC49B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39" name="Line 116">
                <a:extLst>
                  <a:ext uri="{FF2B5EF4-FFF2-40B4-BE49-F238E27FC236}">
                    <a16:creationId xmlns:a16="http://schemas.microsoft.com/office/drawing/2014/main" id="{D88CAF19-A3F5-47F5-9217-ADE9D67F6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grpSp>
          <p:nvGrpSpPr>
            <p:cNvPr id="44062" name="Group 117">
              <a:extLst>
                <a:ext uri="{FF2B5EF4-FFF2-40B4-BE49-F238E27FC236}">
                  <a16:creationId xmlns:a16="http://schemas.microsoft.com/office/drawing/2014/main" id="{20A0BBAF-CBBE-48D3-93DF-6A99A74A9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4" y="2962"/>
              <a:ext cx="1513" cy="202"/>
              <a:chOff x="2976" y="2680"/>
              <a:chExt cx="1872" cy="296"/>
            </a:xfrm>
          </p:grpSpPr>
          <p:sp>
            <p:nvSpPr>
              <p:cNvPr id="44114" name="Rectangle 118">
                <a:extLst>
                  <a:ext uri="{FF2B5EF4-FFF2-40B4-BE49-F238E27FC236}">
                    <a16:creationId xmlns:a16="http://schemas.microsoft.com/office/drawing/2014/main" id="{A97FA068-23FB-4C78-A1A9-8172DEB91D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15" name="Text Box 119">
                <a:extLst>
                  <a:ext uri="{FF2B5EF4-FFF2-40B4-BE49-F238E27FC236}">
                    <a16:creationId xmlns:a16="http://schemas.microsoft.com/office/drawing/2014/main" id="{FF07EC51-36EC-4F59-9692-5169A6A716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6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65</a:t>
                </a:r>
              </a:p>
            </p:txBody>
          </p:sp>
          <p:sp>
            <p:nvSpPr>
              <p:cNvPr id="44116" name="Text Box 120">
                <a:extLst>
                  <a:ext uri="{FF2B5EF4-FFF2-40B4-BE49-F238E27FC236}">
                    <a16:creationId xmlns:a16="http://schemas.microsoft.com/office/drawing/2014/main" id="{1D0C29E8-9A4D-4984-9A51-4C610A0D97B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63</a:t>
                </a:r>
              </a:p>
            </p:txBody>
          </p:sp>
          <p:sp>
            <p:nvSpPr>
              <p:cNvPr id="44117" name="Text Box 121">
                <a:extLst>
                  <a:ext uri="{FF2B5EF4-FFF2-40B4-BE49-F238E27FC236}">
                    <a16:creationId xmlns:a16="http://schemas.microsoft.com/office/drawing/2014/main" id="{7E65FF59-5293-4AD2-86B6-09F52AE6CD3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67</a:t>
                </a:r>
              </a:p>
            </p:txBody>
          </p:sp>
          <p:sp>
            <p:nvSpPr>
              <p:cNvPr id="44118" name="Text Box 122">
                <a:extLst>
                  <a:ext uri="{FF2B5EF4-FFF2-40B4-BE49-F238E27FC236}">
                    <a16:creationId xmlns:a16="http://schemas.microsoft.com/office/drawing/2014/main" id="{19F5DF86-0D2F-47D3-AA8F-C168A79B85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19" name="Line 123">
                <a:extLst>
                  <a:ext uri="{FF2B5EF4-FFF2-40B4-BE49-F238E27FC236}">
                    <a16:creationId xmlns:a16="http://schemas.microsoft.com/office/drawing/2014/main" id="{F89C1D8E-06D7-48B7-B089-5AFF9AB7E3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0" name="Line 124">
                <a:extLst>
                  <a:ext uri="{FF2B5EF4-FFF2-40B4-BE49-F238E27FC236}">
                    <a16:creationId xmlns:a16="http://schemas.microsoft.com/office/drawing/2014/main" id="{384B932A-EF51-42C0-BB6C-628C09B61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1" name="Line 125">
                <a:extLst>
                  <a:ext uri="{FF2B5EF4-FFF2-40B4-BE49-F238E27FC236}">
                    <a16:creationId xmlns:a16="http://schemas.microsoft.com/office/drawing/2014/main" id="{982D894B-4CF3-4FC6-A2C8-2E0BAFA569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2" name="Line 126">
                <a:extLst>
                  <a:ext uri="{FF2B5EF4-FFF2-40B4-BE49-F238E27FC236}">
                    <a16:creationId xmlns:a16="http://schemas.microsoft.com/office/drawing/2014/main" id="{594A660F-091B-4AE8-9688-1747ACE296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3" name="Line 127">
                <a:extLst>
                  <a:ext uri="{FF2B5EF4-FFF2-40B4-BE49-F238E27FC236}">
                    <a16:creationId xmlns:a16="http://schemas.microsoft.com/office/drawing/2014/main" id="{B84580F7-4C5C-47B6-B518-C5BDF879E5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4" name="Line 128">
                <a:extLst>
                  <a:ext uri="{FF2B5EF4-FFF2-40B4-BE49-F238E27FC236}">
                    <a16:creationId xmlns:a16="http://schemas.microsoft.com/office/drawing/2014/main" id="{E7363F35-AC5B-4D50-8D85-597160986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5" name="Line 129">
                <a:extLst>
                  <a:ext uri="{FF2B5EF4-FFF2-40B4-BE49-F238E27FC236}">
                    <a16:creationId xmlns:a16="http://schemas.microsoft.com/office/drawing/2014/main" id="{3401E2B7-C0B5-4263-A79D-44A22CF2C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26" name="Line 130">
                <a:extLst>
                  <a:ext uri="{FF2B5EF4-FFF2-40B4-BE49-F238E27FC236}">
                    <a16:creationId xmlns:a16="http://schemas.microsoft.com/office/drawing/2014/main" id="{D5766483-1758-4C88-8001-1F71FD5F78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4063" name="Line 131">
              <a:extLst>
                <a:ext uri="{FF2B5EF4-FFF2-40B4-BE49-F238E27FC236}">
                  <a16:creationId xmlns:a16="http://schemas.microsoft.com/office/drawing/2014/main" id="{42284D12-961A-41C5-A9A8-27B23F83A9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73" y="1349"/>
              <a:ext cx="6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64" name="Line 132">
              <a:extLst>
                <a:ext uri="{FF2B5EF4-FFF2-40B4-BE49-F238E27FC236}">
                  <a16:creationId xmlns:a16="http://schemas.microsoft.com/office/drawing/2014/main" id="{8D9C4442-1D3C-4D21-A636-D6E52A47B8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76" y="1399"/>
              <a:ext cx="1261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65" name="Line 133">
              <a:extLst>
                <a:ext uri="{FF2B5EF4-FFF2-40B4-BE49-F238E27FC236}">
                  <a16:creationId xmlns:a16="http://schemas.microsoft.com/office/drawing/2014/main" id="{A0FFD632-2E3A-4E83-A49F-93F7B7F0B1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5" y="1349"/>
              <a:ext cx="1883" cy="202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66" name="Line 134">
              <a:extLst>
                <a:ext uri="{FF2B5EF4-FFF2-40B4-BE49-F238E27FC236}">
                  <a16:creationId xmlns:a16="http://schemas.microsoft.com/office/drawing/2014/main" id="{CBF9F74A-2251-4A38-A9FF-BB562BD33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8" y="1702"/>
              <a:ext cx="426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4067" name="Group 135">
              <a:extLst>
                <a:ext uri="{FF2B5EF4-FFF2-40B4-BE49-F238E27FC236}">
                  <a16:creationId xmlns:a16="http://schemas.microsoft.com/office/drawing/2014/main" id="{FE6DFBA1-A831-4988-8A0A-C000BE063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" y="2509"/>
              <a:ext cx="1512" cy="201"/>
              <a:chOff x="2976" y="2680"/>
              <a:chExt cx="1872" cy="296"/>
            </a:xfrm>
          </p:grpSpPr>
          <p:sp>
            <p:nvSpPr>
              <p:cNvPr id="44101" name="Rectangle 136">
                <a:extLst>
                  <a:ext uri="{FF2B5EF4-FFF2-40B4-BE49-F238E27FC236}">
                    <a16:creationId xmlns:a16="http://schemas.microsoft.com/office/drawing/2014/main" id="{F492E0F4-FCD4-4ABE-A271-F2E223087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02" name="Text Box 137">
                <a:extLst>
                  <a:ext uri="{FF2B5EF4-FFF2-40B4-BE49-F238E27FC236}">
                    <a16:creationId xmlns:a16="http://schemas.microsoft.com/office/drawing/2014/main" id="{A1ECC232-3945-4792-ACB7-D8595D965E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1" y="2720"/>
                <a:ext cx="292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10</a:t>
                </a:r>
              </a:p>
            </p:txBody>
          </p:sp>
          <p:sp>
            <p:nvSpPr>
              <p:cNvPr id="44103" name="Text Box 138">
                <a:extLst>
                  <a:ext uri="{FF2B5EF4-FFF2-40B4-BE49-F238E27FC236}">
                    <a16:creationId xmlns:a16="http://schemas.microsoft.com/office/drawing/2014/main" id="{0234914F-1D0B-4CB7-9C98-BA1D5FEBE4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720"/>
                <a:ext cx="287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9</a:t>
                </a:r>
              </a:p>
            </p:txBody>
          </p:sp>
          <p:sp>
            <p:nvSpPr>
              <p:cNvPr id="44104" name="Text Box 139">
                <a:extLst>
                  <a:ext uri="{FF2B5EF4-FFF2-40B4-BE49-F238E27FC236}">
                    <a16:creationId xmlns:a16="http://schemas.microsoft.com/office/drawing/2014/main" id="{8BA80F70-0E8E-41BF-BB50-BF6C2E649A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6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05" name="Text Box 140">
                <a:extLst>
                  <a:ext uri="{FF2B5EF4-FFF2-40B4-BE49-F238E27FC236}">
                    <a16:creationId xmlns:a16="http://schemas.microsoft.com/office/drawing/2014/main" id="{09A73F77-4B08-4A9D-BDB8-CD1D865438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106" name="Line 141">
                <a:extLst>
                  <a:ext uri="{FF2B5EF4-FFF2-40B4-BE49-F238E27FC236}">
                    <a16:creationId xmlns:a16="http://schemas.microsoft.com/office/drawing/2014/main" id="{127BD99A-9B3C-4616-8AB6-C52CAA4491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07" name="Line 142">
                <a:extLst>
                  <a:ext uri="{FF2B5EF4-FFF2-40B4-BE49-F238E27FC236}">
                    <a16:creationId xmlns:a16="http://schemas.microsoft.com/office/drawing/2014/main" id="{2541ED2C-01EC-4BB9-81AB-C422DFC4AD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08" name="Line 143">
                <a:extLst>
                  <a:ext uri="{FF2B5EF4-FFF2-40B4-BE49-F238E27FC236}">
                    <a16:creationId xmlns:a16="http://schemas.microsoft.com/office/drawing/2014/main" id="{23661D83-B035-4C80-94DA-6738E60CB1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09" name="Line 144">
                <a:extLst>
                  <a:ext uri="{FF2B5EF4-FFF2-40B4-BE49-F238E27FC236}">
                    <a16:creationId xmlns:a16="http://schemas.microsoft.com/office/drawing/2014/main" id="{E67DE656-FB16-4DE6-A7CA-03FA39E830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10" name="Line 145">
                <a:extLst>
                  <a:ext uri="{FF2B5EF4-FFF2-40B4-BE49-F238E27FC236}">
                    <a16:creationId xmlns:a16="http://schemas.microsoft.com/office/drawing/2014/main" id="{0535A088-2390-4675-9A55-6C4254A97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11" name="Line 146">
                <a:extLst>
                  <a:ext uri="{FF2B5EF4-FFF2-40B4-BE49-F238E27FC236}">
                    <a16:creationId xmlns:a16="http://schemas.microsoft.com/office/drawing/2014/main" id="{4AB5519F-5C45-4240-A2A9-8A2392F6C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12" name="Line 147">
                <a:extLst>
                  <a:ext uri="{FF2B5EF4-FFF2-40B4-BE49-F238E27FC236}">
                    <a16:creationId xmlns:a16="http://schemas.microsoft.com/office/drawing/2014/main" id="{0D83F318-04FD-4B7A-A2C3-9A902CCBC2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13" name="Line 148">
                <a:extLst>
                  <a:ext uri="{FF2B5EF4-FFF2-40B4-BE49-F238E27FC236}">
                    <a16:creationId xmlns:a16="http://schemas.microsoft.com/office/drawing/2014/main" id="{505298BD-BDEC-4548-8DC0-E4047559AD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4068" name="Line 149">
              <a:extLst>
                <a:ext uri="{FF2B5EF4-FFF2-40B4-BE49-F238E27FC236}">
                  <a16:creationId xmlns:a16="http://schemas.microsoft.com/office/drawing/2014/main" id="{C235C853-A006-4605-9C21-0FAEC5CC80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34" y="1702"/>
              <a:ext cx="353" cy="1260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69" name="Line 150">
              <a:extLst>
                <a:ext uri="{FF2B5EF4-FFF2-40B4-BE49-F238E27FC236}">
                  <a16:creationId xmlns:a16="http://schemas.microsoft.com/office/drawing/2014/main" id="{A61D33AE-CC7C-4283-9A02-62CCDB688C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68" y="1702"/>
              <a:ext cx="519" cy="554"/>
            </a:xfrm>
            <a:prstGeom prst="line">
              <a:avLst/>
            </a:prstGeom>
            <a:noFill/>
            <a:ln w="22225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4070" name="Group 151">
              <a:extLst>
                <a:ext uri="{FF2B5EF4-FFF2-40B4-BE49-F238E27FC236}">
                  <a16:creationId xmlns:a16="http://schemas.microsoft.com/office/drawing/2014/main" id="{C716BEC2-278E-4063-A386-1922319CD9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0" y="3013"/>
              <a:ext cx="1512" cy="201"/>
              <a:chOff x="2976" y="2680"/>
              <a:chExt cx="1872" cy="296"/>
            </a:xfrm>
          </p:grpSpPr>
          <p:sp>
            <p:nvSpPr>
              <p:cNvPr id="44088" name="Rectangle 152">
                <a:extLst>
                  <a:ext uri="{FF2B5EF4-FFF2-40B4-BE49-F238E27FC236}">
                    <a16:creationId xmlns:a16="http://schemas.microsoft.com/office/drawing/2014/main" id="{D9AF676C-8BDE-433F-BF06-E7E013FB7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089" name="Text Box 153">
                <a:extLst>
                  <a:ext uri="{FF2B5EF4-FFF2-40B4-BE49-F238E27FC236}">
                    <a16:creationId xmlns:a16="http://schemas.microsoft.com/office/drawing/2014/main" id="{9F974365-0BD9-4E84-9CDF-B0814E8E8A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25</a:t>
                </a:r>
              </a:p>
            </p:txBody>
          </p:sp>
          <p:sp>
            <p:nvSpPr>
              <p:cNvPr id="44090" name="Text Box 154">
                <a:extLst>
                  <a:ext uri="{FF2B5EF4-FFF2-40B4-BE49-F238E27FC236}">
                    <a16:creationId xmlns:a16="http://schemas.microsoft.com/office/drawing/2014/main" id="{BA390BF0-5991-4FCC-89E1-7BF021A6E6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20"/>
                <a:ext cx="288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24</a:t>
                </a:r>
              </a:p>
            </p:txBody>
          </p:sp>
          <p:sp>
            <p:nvSpPr>
              <p:cNvPr id="44091" name="Text Box 155">
                <a:extLst>
                  <a:ext uri="{FF2B5EF4-FFF2-40B4-BE49-F238E27FC236}">
                    <a16:creationId xmlns:a16="http://schemas.microsoft.com/office/drawing/2014/main" id="{D3BE7E52-9F7D-4174-8679-4C8954D0B8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20"/>
                <a:ext cx="285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26</a:t>
                </a:r>
              </a:p>
            </p:txBody>
          </p:sp>
          <p:sp>
            <p:nvSpPr>
              <p:cNvPr id="44092" name="Text Box 156">
                <a:extLst>
                  <a:ext uri="{FF2B5EF4-FFF2-40B4-BE49-F238E27FC236}">
                    <a16:creationId xmlns:a16="http://schemas.microsoft.com/office/drawing/2014/main" id="{D942144B-F358-483E-90C0-489AAF1D82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5" y="2720"/>
                <a:ext cx="289" cy="2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28</a:t>
                </a:r>
              </a:p>
            </p:txBody>
          </p:sp>
          <p:sp>
            <p:nvSpPr>
              <p:cNvPr id="44093" name="Line 157">
                <a:extLst>
                  <a:ext uri="{FF2B5EF4-FFF2-40B4-BE49-F238E27FC236}">
                    <a16:creationId xmlns:a16="http://schemas.microsoft.com/office/drawing/2014/main" id="{E5BC317C-DA36-42D2-9666-3A69E50F42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94" name="Line 158">
                <a:extLst>
                  <a:ext uri="{FF2B5EF4-FFF2-40B4-BE49-F238E27FC236}">
                    <a16:creationId xmlns:a16="http://schemas.microsoft.com/office/drawing/2014/main" id="{12397BB5-F689-4B56-B7EF-CBC2AA4129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95" name="Line 159">
                <a:extLst>
                  <a:ext uri="{FF2B5EF4-FFF2-40B4-BE49-F238E27FC236}">
                    <a16:creationId xmlns:a16="http://schemas.microsoft.com/office/drawing/2014/main" id="{E29D79EF-960A-4518-995C-1A3531E81B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96" name="Line 160">
                <a:extLst>
                  <a:ext uri="{FF2B5EF4-FFF2-40B4-BE49-F238E27FC236}">
                    <a16:creationId xmlns:a16="http://schemas.microsoft.com/office/drawing/2014/main" id="{94E782C0-225C-47B8-84F3-EE28155F59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97" name="Line 161">
                <a:extLst>
                  <a:ext uri="{FF2B5EF4-FFF2-40B4-BE49-F238E27FC236}">
                    <a16:creationId xmlns:a16="http://schemas.microsoft.com/office/drawing/2014/main" id="{2B6BAB74-3EED-4EF4-AF34-3AC2D97BC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98" name="Line 162">
                <a:extLst>
                  <a:ext uri="{FF2B5EF4-FFF2-40B4-BE49-F238E27FC236}">
                    <a16:creationId xmlns:a16="http://schemas.microsoft.com/office/drawing/2014/main" id="{EE9CEFED-5409-4951-9B9B-E997C7A8B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99" name="Line 163">
                <a:extLst>
                  <a:ext uri="{FF2B5EF4-FFF2-40B4-BE49-F238E27FC236}">
                    <a16:creationId xmlns:a16="http://schemas.microsoft.com/office/drawing/2014/main" id="{7E1C4CD9-E535-4A70-8709-C8DABF272A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100" name="Line 164">
                <a:extLst>
                  <a:ext uri="{FF2B5EF4-FFF2-40B4-BE49-F238E27FC236}">
                    <a16:creationId xmlns:a16="http://schemas.microsoft.com/office/drawing/2014/main" id="{E9B96257-5694-4E8A-AA79-0553B798A6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  <p:sp>
          <p:nvSpPr>
            <p:cNvPr id="44071" name="Freeform 165">
              <a:extLst>
                <a:ext uri="{FF2B5EF4-FFF2-40B4-BE49-F238E27FC236}">
                  <a16:creationId xmlns:a16="http://schemas.microsoft.com/office/drawing/2014/main" id="{904D5DCD-77D2-436D-935B-C53BDAC9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" y="1752"/>
              <a:ext cx="192" cy="1224"/>
            </a:xfrm>
            <a:custGeom>
              <a:avLst/>
              <a:gdLst>
                <a:gd name="T0" fmla="*/ 6 w 272"/>
                <a:gd name="T1" fmla="*/ 0 h 768"/>
                <a:gd name="T2" fmla="*/ 1 w 272"/>
                <a:gd name="T3" fmla="*/ 80891 h 768"/>
                <a:gd name="T4" fmla="*/ 2 w 272"/>
                <a:gd name="T5" fmla="*/ 129417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72" name="Freeform 166">
              <a:extLst>
                <a:ext uri="{FF2B5EF4-FFF2-40B4-BE49-F238E27FC236}">
                  <a16:creationId xmlns:a16="http://schemas.microsoft.com/office/drawing/2014/main" id="{40F42305-9032-4BAB-8A41-0AB70FA9F8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1702"/>
              <a:ext cx="412" cy="907"/>
            </a:xfrm>
            <a:custGeom>
              <a:avLst/>
              <a:gdLst>
                <a:gd name="T0" fmla="*/ 14788 w 288"/>
                <a:gd name="T1" fmla="*/ 0 h 816"/>
                <a:gd name="T2" fmla="*/ 4915 w 288"/>
                <a:gd name="T3" fmla="*/ 923 h 816"/>
                <a:gd name="T4" fmla="*/ 0 w 288"/>
                <a:gd name="T5" fmla="*/ 2611 h 816"/>
                <a:gd name="T6" fmla="*/ 0 60000 65536"/>
                <a:gd name="T7" fmla="*/ 0 60000 65536"/>
                <a:gd name="T8" fmla="*/ 0 60000 65536"/>
                <a:gd name="T9" fmla="*/ 0 w 288"/>
                <a:gd name="T10" fmla="*/ 0 h 816"/>
                <a:gd name="T11" fmla="*/ 288 w 288"/>
                <a:gd name="T12" fmla="*/ 816 h 8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816">
                  <a:moveTo>
                    <a:pt x="288" y="0"/>
                  </a:moveTo>
                  <a:cubicBezTo>
                    <a:pt x="216" y="76"/>
                    <a:pt x="144" y="152"/>
                    <a:pt x="96" y="288"/>
                  </a:cubicBezTo>
                  <a:cubicBezTo>
                    <a:pt x="48" y="424"/>
                    <a:pt x="24" y="620"/>
                    <a:pt x="0" y="816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73" name="Freeform 182">
              <a:extLst>
                <a:ext uri="{FF2B5EF4-FFF2-40B4-BE49-F238E27FC236}">
                  <a16:creationId xmlns:a16="http://schemas.microsoft.com/office/drawing/2014/main" id="{91957B85-EA8C-47E1-AB2C-79036C383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" y="1702"/>
              <a:ext cx="504" cy="807"/>
            </a:xfrm>
            <a:custGeom>
              <a:avLst/>
              <a:gdLst>
                <a:gd name="T0" fmla="*/ 240491 w 272"/>
                <a:gd name="T1" fmla="*/ 0 h 768"/>
                <a:gd name="T2" fmla="*/ 28044 w 272"/>
                <a:gd name="T3" fmla="*/ 827 h 768"/>
                <a:gd name="T4" fmla="*/ 70597 w 272"/>
                <a:gd name="T5" fmla="*/ 1325 h 768"/>
                <a:gd name="T6" fmla="*/ 0 60000 65536"/>
                <a:gd name="T7" fmla="*/ 0 60000 65536"/>
                <a:gd name="T8" fmla="*/ 0 60000 65536"/>
                <a:gd name="T9" fmla="*/ 0 w 272"/>
                <a:gd name="T10" fmla="*/ 0 h 768"/>
                <a:gd name="T11" fmla="*/ 272 w 272"/>
                <a:gd name="T12" fmla="*/ 768 h 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768">
                  <a:moveTo>
                    <a:pt x="272" y="0"/>
                  </a:moveTo>
                  <a:cubicBezTo>
                    <a:pt x="168" y="176"/>
                    <a:pt x="64" y="352"/>
                    <a:pt x="32" y="480"/>
                  </a:cubicBezTo>
                  <a:cubicBezTo>
                    <a:pt x="0" y="608"/>
                    <a:pt x="72" y="720"/>
                    <a:pt x="80" y="768"/>
                  </a:cubicBezTo>
                </a:path>
              </a:pathLst>
            </a:custGeom>
            <a:noFill/>
            <a:ln w="25400">
              <a:solidFill>
                <a:schemeClr val="tx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grpSp>
          <p:nvGrpSpPr>
            <p:cNvPr id="44074" name="Group 183">
              <a:extLst>
                <a:ext uri="{FF2B5EF4-FFF2-40B4-BE49-F238E27FC236}">
                  <a16:creationId xmlns:a16="http://schemas.microsoft.com/office/drawing/2014/main" id="{B99AFC60-78BA-493C-92EE-94EECD224B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0" y="2246"/>
              <a:ext cx="1513" cy="202"/>
              <a:chOff x="2976" y="2680"/>
              <a:chExt cx="1872" cy="296"/>
            </a:xfrm>
          </p:grpSpPr>
          <p:sp>
            <p:nvSpPr>
              <p:cNvPr id="44075" name="Rectangle 184">
                <a:extLst>
                  <a:ext uri="{FF2B5EF4-FFF2-40B4-BE49-F238E27FC236}">
                    <a16:creationId xmlns:a16="http://schemas.microsoft.com/office/drawing/2014/main" id="{F3AA0F80-A41A-484D-A6D7-BE7C6CBDDA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2680"/>
                <a:ext cx="1872" cy="288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076" name="Text Box 185">
                <a:extLst>
                  <a:ext uri="{FF2B5EF4-FFF2-40B4-BE49-F238E27FC236}">
                    <a16:creationId xmlns:a16="http://schemas.microsoft.com/office/drawing/2014/main" id="{F245CBF9-FD7C-4336-B704-1616A3C140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53" y="2719"/>
                <a:ext cx="291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16</a:t>
                </a:r>
              </a:p>
            </p:txBody>
          </p:sp>
          <p:sp>
            <p:nvSpPr>
              <p:cNvPr id="44077" name="Text Box 186">
                <a:extLst>
                  <a:ext uri="{FF2B5EF4-FFF2-40B4-BE49-F238E27FC236}">
                    <a16:creationId xmlns:a16="http://schemas.microsoft.com/office/drawing/2014/main" id="{5EB89D7C-66B0-42D2-957D-424B1231A6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3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en-US" sz="1000" b="1">
                    <a:solidFill>
                      <a:schemeClr val="tx1"/>
                    </a:solidFill>
                    <a:latin typeface="Verdana" panose="020B0604030504040204" pitchFamily="34" charset="0"/>
                  </a:rPr>
                  <a:t>15</a:t>
                </a:r>
              </a:p>
            </p:txBody>
          </p:sp>
          <p:sp>
            <p:nvSpPr>
              <p:cNvPr id="44078" name="Text Box 187">
                <a:extLst>
                  <a:ext uri="{FF2B5EF4-FFF2-40B4-BE49-F238E27FC236}">
                    <a16:creationId xmlns:a16="http://schemas.microsoft.com/office/drawing/2014/main" id="{EA3EE28D-4980-409D-9CF5-81BEF52DCA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86" y="2719"/>
                <a:ext cx="287" cy="2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079" name="Text Box 188">
                <a:extLst>
                  <a:ext uri="{FF2B5EF4-FFF2-40B4-BE49-F238E27FC236}">
                    <a16:creationId xmlns:a16="http://schemas.microsoft.com/office/drawing/2014/main" id="{B22806AC-2351-459C-86F1-6D1DFC4889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2720"/>
                <a:ext cx="289" cy="2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75000"/>
                  <a:buFont typeface="Wingdings" panose="05000000000000000000" pitchFamily="2" charset="2"/>
                  <a:buChar char="n"/>
                  <a:defRPr sz="32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70000"/>
                  <a:buFont typeface="Wingdings" panose="05000000000000000000" pitchFamily="2" charset="2"/>
                  <a:buChar char="n"/>
                  <a:defRPr sz="28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2"/>
                  </a:buClr>
                  <a:buChar char="•"/>
                  <a:defRPr sz="24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hlink"/>
                  </a:buClr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85000"/>
                  <a:buChar char="•"/>
                  <a:defRPr sz="2000">
                    <a:solidFill>
                      <a:schemeClr val="tx2"/>
                    </a:solidFill>
                    <a:latin typeface="Book Antiqua" panose="02040602050305030304" pitchFamily="18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endParaRPr>
              </a:p>
            </p:txBody>
          </p:sp>
          <p:sp>
            <p:nvSpPr>
              <p:cNvPr id="44080" name="Line 189">
                <a:extLst>
                  <a:ext uri="{FF2B5EF4-FFF2-40B4-BE49-F238E27FC236}">
                    <a16:creationId xmlns:a16="http://schemas.microsoft.com/office/drawing/2014/main" id="{FDA13A99-A425-40CF-A491-433D29D0F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1" name="Line 190">
                <a:extLst>
                  <a:ext uri="{FF2B5EF4-FFF2-40B4-BE49-F238E27FC236}">
                    <a16:creationId xmlns:a16="http://schemas.microsoft.com/office/drawing/2014/main" id="{B24330F6-722A-4AAF-A705-A92A1597CA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2" name="Line 191">
                <a:extLst>
                  <a:ext uri="{FF2B5EF4-FFF2-40B4-BE49-F238E27FC236}">
                    <a16:creationId xmlns:a16="http://schemas.microsoft.com/office/drawing/2014/main" id="{49C8F92A-829B-4754-840D-B999FF5287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3" name="Line 192">
                <a:extLst>
                  <a:ext uri="{FF2B5EF4-FFF2-40B4-BE49-F238E27FC236}">
                    <a16:creationId xmlns:a16="http://schemas.microsoft.com/office/drawing/2014/main" id="{BE396245-9E1C-4BD9-9CE9-5F67CC565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0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4" name="Line 193">
                <a:extLst>
                  <a:ext uri="{FF2B5EF4-FFF2-40B4-BE49-F238E27FC236}">
                    <a16:creationId xmlns:a16="http://schemas.microsoft.com/office/drawing/2014/main" id="{B507865B-4E36-49A1-940A-A040C52070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5" name="Line 194">
                <a:extLst>
                  <a:ext uri="{FF2B5EF4-FFF2-40B4-BE49-F238E27FC236}">
                    <a16:creationId xmlns:a16="http://schemas.microsoft.com/office/drawing/2014/main" id="{B51A53DC-3377-475C-A6B7-854AB6FA4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6" name="Line 195">
                <a:extLst>
                  <a:ext uri="{FF2B5EF4-FFF2-40B4-BE49-F238E27FC236}">
                    <a16:creationId xmlns:a16="http://schemas.microsoft.com/office/drawing/2014/main" id="{000B967B-1939-408B-8EA0-DC14B05C9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16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  <p:sp>
            <p:nvSpPr>
              <p:cNvPr id="44087" name="Line 196">
                <a:extLst>
                  <a:ext uri="{FF2B5EF4-FFF2-40B4-BE49-F238E27FC236}">
                    <a16:creationId xmlns:a16="http://schemas.microsoft.com/office/drawing/2014/main" id="{8DFCC912-1C4C-4251-8A3D-F09B9747D6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2688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GB"/>
              </a:p>
            </p:txBody>
          </p:sp>
        </p:grpSp>
      </p:grpSp>
      <p:grpSp>
        <p:nvGrpSpPr>
          <p:cNvPr id="196" name="Group 201">
            <a:extLst>
              <a:ext uri="{FF2B5EF4-FFF2-40B4-BE49-F238E27FC236}">
                <a16:creationId xmlns:a16="http://schemas.microsoft.com/office/drawing/2014/main" id="{421ADAC7-A10D-4229-B372-386F01178F76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3962400"/>
            <a:ext cx="2401888" cy="320675"/>
            <a:chOff x="2976" y="2680"/>
            <a:chExt cx="1872" cy="296"/>
          </a:xfrm>
        </p:grpSpPr>
        <p:sp>
          <p:nvSpPr>
            <p:cNvPr id="44041" name="Rectangle 202">
              <a:extLst>
                <a:ext uri="{FF2B5EF4-FFF2-40B4-BE49-F238E27FC236}">
                  <a16:creationId xmlns:a16="http://schemas.microsoft.com/office/drawing/2014/main" id="{A485B67A-407B-4BA7-BAEB-E01CBFA3F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680"/>
              <a:ext cx="1872" cy="288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4042" name="Text Box 203">
              <a:extLst>
                <a:ext uri="{FF2B5EF4-FFF2-40B4-BE49-F238E27FC236}">
                  <a16:creationId xmlns:a16="http://schemas.microsoft.com/office/drawing/2014/main" id="{24517039-C5CD-432C-9D08-142FB101B9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3" y="2719"/>
              <a:ext cx="291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20</a:t>
              </a:r>
            </a:p>
          </p:txBody>
        </p:sp>
        <p:sp>
          <p:nvSpPr>
            <p:cNvPr id="44043" name="Text Box 204">
              <a:extLst>
                <a:ext uri="{FF2B5EF4-FFF2-40B4-BE49-F238E27FC236}">
                  <a16:creationId xmlns:a16="http://schemas.microsoft.com/office/drawing/2014/main" id="{A523DD11-753F-4D25-86B8-C00104C22C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3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000" b="1">
                  <a:solidFill>
                    <a:schemeClr val="tx1"/>
                  </a:solidFill>
                  <a:latin typeface="Verdana" panose="020B0604030504040204" pitchFamily="34" charset="0"/>
                </a:rPr>
                <a:t>19</a:t>
              </a:r>
            </a:p>
          </p:txBody>
        </p:sp>
        <p:sp>
          <p:nvSpPr>
            <p:cNvPr id="44044" name="Text Box 205">
              <a:extLst>
                <a:ext uri="{FF2B5EF4-FFF2-40B4-BE49-F238E27FC236}">
                  <a16:creationId xmlns:a16="http://schemas.microsoft.com/office/drawing/2014/main" id="{A26616FB-BE5B-4351-9D2E-ED23265341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6" y="2719"/>
              <a:ext cx="287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4045" name="Text Box 206">
              <a:extLst>
                <a:ext uri="{FF2B5EF4-FFF2-40B4-BE49-F238E27FC236}">
                  <a16:creationId xmlns:a16="http://schemas.microsoft.com/office/drawing/2014/main" id="{023D5326-505C-4C6F-8A9A-36B7EB4F49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720"/>
              <a:ext cx="289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en-US" altLang="en-US" sz="1000" b="1">
                <a:solidFill>
                  <a:schemeClr val="tx1"/>
                </a:solidFill>
                <a:latin typeface="Verdana" panose="020B0604030504040204" pitchFamily="34" charset="0"/>
              </a:endParaRPr>
            </a:p>
          </p:txBody>
        </p:sp>
        <p:sp>
          <p:nvSpPr>
            <p:cNvPr id="44046" name="Line 207">
              <a:extLst>
                <a:ext uri="{FF2B5EF4-FFF2-40B4-BE49-F238E27FC236}">
                  <a16:creationId xmlns:a16="http://schemas.microsoft.com/office/drawing/2014/main" id="{BD339DAC-D560-48C8-9DD1-B036054B82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47" name="Line 208">
              <a:extLst>
                <a:ext uri="{FF2B5EF4-FFF2-40B4-BE49-F238E27FC236}">
                  <a16:creationId xmlns:a16="http://schemas.microsoft.com/office/drawing/2014/main" id="{97121714-399B-4807-AD7B-49D06C3B0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48" name="Line 209">
              <a:extLst>
                <a:ext uri="{FF2B5EF4-FFF2-40B4-BE49-F238E27FC236}">
                  <a16:creationId xmlns:a16="http://schemas.microsoft.com/office/drawing/2014/main" id="{B487B49F-74D4-430B-A8ED-427718CB0C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49" name="Line 210">
              <a:extLst>
                <a:ext uri="{FF2B5EF4-FFF2-40B4-BE49-F238E27FC236}">
                  <a16:creationId xmlns:a16="http://schemas.microsoft.com/office/drawing/2014/main" id="{FB1C2C8B-2442-415B-B742-E3039BC3EE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50" name="Line 211">
              <a:extLst>
                <a:ext uri="{FF2B5EF4-FFF2-40B4-BE49-F238E27FC236}">
                  <a16:creationId xmlns:a16="http://schemas.microsoft.com/office/drawing/2014/main" id="{272757E5-5B4B-4AF0-B386-A7B851F9A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51" name="Line 212">
              <a:extLst>
                <a:ext uri="{FF2B5EF4-FFF2-40B4-BE49-F238E27FC236}">
                  <a16:creationId xmlns:a16="http://schemas.microsoft.com/office/drawing/2014/main" id="{899319B5-7467-4B40-89AA-566F2E2AE7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2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52" name="Line 213">
              <a:extLst>
                <a:ext uri="{FF2B5EF4-FFF2-40B4-BE49-F238E27FC236}">
                  <a16:creationId xmlns:a16="http://schemas.microsoft.com/office/drawing/2014/main" id="{62330FB2-F33F-4359-82F6-78B5541B9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44053" name="Line 214">
              <a:extLst>
                <a:ext uri="{FF2B5EF4-FFF2-40B4-BE49-F238E27FC236}">
                  <a16:creationId xmlns:a16="http://schemas.microsoft.com/office/drawing/2014/main" id="{EE8AE504-65C5-4711-9F3D-56EDB4EA72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2688"/>
              <a:ext cx="0" cy="28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sp>
        <p:nvSpPr>
          <p:cNvPr id="210" name="Line 215">
            <a:extLst>
              <a:ext uri="{FF2B5EF4-FFF2-40B4-BE49-F238E27FC236}">
                <a16:creationId xmlns:a16="http://schemas.microsoft.com/office/drawing/2014/main" id="{76020C04-334D-490B-AD13-A40D4575A2F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200400"/>
            <a:ext cx="685800" cy="7620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1" name="Line 216">
            <a:extLst>
              <a:ext uri="{FF2B5EF4-FFF2-40B4-BE49-F238E27FC236}">
                <a16:creationId xmlns:a16="http://schemas.microsoft.com/office/drawing/2014/main" id="{7077C393-AF1E-419E-BDE2-826603F7C3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76800" y="3200400"/>
            <a:ext cx="1219200" cy="1600200"/>
          </a:xfrm>
          <a:prstGeom prst="line">
            <a:avLst/>
          </a:pr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2" name="Freeform 218">
            <a:extLst>
              <a:ext uri="{FF2B5EF4-FFF2-40B4-BE49-F238E27FC236}">
                <a16:creationId xmlns:a16="http://schemas.microsoft.com/office/drawing/2014/main" id="{71F877D7-98A9-4D3D-90F7-974BB832F277}"/>
              </a:ext>
            </a:extLst>
          </p:cNvPr>
          <p:cNvSpPr>
            <a:spLocks/>
          </p:cNvSpPr>
          <p:nvPr/>
        </p:nvSpPr>
        <p:spPr bwMode="auto">
          <a:xfrm>
            <a:off x="6629400" y="3200400"/>
            <a:ext cx="914400" cy="2590800"/>
          </a:xfrm>
          <a:custGeom>
            <a:avLst/>
            <a:gdLst>
              <a:gd name="T0" fmla="*/ 0 w 576"/>
              <a:gd name="T1" fmla="*/ 0 h 1632"/>
              <a:gd name="T2" fmla="*/ 2147483646 w 576"/>
              <a:gd name="T3" fmla="*/ 2147483646 h 1632"/>
              <a:gd name="T4" fmla="*/ 2147483646 w 576"/>
              <a:gd name="T5" fmla="*/ 2147483646 h 1632"/>
              <a:gd name="T6" fmla="*/ 2147483646 w 576"/>
              <a:gd name="T7" fmla="*/ 2147483646 h 1632"/>
              <a:gd name="T8" fmla="*/ 0 60000 65536"/>
              <a:gd name="T9" fmla="*/ 0 60000 65536"/>
              <a:gd name="T10" fmla="*/ 0 60000 65536"/>
              <a:gd name="T11" fmla="*/ 0 60000 65536"/>
              <a:gd name="T12" fmla="*/ 0 w 576"/>
              <a:gd name="T13" fmla="*/ 0 h 1632"/>
              <a:gd name="T14" fmla="*/ 576 w 576"/>
              <a:gd name="T15" fmla="*/ 1632 h 1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" h="1632">
                <a:moveTo>
                  <a:pt x="0" y="0"/>
                </a:moveTo>
                <a:cubicBezTo>
                  <a:pt x="204" y="148"/>
                  <a:pt x="408" y="296"/>
                  <a:pt x="480" y="528"/>
                </a:cubicBezTo>
                <a:cubicBezTo>
                  <a:pt x="552" y="760"/>
                  <a:pt x="416" y="1208"/>
                  <a:pt x="432" y="1392"/>
                </a:cubicBezTo>
                <a:cubicBezTo>
                  <a:pt x="448" y="1576"/>
                  <a:pt x="512" y="1604"/>
                  <a:pt x="576" y="1632"/>
                </a:cubicBezTo>
              </a:path>
            </a:pathLst>
          </a:custGeom>
          <a:noFill/>
          <a:ln w="2540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214" name="Rectangle 2">
            <a:extLst>
              <a:ext uri="{FF2B5EF4-FFF2-40B4-BE49-F238E27FC236}">
                <a16:creationId xmlns:a16="http://schemas.microsoft.com/office/drawing/2014/main" id="{C17009F4-1257-4467-BDED-650CDB837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30200"/>
            <a:ext cx="9496425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>
                <a:latin typeface="Calibri" panose="020F0502020204030204" pitchFamily="34" charset="0"/>
              </a:rPr>
              <a:t>Ș</a:t>
            </a:r>
            <a:r>
              <a:rPr lang="en-US" altLang="en-US" kern="0" dirty="0" err="1"/>
              <a:t>tergerea</a:t>
            </a:r>
            <a:r>
              <a:rPr lang="en-US" altLang="en-US" kern="0" dirty="0"/>
              <a:t> </a:t>
            </a:r>
            <a:r>
              <a:rPr lang="ro-RO" altLang="en-US" kern="0" dirty="0"/>
              <a:t>î</a:t>
            </a:r>
            <a:r>
              <a:rPr lang="en-US" altLang="en-US" kern="0" dirty="0" err="1"/>
              <a:t>nregistrărilor</a:t>
            </a:r>
            <a:r>
              <a:rPr lang="en-US" altLang="en-US" kern="0" dirty="0"/>
              <a:t> </a:t>
            </a:r>
            <a:r>
              <a:rPr lang="en-US" altLang="en-US" kern="0" dirty="0" err="1"/>
              <a:t>în</a:t>
            </a:r>
            <a:r>
              <a:rPr lang="en-US" altLang="en-US" kern="0" dirty="0"/>
              <a:t> Arbore-B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0F92DA3A-E563-4457-87A9-4AD1DBD84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4C87E6-5927-49FB-BF86-486F84E516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34975"/>
            <a:ext cx="9285288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Arbori</a:t>
            </a:r>
            <a:r>
              <a:rPr lang="en-US" altLang="en-US" kern="0" dirty="0"/>
              <a:t> B+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20E2CB-AEDC-4A96-90A9-3E05EE617C59}"/>
              </a:ext>
            </a:extLst>
          </p:cNvPr>
          <p:cNvSpPr txBox="1">
            <a:spLocks noChangeArrowheads="1"/>
          </p:cNvSpPr>
          <p:nvPr/>
        </p:nvSpPr>
        <p:spPr>
          <a:xfrm>
            <a:off x="2590800" y="1335088"/>
            <a:ext cx="8928100" cy="21256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Combina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ntre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Arbori</a:t>
            </a:r>
            <a:r>
              <a:rPr lang="ro-RO" altLang="en-US" sz="2400" kern="0" dirty="0"/>
              <a:t>-</a:t>
            </a:r>
            <a:r>
              <a:rPr lang="en-US" altLang="en-US" sz="2400" kern="0" dirty="0"/>
              <a:t>B </a:t>
            </a:r>
            <a:r>
              <a:rPr lang="ro-RO" altLang="en-US" sz="2400" kern="0" dirty="0"/>
              <a:t>ș</a:t>
            </a:r>
            <a:r>
              <a:rPr lang="en-US" altLang="en-US" sz="2400" kern="0" dirty="0" err="1"/>
              <a:t>i</a:t>
            </a:r>
            <a:r>
              <a:rPr lang="en-US" altLang="en-US" sz="2400" kern="0" dirty="0"/>
              <a:t> ISAM: </a:t>
            </a:r>
          </a:p>
          <a:p>
            <a:pPr marL="457200" lvl="1" indent="0" eaLnBrk="1" hangingPunct="1">
              <a:defRPr/>
            </a:pPr>
            <a:r>
              <a:rPr lang="en-US" altLang="en-US" sz="2000" kern="0" dirty="0"/>
              <a:t> C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utarea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porne</a:t>
            </a:r>
            <a:r>
              <a:rPr lang="ro-RO" altLang="en-US" sz="2000" kern="0" dirty="0"/>
              <a:t>ș</a:t>
            </a:r>
            <a:r>
              <a:rPr lang="en-US" altLang="en-US" sz="2000" kern="0" dirty="0"/>
              <a:t>te de la r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d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cin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, </a:t>
            </a:r>
            <a:r>
              <a:rPr lang="ro-RO" altLang="en-US" sz="2000" kern="0" dirty="0"/>
              <a:t>ș</a:t>
            </a:r>
            <a:r>
              <a:rPr lang="en-US" altLang="en-US" sz="2000" kern="0" dirty="0" err="1"/>
              <a:t>i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va</a:t>
            </a:r>
            <a:r>
              <a:rPr lang="en-US" altLang="en-US" sz="2000" kern="0" dirty="0"/>
              <a:t> fi </a:t>
            </a:r>
            <a:r>
              <a:rPr lang="en-US" altLang="en-US" sz="2000" kern="0" dirty="0" err="1"/>
              <a:t>direc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ionat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prin </a:t>
            </a:r>
            <a:r>
              <a:rPr lang="en-US" altLang="en-US" sz="2000" kern="0" dirty="0" err="1"/>
              <a:t>compara</a:t>
            </a:r>
            <a:r>
              <a:rPr lang="ro-RO" altLang="en-US" sz="2000" kern="0" dirty="0"/>
              <a:t>ț</a:t>
            </a:r>
            <a:r>
              <a:rPr lang="en-US" altLang="en-US" sz="2000" kern="0" dirty="0"/>
              <a:t>ii c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tre</a:t>
            </a:r>
            <a:r>
              <a:rPr lang="en-US" altLang="en-US" sz="2000" kern="0" dirty="0"/>
              <a:t> o </a:t>
            </a:r>
            <a:r>
              <a:rPr lang="ro-RO" altLang="en-US" sz="2000" kern="0" dirty="0"/>
              <a:t>frunză</a:t>
            </a:r>
            <a:endParaRPr lang="en-US" altLang="en-US" sz="2000" kern="0" dirty="0"/>
          </a:p>
          <a:p>
            <a:pPr marL="457200" lvl="1" indent="0" eaLnBrk="1" hangingPunct="1">
              <a:defRPr/>
            </a:pP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 err="1"/>
              <a:t>ntr</a:t>
            </a:r>
            <a:r>
              <a:rPr lang="en-US" altLang="en-US" sz="2000" kern="0" dirty="0"/>
              <a:t>-un Arbore B+ to</a:t>
            </a:r>
            <a:r>
              <a:rPr lang="ro-RO" altLang="en-US" sz="2000" kern="0" dirty="0"/>
              <a:t>ț</a:t>
            </a:r>
            <a:r>
              <a:rPr lang="en-US" altLang="en-US" sz="2000" kern="0" dirty="0" err="1"/>
              <a:t>i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pointerii</a:t>
            </a:r>
            <a:r>
              <a:rPr lang="en-US" altLang="en-US" sz="2000" kern="0" dirty="0"/>
              <a:t> c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tre</a:t>
            </a:r>
            <a:r>
              <a:rPr lang="en-US" altLang="en-US" sz="2000" kern="0" dirty="0"/>
              <a:t> </a:t>
            </a:r>
            <a:r>
              <a:rPr lang="ro-RO" altLang="en-US" sz="2000" kern="0" dirty="0"/>
              <a:t>î</a:t>
            </a:r>
            <a:r>
              <a:rPr lang="en-US" altLang="en-US" sz="2000" kern="0" dirty="0" err="1"/>
              <a:t>nregistr</a:t>
            </a:r>
            <a:r>
              <a:rPr lang="ro-RO" altLang="en-US" sz="2000" kern="0" dirty="0"/>
              <a:t>ă</a:t>
            </a:r>
            <a:r>
              <a:rPr lang="en-US" altLang="en-US" sz="2000" kern="0" dirty="0" err="1"/>
              <a:t>ri</a:t>
            </a:r>
            <a:r>
              <a:rPr lang="en-US" altLang="en-US" sz="2000" kern="0" dirty="0"/>
              <a:t> din </a:t>
            </a:r>
            <a:r>
              <a:rPr lang="en-US" altLang="en-US" sz="2000" kern="0" dirty="0" err="1"/>
              <a:t>tabele</a:t>
            </a:r>
            <a:r>
              <a:rPr lang="en-US" altLang="en-US" sz="2000" kern="0" dirty="0"/>
              <a:t> se </a:t>
            </a:r>
            <a:r>
              <a:rPr lang="en-US" altLang="en-US" sz="2000" kern="0" dirty="0" err="1"/>
              <a:t>afl</a:t>
            </a:r>
            <a:r>
              <a:rPr lang="ro-RO" altLang="en-US" sz="2000" kern="0" dirty="0"/>
              <a:t>ă</a:t>
            </a:r>
            <a:r>
              <a:rPr lang="en-US" altLang="en-US" sz="2000" kern="0" dirty="0"/>
              <a:t>  </a:t>
            </a:r>
            <a:r>
              <a:rPr lang="en-US" altLang="en-US" sz="2000" kern="0" dirty="0" err="1">
                <a:solidFill>
                  <a:schemeClr val="folHlink"/>
                </a:solidFill>
              </a:rPr>
              <a:t>doar</a:t>
            </a:r>
            <a:r>
              <a:rPr lang="en-US" altLang="en-US" sz="2000" kern="0" dirty="0">
                <a:solidFill>
                  <a:schemeClr val="folHlink"/>
                </a:solidFill>
              </a:rPr>
              <a:t> </a:t>
            </a:r>
            <a:r>
              <a:rPr lang="en-US" altLang="en-US" sz="2000" kern="0" dirty="0"/>
              <a:t>la </a:t>
            </a:r>
            <a:r>
              <a:rPr lang="en-US" altLang="en-US" sz="2000" kern="0" dirty="0" err="1"/>
              <a:t>nivelul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nodurilor</a:t>
            </a:r>
            <a:r>
              <a:rPr lang="en-US" altLang="en-US" sz="2000" kern="0" dirty="0"/>
              <a:t> </a:t>
            </a:r>
            <a:r>
              <a:rPr lang="en-US" altLang="en-US" sz="2000" kern="0" dirty="0" err="1"/>
              <a:t>frunz</a:t>
            </a:r>
            <a:r>
              <a:rPr lang="ro-RO" altLang="en-US" sz="2000" kern="0" dirty="0"/>
              <a:t>ă</a:t>
            </a:r>
            <a:endParaRPr lang="en-US" altLang="en-US" sz="2000" kern="0" dirty="0"/>
          </a:p>
          <a:p>
            <a:pPr eaLnBrk="1" hangingPunct="1">
              <a:defRPr/>
            </a:pPr>
            <a:r>
              <a:rPr lang="en-US" altLang="en-US" sz="2400" kern="0" dirty="0"/>
              <a:t> Un arbore B+ </a:t>
            </a:r>
            <a:r>
              <a:rPr lang="en-US" altLang="en-US" sz="2400" kern="0" dirty="0" err="1"/>
              <a:t>poate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avea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mai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pu</a:t>
            </a:r>
            <a:r>
              <a:rPr lang="ro-RO" altLang="en-US" sz="2400" kern="0" dirty="0"/>
              <a:t>ți</a:t>
            </a:r>
            <a:r>
              <a:rPr lang="en-US" altLang="en-US" sz="2400" kern="0" dirty="0"/>
              <a:t>ne </a:t>
            </a:r>
            <a:r>
              <a:rPr lang="en-US" altLang="en-US" sz="2400" kern="0" dirty="0" err="1"/>
              <a:t>nivele</a:t>
            </a:r>
            <a:r>
              <a:rPr lang="en-US" altLang="en-US" sz="2400" kern="0" dirty="0"/>
              <a:t> (</a:t>
            </a:r>
            <a:r>
              <a:rPr lang="en-US" altLang="en-US" sz="2400" kern="0" dirty="0" err="1"/>
              <a:t>sau</a:t>
            </a:r>
            <a:r>
              <a:rPr lang="en-US" altLang="en-US" sz="2400" kern="0" dirty="0"/>
              <a:t> o capacitate </a:t>
            </a:r>
            <a:r>
              <a:rPr lang="en-US" altLang="en-US" sz="2400" kern="0" dirty="0" err="1"/>
              <a:t>mai</a:t>
            </a:r>
            <a:r>
              <a:rPr lang="en-US" altLang="en-US" sz="2400" kern="0" dirty="0"/>
              <a:t> mare pentru </a:t>
            </a:r>
            <a:r>
              <a:rPr lang="en-US" altLang="en-US" sz="2400" kern="0" dirty="0" err="1"/>
              <a:t>stocarea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cheilor</a:t>
            </a:r>
            <a:r>
              <a:rPr lang="en-US" altLang="en-US" sz="2400" kern="0" dirty="0"/>
              <a:t> de c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utare</a:t>
            </a:r>
            <a:r>
              <a:rPr lang="en-US" altLang="en-US" sz="2400" kern="0" dirty="0"/>
              <a:t>) </a:t>
            </a:r>
            <a:r>
              <a:rPr lang="en-US" altLang="en-US" sz="2400" kern="0" dirty="0" err="1"/>
              <a:t>dec</a:t>
            </a:r>
            <a:r>
              <a:rPr lang="ro-RO" altLang="en-US" sz="2400" kern="0" dirty="0"/>
              <a:t>â</a:t>
            </a:r>
            <a:r>
              <a:rPr lang="en-US" altLang="en-US" sz="2400" kern="0" dirty="0"/>
              <a:t>t </a:t>
            </a:r>
            <a:r>
              <a:rPr lang="en-US" altLang="en-US" sz="2400" kern="0" dirty="0" err="1"/>
              <a:t>arborele</a:t>
            </a:r>
            <a:r>
              <a:rPr lang="en-US" altLang="en-US" sz="2400" kern="0" dirty="0"/>
              <a:t> B </a:t>
            </a:r>
            <a:r>
              <a:rPr lang="en-US" altLang="en-US" sz="2400" kern="0" dirty="0" err="1"/>
              <a:t>corespondent</a:t>
            </a:r>
            <a:endParaRPr lang="en-US" altLang="en-US" sz="2400" kern="0" dirty="0"/>
          </a:p>
        </p:txBody>
      </p:sp>
      <p:sp>
        <p:nvSpPr>
          <p:cNvPr id="45061" name="Freeform 4">
            <a:extLst>
              <a:ext uri="{FF2B5EF4-FFF2-40B4-BE49-F238E27FC236}">
                <a16:creationId xmlns:a16="http://schemas.microsoft.com/office/drawing/2014/main" id="{A5538071-386D-40B4-A690-6D77FE6970C2}"/>
              </a:ext>
            </a:extLst>
          </p:cNvPr>
          <p:cNvSpPr>
            <a:spLocks/>
          </p:cNvSpPr>
          <p:nvPr/>
        </p:nvSpPr>
        <p:spPr bwMode="auto">
          <a:xfrm>
            <a:off x="3267075" y="6029325"/>
            <a:ext cx="327025" cy="325438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62" name="Freeform 5">
            <a:extLst>
              <a:ext uri="{FF2B5EF4-FFF2-40B4-BE49-F238E27FC236}">
                <a16:creationId xmlns:a16="http://schemas.microsoft.com/office/drawing/2014/main" id="{E79F9279-D3E9-4800-83DE-62C7989CC7C9}"/>
              </a:ext>
            </a:extLst>
          </p:cNvPr>
          <p:cNvSpPr>
            <a:spLocks/>
          </p:cNvSpPr>
          <p:nvPr/>
        </p:nvSpPr>
        <p:spPr bwMode="auto">
          <a:xfrm>
            <a:off x="3592513" y="6029325"/>
            <a:ext cx="325437" cy="325438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63" name="Freeform 6">
            <a:extLst>
              <a:ext uri="{FF2B5EF4-FFF2-40B4-BE49-F238E27FC236}">
                <a16:creationId xmlns:a16="http://schemas.microsoft.com/office/drawing/2014/main" id="{CA74801F-FA95-4A9E-93DE-4729215FCA9B}"/>
              </a:ext>
            </a:extLst>
          </p:cNvPr>
          <p:cNvSpPr>
            <a:spLocks/>
          </p:cNvSpPr>
          <p:nvPr/>
        </p:nvSpPr>
        <p:spPr bwMode="auto">
          <a:xfrm>
            <a:off x="3916363" y="6029325"/>
            <a:ext cx="327025" cy="325438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64" name="Freeform 7">
            <a:extLst>
              <a:ext uri="{FF2B5EF4-FFF2-40B4-BE49-F238E27FC236}">
                <a16:creationId xmlns:a16="http://schemas.microsoft.com/office/drawing/2014/main" id="{DBE5120A-8BF2-4B7F-929B-A46E571D7843}"/>
              </a:ext>
            </a:extLst>
          </p:cNvPr>
          <p:cNvSpPr>
            <a:spLocks/>
          </p:cNvSpPr>
          <p:nvPr/>
        </p:nvSpPr>
        <p:spPr bwMode="auto">
          <a:xfrm>
            <a:off x="4241800" y="6029325"/>
            <a:ext cx="325438" cy="325438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65" name="Rectangle 8">
            <a:extLst>
              <a:ext uri="{FF2B5EF4-FFF2-40B4-BE49-F238E27FC236}">
                <a16:creationId xmlns:a16="http://schemas.microsoft.com/office/drawing/2014/main" id="{F824226A-7301-4990-9B7D-DAE19031F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8188" y="60721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2*</a:t>
            </a:r>
          </a:p>
        </p:txBody>
      </p:sp>
      <p:sp>
        <p:nvSpPr>
          <p:cNvPr id="45066" name="Rectangle 9">
            <a:extLst>
              <a:ext uri="{FF2B5EF4-FFF2-40B4-BE49-F238E27FC236}">
                <a16:creationId xmlns:a16="http://schemas.microsoft.com/office/drawing/2014/main" id="{F5C6A058-120F-49BF-86DF-549814495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3625" y="607218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45067" name="Freeform 10">
            <a:extLst>
              <a:ext uri="{FF2B5EF4-FFF2-40B4-BE49-F238E27FC236}">
                <a16:creationId xmlns:a16="http://schemas.microsoft.com/office/drawing/2014/main" id="{7F6F38B8-5EC7-4958-B91E-5888A2940D70}"/>
              </a:ext>
            </a:extLst>
          </p:cNvPr>
          <p:cNvSpPr>
            <a:spLocks/>
          </p:cNvSpPr>
          <p:nvPr/>
        </p:nvSpPr>
        <p:spPr bwMode="auto">
          <a:xfrm>
            <a:off x="6435725" y="4411663"/>
            <a:ext cx="487363" cy="404812"/>
          </a:xfrm>
          <a:custGeom>
            <a:avLst/>
            <a:gdLst>
              <a:gd name="T0" fmla="*/ 0 w 307"/>
              <a:gd name="T1" fmla="*/ 2147483646 h 255"/>
              <a:gd name="T2" fmla="*/ 0 w 307"/>
              <a:gd name="T3" fmla="*/ 0 h 255"/>
              <a:gd name="T4" fmla="*/ 2147483646 w 307"/>
              <a:gd name="T5" fmla="*/ 0 h 255"/>
              <a:gd name="T6" fmla="*/ 2147483646 w 307"/>
              <a:gd name="T7" fmla="*/ 2147483646 h 255"/>
              <a:gd name="T8" fmla="*/ 0 w 307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68" name="Freeform 11">
            <a:extLst>
              <a:ext uri="{FF2B5EF4-FFF2-40B4-BE49-F238E27FC236}">
                <a16:creationId xmlns:a16="http://schemas.microsoft.com/office/drawing/2014/main" id="{6069659C-E83C-4C07-B291-A69B0A624088}"/>
              </a:ext>
            </a:extLst>
          </p:cNvPr>
          <p:cNvSpPr>
            <a:spLocks/>
          </p:cNvSpPr>
          <p:nvPr/>
        </p:nvSpPr>
        <p:spPr bwMode="auto">
          <a:xfrm>
            <a:off x="6515100" y="44116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69" name="Freeform 12">
            <a:extLst>
              <a:ext uri="{FF2B5EF4-FFF2-40B4-BE49-F238E27FC236}">
                <a16:creationId xmlns:a16="http://schemas.microsoft.com/office/drawing/2014/main" id="{639EED40-FA8E-4305-AD97-1872D5A488DF}"/>
              </a:ext>
            </a:extLst>
          </p:cNvPr>
          <p:cNvSpPr>
            <a:spLocks/>
          </p:cNvSpPr>
          <p:nvPr/>
        </p:nvSpPr>
        <p:spPr bwMode="auto">
          <a:xfrm>
            <a:off x="6921500" y="441166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0" name="Freeform 13">
            <a:extLst>
              <a:ext uri="{FF2B5EF4-FFF2-40B4-BE49-F238E27FC236}">
                <a16:creationId xmlns:a16="http://schemas.microsoft.com/office/drawing/2014/main" id="{BD2D228B-E92D-4B36-B6C1-B9DE0FF0813D}"/>
              </a:ext>
            </a:extLst>
          </p:cNvPr>
          <p:cNvSpPr>
            <a:spLocks/>
          </p:cNvSpPr>
          <p:nvPr/>
        </p:nvSpPr>
        <p:spPr bwMode="auto">
          <a:xfrm>
            <a:off x="7002463" y="44116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1" name="Freeform 14">
            <a:extLst>
              <a:ext uri="{FF2B5EF4-FFF2-40B4-BE49-F238E27FC236}">
                <a16:creationId xmlns:a16="http://schemas.microsoft.com/office/drawing/2014/main" id="{3D54C544-4BD8-44D0-B639-8D3098243CB4}"/>
              </a:ext>
            </a:extLst>
          </p:cNvPr>
          <p:cNvSpPr>
            <a:spLocks/>
          </p:cNvSpPr>
          <p:nvPr/>
        </p:nvSpPr>
        <p:spPr bwMode="auto">
          <a:xfrm>
            <a:off x="7408863" y="441166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2" name="Freeform 15">
            <a:extLst>
              <a:ext uri="{FF2B5EF4-FFF2-40B4-BE49-F238E27FC236}">
                <a16:creationId xmlns:a16="http://schemas.microsoft.com/office/drawing/2014/main" id="{2BDBC2B9-7C93-4B91-8C65-11F15A4A0365}"/>
              </a:ext>
            </a:extLst>
          </p:cNvPr>
          <p:cNvSpPr>
            <a:spLocks/>
          </p:cNvSpPr>
          <p:nvPr/>
        </p:nvSpPr>
        <p:spPr bwMode="auto">
          <a:xfrm>
            <a:off x="7489825" y="441166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3" name="Freeform 16">
            <a:extLst>
              <a:ext uri="{FF2B5EF4-FFF2-40B4-BE49-F238E27FC236}">
                <a16:creationId xmlns:a16="http://schemas.microsoft.com/office/drawing/2014/main" id="{5BA7F73A-E8EE-461B-B332-1F7FAEEB6B84}"/>
              </a:ext>
            </a:extLst>
          </p:cNvPr>
          <p:cNvSpPr>
            <a:spLocks/>
          </p:cNvSpPr>
          <p:nvPr/>
        </p:nvSpPr>
        <p:spPr bwMode="auto">
          <a:xfrm>
            <a:off x="7896225" y="441166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4" name="Freeform 17">
            <a:extLst>
              <a:ext uri="{FF2B5EF4-FFF2-40B4-BE49-F238E27FC236}">
                <a16:creationId xmlns:a16="http://schemas.microsoft.com/office/drawing/2014/main" id="{24645328-5C91-470F-B710-D219ABF96B1C}"/>
              </a:ext>
            </a:extLst>
          </p:cNvPr>
          <p:cNvSpPr>
            <a:spLocks/>
          </p:cNvSpPr>
          <p:nvPr/>
        </p:nvSpPr>
        <p:spPr bwMode="auto">
          <a:xfrm>
            <a:off x="7977188" y="441166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5" name="Freeform 18">
            <a:extLst>
              <a:ext uri="{FF2B5EF4-FFF2-40B4-BE49-F238E27FC236}">
                <a16:creationId xmlns:a16="http://schemas.microsoft.com/office/drawing/2014/main" id="{28EF13ED-B9D9-4D80-97CF-522BD40D7FEB}"/>
              </a:ext>
            </a:extLst>
          </p:cNvPr>
          <p:cNvSpPr>
            <a:spLocks/>
          </p:cNvSpPr>
          <p:nvPr/>
        </p:nvSpPr>
        <p:spPr bwMode="auto">
          <a:xfrm>
            <a:off x="8383588" y="4411663"/>
            <a:ext cx="82550" cy="404812"/>
          </a:xfrm>
          <a:custGeom>
            <a:avLst/>
            <a:gdLst>
              <a:gd name="T0" fmla="*/ 0 w 52"/>
              <a:gd name="T1" fmla="*/ 2147483646 h 255"/>
              <a:gd name="T2" fmla="*/ 0 w 52"/>
              <a:gd name="T3" fmla="*/ 0 h 255"/>
              <a:gd name="T4" fmla="*/ 2147483646 w 52"/>
              <a:gd name="T5" fmla="*/ 0 h 255"/>
              <a:gd name="T6" fmla="*/ 2147483646 w 52"/>
              <a:gd name="T7" fmla="*/ 2147483646 h 255"/>
              <a:gd name="T8" fmla="*/ 0 w 52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6" name="Freeform 19">
            <a:extLst>
              <a:ext uri="{FF2B5EF4-FFF2-40B4-BE49-F238E27FC236}">
                <a16:creationId xmlns:a16="http://schemas.microsoft.com/office/drawing/2014/main" id="{79C15E58-7678-434B-AACE-26407E793FFA}"/>
              </a:ext>
            </a:extLst>
          </p:cNvPr>
          <p:cNvSpPr>
            <a:spLocks/>
          </p:cNvSpPr>
          <p:nvPr/>
        </p:nvSpPr>
        <p:spPr bwMode="auto">
          <a:xfrm>
            <a:off x="6048375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7" name="Freeform 20">
            <a:extLst>
              <a:ext uri="{FF2B5EF4-FFF2-40B4-BE49-F238E27FC236}">
                <a16:creationId xmlns:a16="http://schemas.microsoft.com/office/drawing/2014/main" id="{28E2D727-99C4-4E77-819F-A4523DC4E28F}"/>
              </a:ext>
            </a:extLst>
          </p:cNvPr>
          <p:cNvSpPr>
            <a:spLocks/>
          </p:cNvSpPr>
          <p:nvPr/>
        </p:nvSpPr>
        <p:spPr bwMode="auto">
          <a:xfrm>
            <a:off x="6373813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8" name="Freeform 21">
            <a:extLst>
              <a:ext uri="{FF2B5EF4-FFF2-40B4-BE49-F238E27FC236}">
                <a16:creationId xmlns:a16="http://schemas.microsoft.com/office/drawing/2014/main" id="{58B1E515-A0CB-493C-9774-AC4BCB34F1C7}"/>
              </a:ext>
            </a:extLst>
          </p:cNvPr>
          <p:cNvSpPr>
            <a:spLocks/>
          </p:cNvSpPr>
          <p:nvPr/>
        </p:nvSpPr>
        <p:spPr bwMode="auto">
          <a:xfrm>
            <a:off x="6699250" y="6037263"/>
            <a:ext cx="325438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79" name="Freeform 22">
            <a:extLst>
              <a:ext uri="{FF2B5EF4-FFF2-40B4-BE49-F238E27FC236}">
                <a16:creationId xmlns:a16="http://schemas.microsoft.com/office/drawing/2014/main" id="{EE4E6DC1-1414-4C02-A44D-255FEF4266FE}"/>
              </a:ext>
            </a:extLst>
          </p:cNvPr>
          <p:cNvSpPr>
            <a:spLocks/>
          </p:cNvSpPr>
          <p:nvPr/>
        </p:nvSpPr>
        <p:spPr bwMode="auto">
          <a:xfrm>
            <a:off x="7023100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0" name="Freeform 23">
            <a:extLst>
              <a:ext uri="{FF2B5EF4-FFF2-40B4-BE49-F238E27FC236}">
                <a16:creationId xmlns:a16="http://schemas.microsoft.com/office/drawing/2014/main" id="{73227A71-58D2-49AC-B40A-D11B9BD83B9C}"/>
              </a:ext>
            </a:extLst>
          </p:cNvPr>
          <p:cNvSpPr>
            <a:spLocks/>
          </p:cNvSpPr>
          <p:nvPr/>
        </p:nvSpPr>
        <p:spPr bwMode="auto">
          <a:xfrm>
            <a:off x="7459663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1" name="Freeform 24">
            <a:extLst>
              <a:ext uri="{FF2B5EF4-FFF2-40B4-BE49-F238E27FC236}">
                <a16:creationId xmlns:a16="http://schemas.microsoft.com/office/drawing/2014/main" id="{D4CDEFDB-BBEE-474E-96A9-1B102FDBFC44}"/>
              </a:ext>
            </a:extLst>
          </p:cNvPr>
          <p:cNvSpPr>
            <a:spLocks/>
          </p:cNvSpPr>
          <p:nvPr/>
        </p:nvSpPr>
        <p:spPr bwMode="auto">
          <a:xfrm>
            <a:off x="7785100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2" name="Freeform 25">
            <a:extLst>
              <a:ext uri="{FF2B5EF4-FFF2-40B4-BE49-F238E27FC236}">
                <a16:creationId xmlns:a16="http://schemas.microsoft.com/office/drawing/2014/main" id="{0C40631C-A95D-4D05-BF57-F850AB31D1E7}"/>
              </a:ext>
            </a:extLst>
          </p:cNvPr>
          <p:cNvSpPr>
            <a:spLocks/>
          </p:cNvSpPr>
          <p:nvPr/>
        </p:nvSpPr>
        <p:spPr bwMode="auto">
          <a:xfrm>
            <a:off x="8110538" y="6037263"/>
            <a:ext cx="323850" cy="325437"/>
          </a:xfrm>
          <a:custGeom>
            <a:avLst/>
            <a:gdLst>
              <a:gd name="T0" fmla="*/ 0 w 204"/>
              <a:gd name="T1" fmla="*/ 2147483646 h 205"/>
              <a:gd name="T2" fmla="*/ 0 w 204"/>
              <a:gd name="T3" fmla="*/ 0 h 205"/>
              <a:gd name="T4" fmla="*/ 2147483646 w 204"/>
              <a:gd name="T5" fmla="*/ 0 h 205"/>
              <a:gd name="T6" fmla="*/ 2147483646 w 204"/>
              <a:gd name="T7" fmla="*/ 2147483646 h 205"/>
              <a:gd name="T8" fmla="*/ 0 w 204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"/>
              <a:gd name="T16" fmla="*/ 0 h 205"/>
              <a:gd name="T17" fmla="*/ 204 w 204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" h="205">
                <a:moveTo>
                  <a:pt x="0" y="204"/>
                </a:moveTo>
                <a:lnTo>
                  <a:pt x="0" y="0"/>
                </a:lnTo>
                <a:lnTo>
                  <a:pt x="203" y="0"/>
                </a:lnTo>
                <a:lnTo>
                  <a:pt x="203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3" name="Freeform 26">
            <a:extLst>
              <a:ext uri="{FF2B5EF4-FFF2-40B4-BE49-F238E27FC236}">
                <a16:creationId xmlns:a16="http://schemas.microsoft.com/office/drawing/2014/main" id="{8F64F924-4454-46BA-9F68-1575894E7612}"/>
              </a:ext>
            </a:extLst>
          </p:cNvPr>
          <p:cNvSpPr>
            <a:spLocks/>
          </p:cNvSpPr>
          <p:nvPr/>
        </p:nvSpPr>
        <p:spPr bwMode="auto">
          <a:xfrm>
            <a:off x="8432800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4" name="Freeform 27">
            <a:extLst>
              <a:ext uri="{FF2B5EF4-FFF2-40B4-BE49-F238E27FC236}">
                <a16:creationId xmlns:a16="http://schemas.microsoft.com/office/drawing/2014/main" id="{68D9BAB3-C46F-4177-97B3-0BA98D27E5F8}"/>
              </a:ext>
            </a:extLst>
          </p:cNvPr>
          <p:cNvSpPr>
            <a:spLocks/>
          </p:cNvSpPr>
          <p:nvPr/>
        </p:nvSpPr>
        <p:spPr bwMode="auto">
          <a:xfrm>
            <a:off x="8870950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5" name="Freeform 28">
            <a:extLst>
              <a:ext uri="{FF2B5EF4-FFF2-40B4-BE49-F238E27FC236}">
                <a16:creationId xmlns:a16="http://schemas.microsoft.com/office/drawing/2014/main" id="{5E127F70-D5B1-4266-890D-DA5838D42294}"/>
              </a:ext>
            </a:extLst>
          </p:cNvPr>
          <p:cNvSpPr>
            <a:spLocks/>
          </p:cNvSpPr>
          <p:nvPr/>
        </p:nvSpPr>
        <p:spPr bwMode="auto">
          <a:xfrm>
            <a:off x="9196388" y="6037263"/>
            <a:ext cx="325437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6" name="Freeform 29">
            <a:extLst>
              <a:ext uri="{FF2B5EF4-FFF2-40B4-BE49-F238E27FC236}">
                <a16:creationId xmlns:a16="http://schemas.microsoft.com/office/drawing/2014/main" id="{32A03D1B-7FE6-499D-80BB-450956BB6F89}"/>
              </a:ext>
            </a:extLst>
          </p:cNvPr>
          <p:cNvSpPr>
            <a:spLocks/>
          </p:cNvSpPr>
          <p:nvPr/>
        </p:nvSpPr>
        <p:spPr bwMode="auto">
          <a:xfrm>
            <a:off x="9520238" y="6037263"/>
            <a:ext cx="325437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7" name="Freeform 30">
            <a:extLst>
              <a:ext uri="{FF2B5EF4-FFF2-40B4-BE49-F238E27FC236}">
                <a16:creationId xmlns:a16="http://schemas.microsoft.com/office/drawing/2014/main" id="{82387D07-5F69-4665-A5CA-694B1B11FF2A}"/>
              </a:ext>
            </a:extLst>
          </p:cNvPr>
          <p:cNvSpPr>
            <a:spLocks/>
          </p:cNvSpPr>
          <p:nvPr/>
        </p:nvSpPr>
        <p:spPr bwMode="auto">
          <a:xfrm>
            <a:off x="9844088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8" name="Freeform 31">
            <a:extLst>
              <a:ext uri="{FF2B5EF4-FFF2-40B4-BE49-F238E27FC236}">
                <a16:creationId xmlns:a16="http://schemas.microsoft.com/office/drawing/2014/main" id="{21305E7C-F579-4A8F-8CB2-16BCCC9F9018}"/>
              </a:ext>
            </a:extLst>
          </p:cNvPr>
          <p:cNvSpPr>
            <a:spLocks/>
          </p:cNvSpPr>
          <p:nvPr/>
        </p:nvSpPr>
        <p:spPr bwMode="auto">
          <a:xfrm>
            <a:off x="10271125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89" name="Freeform 32">
            <a:extLst>
              <a:ext uri="{FF2B5EF4-FFF2-40B4-BE49-F238E27FC236}">
                <a16:creationId xmlns:a16="http://schemas.microsoft.com/office/drawing/2014/main" id="{FFBC9BA6-242A-4C5C-90AD-F1F34B2B8DD6}"/>
              </a:ext>
            </a:extLst>
          </p:cNvPr>
          <p:cNvSpPr>
            <a:spLocks/>
          </p:cNvSpPr>
          <p:nvPr/>
        </p:nvSpPr>
        <p:spPr bwMode="auto">
          <a:xfrm>
            <a:off x="10596563" y="6037263"/>
            <a:ext cx="325437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0" name="Freeform 33">
            <a:extLst>
              <a:ext uri="{FF2B5EF4-FFF2-40B4-BE49-F238E27FC236}">
                <a16:creationId xmlns:a16="http://schemas.microsoft.com/office/drawing/2014/main" id="{F1963568-424C-4466-8189-6DABFD117C92}"/>
              </a:ext>
            </a:extLst>
          </p:cNvPr>
          <p:cNvSpPr>
            <a:spLocks/>
          </p:cNvSpPr>
          <p:nvPr/>
        </p:nvSpPr>
        <p:spPr bwMode="auto">
          <a:xfrm>
            <a:off x="10920413" y="6037263"/>
            <a:ext cx="325437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1" name="Freeform 34">
            <a:extLst>
              <a:ext uri="{FF2B5EF4-FFF2-40B4-BE49-F238E27FC236}">
                <a16:creationId xmlns:a16="http://schemas.microsoft.com/office/drawing/2014/main" id="{ED11EC01-8E4D-427E-B773-8F6EEBC5EE4C}"/>
              </a:ext>
            </a:extLst>
          </p:cNvPr>
          <p:cNvSpPr>
            <a:spLocks/>
          </p:cNvSpPr>
          <p:nvPr/>
        </p:nvSpPr>
        <p:spPr bwMode="auto">
          <a:xfrm>
            <a:off x="11244263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2" name="Freeform 35">
            <a:extLst>
              <a:ext uri="{FF2B5EF4-FFF2-40B4-BE49-F238E27FC236}">
                <a16:creationId xmlns:a16="http://schemas.microsoft.com/office/drawing/2014/main" id="{268774AC-5DF7-4968-920C-3D21A73A0135}"/>
              </a:ext>
            </a:extLst>
          </p:cNvPr>
          <p:cNvSpPr>
            <a:spLocks/>
          </p:cNvSpPr>
          <p:nvPr/>
        </p:nvSpPr>
        <p:spPr bwMode="auto">
          <a:xfrm>
            <a:off x="4314825" y="5180013"/>
            <a:ext cx="487363" cy="404812"/>
          </a:xfrm>
          <a:custGeom>
            <a:avLst/>
            <a:gdLst>
              <a:gd name="T0" fmla="*/ 0 w 307"/>
              <a:gd name="T1" fmla="*/ 2147483646 h 255"/>
              <a:gd name="T2" fmla="*/ 0 w 307"/>
              <a:gd name="T3" fmla="*/ 0 h 255"/>
              <a:gd name="T4" fmla="*/ 2147483646 w 307"/>
              <a:gd name="T5" fmla="*/ 0 h 255"/>
              <a:gd name="T6" fmla="*/ 2147483646 w 307"/>
              <a:gd name="T7" fmla="*/ 2147483646 h 255"/>
              <a:gd name="T8" fmla="*/ 0 w 307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3" name="Freeform 36">
            <a:extLst>
              <a:ext uri="{FF2B5EF4-FFF2-40B4-BE49-F238E27FC236}">
                <a16:creationId xmlns:a16="http://schemas.microsoft.com/office/drawing/2014/main" id="{BDA12C45-6865-43DA-8195-471E8EF6796B}"/>
              </a:ext>
            </a:extLst>
          </p:cNvPr>
          <p:cNvSpPr>
            <a:spLocks/>
          </p:cNvSpPr>
          <p:nvPr/>
        </p:nvSpPr>
        <p:spPr bwMode="auto">
          <a:xfrm>
            <a:off x="4395788" y="51800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4" name="Freeform 37">
            <a:extLst>
              <a:ext uri="{FF2B5EF4-FFF2-40B4-BE49-F238E27FC236}">
                <a16:creationId xmlns:a16="http://schemas.microsoft.com/office/drawing/2014/main" id="{B40CB3A4-B67A-4C90-81E1-EEF3E56EA997}"/>
              </a:ext>
            </a:extLst>
          </p:cNvPr>
          <p:cNvSpPr>
            <a:spLocks/>
          </p:cNvSpPr>
          <p:nvPr/>
        </p:nvSpPr>
        <p:spPr bwMode="auto">
          <a:xfrm>
            <a:off x="4800600" y="518001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5" name="Freeform 38">
            <a:extLst>
              <a:ext uri="{FF2B5EF4-FFF2-40B4-BE49-F238E27FC236}">
                <a16:creationId xmlns:a16="http://schemas.microsoft.com/office/drawing/2014/main" id="{14E8E302-3F3C-499D-8891-83C5E02C4E7A}"/>
              </a:ext>
            </a:extLst>
          </p:cNvPr>
          <p:cNvSpPr>
            <a:spLocks/>
          </p:cNvSpPr>
          <p:nvPr/>
        </p:nvSpPr>
        <p:spPr bwMode="auto">
          <a:xfrm>
            <a:off x="4881563" y="51800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6" name="Freeform 39">
            <a:extLst>
              <a:ext uri="{FF2B5EF4-FFF2-40B4-BE49-F238E27FC236}">
                <a16:creationId xmlns:a16="http://schemas.microsoft.com/office/drawing/2014/main" id="{344643EB-EFEA-44B7-B4DA-F425419F6795}"/>
              </a:ext>
            </a:extLst>
          </p:cNvPr>
          <p:cNvSpPr>
            <a:spLocks/>
          </p:cNvSpPr>
          <p:nvPr/>
        </p:nvSpPr>
        <p:spPr bwMode="auto">
          <a:xfrm>
            <a:off x="5287963" y="518001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7" name="Freeform 40">
            <a:extLst>
              <a:ext uri="{FF2B5EF4-FFF2-40B4-BE49-F238E27FC236}">
                <a16:creationId xmlns:a16="http://schemas.microsoft.com/office/drawing/2014/main" id="{2FE86A03-3817-4089-924C-994749F81F75}"/>
              </a:ext>
            </a:extLst>
          </p:cNvPr>
          <p:cNvSpPr>
            <a:spLocks/>
          </p:cNvSpPr>
          <p:nvPr/>
        </p:nvSpPr>
        <p:spPr bwMode="auto">
          <a:xfrm>
            <a:off x="5368925" y="51800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8" name="Freeform 41">
            <a:extLst>
              <a:ext uri="{FF2B5EF4-FFF2-40B4-BE49-F238E27FC236}">
                <a16:creationId xmlns:a16="http://schemas.microsoft.com/office/drawing/2014/main" id="{E96DF433-DD6B-48DB-9D23-A48038041EB8}"/>
              </a:ext>
            </a:extLst>
          </p:cNvPr>
          <p:cNvSpPr>
            <a:spLocks/>
          </p:cNvSpPr>
          <p:nvPr/>
        </p:nvSpPr>
        <p:spPr bwMode="auto">
          <a:xfrm>
            <a:off x="5775325" y="518001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099" name="Freeform 42">
            <a:extLst>
              <a:ext uri="{FF2B5EF4-FFF2-40B4-BE49-F238E27FC236}">
                <a16:creationId xmlns:a16="http://schemas.microsoft.com/office/drawing/2014/main" id="{82AC397D-E15B-4829-ADA5-25AF1AFE6CFA}"/>
              </a:ext>
            </a:extLst>
          </p:cNvPr>
          <p:cNvSpPr>
            <a:spLocks/>
          </p:cNvSpPr>
          <p:nvPr/>
        </p:nvSpPr>
        <p:spPr bwMode="auto">
          <a:xfrm>
            <a:off x="5856288" y="51800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0" name="Freeform 43">
            <a:extLst>
              <a:ext uri="{FF2B5EF4-FFF2-40B4-BE49-F238E27FC236}">
                <a16:creationId xmlns:a16="http://schemas.microsoft.com/office/drawing/2014/main" id="{7739D5A7-040F-4CA7-8778-D14F913CF5B1}"/>
              </a:ext>
            </a:extLst>
          </p:cNvPr>
          <p:cNvSpPr>
            <a:spLocks/>
          </p:cNvSpPr>
          <p:nvPr/>
        </p:nvSpPr>
        <p:spPr bwMode="auto">
          <a:xfrm>
            <a:off x="6262688" y="5180013"/>
            <a:ext cx="82550" cy="404812"/>
          </a:xfrm>
          <a:custGeom>
            <a:avLst/>
            <a:gdLst>
              <a:gd name="T0" fmla="*/ 0 w 52"/>
              <a:gd name="T1" fmla="*/ 2147483646 h 255"/>
              <a:gd name="T2" fmla="*/ 0 w 52"/>
              <a:gd name="T3" fmla="*/ 0 h 255"/>
              <a:gd name="T4" fmla="*/ 2147483646 w 52"/>
              <a:gd name="T5" fmla="*/ 0 h 255"/>
              <a:gd name="T6" fmla="*/ 2147483646 w 52"/>
              <a:gd name="T7" fmla="*/ 2147483646 h 255"/>
              <a:gd name="T8" fmla="*/ 0 w 52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2"/>
              <a:gd name="T16" fmla="*/ 0 h 255"/>
              <a:gd name="T17" fmla="*/ 52 w 52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2" h="255">
                <a:moveTo>
                  <a:pt x="0" y="254"/>
                </a:moveTo>
                <a:lnTo>
                  <a:pt x="0" y="0"/>
                </a:lnTo>
                <a:lnTo>
                  <a:pt x="51" y="0"/>
                </a:lnTo>
                <a:lnTo>
                  <a:pt x="51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1" name="Freeform 44">
            <a:extLst>
              <a:ext uri="{FF2B5EF4-FFF2-40B4-BE49-F238E27FC236}">
                <a16:creationId xmlns:a16="http://schemas.microsoft.com/office/drawing/2014/main" id="{AE4889AD-908C-44CD-AC39-D1321BD32733}"/>
              </a:ext>
            </a:extLst>
          </p:cNvPr>
          <p:cNvSpPr>
            <a:spLocks/>
          </p:cNvSpPr>
          <p:nvPr/>
        </p:nvSpPr>
        <p:spPr bwMode="auto">
          <a:xfrm>
            <a:off x="8524875" y="518001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2" name="Freeform 45">
            <a:extLst>
              <a:ext uri="{FF2B5EF4-FFF2-40B4-BE49-F238E27FC236}">
                <a16:creationId xmlns:a16="http://schemas.microsoft.com/office/drawing/2014/main" id="{A78DA27D-4CF5-47C7-BF50-EDBA343A20B8}"/>
              </a:ext>
            </a:extLst>
          </p:cNvPr>
          <p:cNvSpPr>
            <a:spLocks/>
          </p:cNvSpPr>
          <p:nvPr/>
        </p:nvSpPr>
        <p:spPr bwMode="auto">
          <a:xfrm>
            <a:off x="8605838" y="51800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3" name="Freeform 46">
            <a:extLst>
              <a:ext uri="{FF2B5EF4-FFF2-40B4-BE49-F238E27FC236}">
                <a16:creationId xmlns:a16="http://schemas.microsoft.com/office/drawing/2014/main" id="{3E227937-1BBD-422A-9343-87FB34657FD0}"/>
              </a:ext>
            </a:extLst>
          </p:cNvPr>
          <p:cNvSpPr>
            <a:spLocks/>
          </p:cNvSpPr>
          <p:nvPr/>
        </p:nvSpPr>
        <p:spPr bwMode="auto">
          <a:xfrm>
            <a:off x="9012238" y="518001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4" name="Freeform 47">
            <a:extLst>
              <a:ext uri="{FF2B5EF4-FFF2-40B4-BE49-F238E27FC236}">
                <a16:creationId xmlns:a16="http://schemas.microsoft.com/office/drawing/2014/main" id="{2D945539-2AB1-472D-BAD1-B7F4FC65554E}"/>
              </a:ext>
            </a:extLst>
          </p:cNvPr>
          <p:cNvSpPr>
            <a:spLocks/>
          </p:cNvSpPr>
          <p:nvPr/>
        </p:nvSpPr>
        <p:spPr bwMode="auto">
          <a:xfrm>
            <a:off x="9093200" y="5180013"/>
            <a:ext cx="1588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5" name="Freeform 48">
            <a:extLst>
              <a:ext uri="{FF2B5EF4-FFF2-40B4-BE49-F238E27FC236}">
                <a16:creationId xmlns:a16="http://schemas.microsoft.com/office/drawing/2014/main" id="{1D5DBB4C-40DB-4366-99C3-E963ECD7E8DA}"/>
              </a:ext>
            </a:extLst>
          </p:cNvPr>
          <p:cNvSpPr>
            <a:spLocks/>
          </p:cNvSpPr>
          <p:nvPr/>
        </p:nvSpPr>
        <p:spPr bwMode="auto">
          <a:xfrm>
            <a:off x="9499600" y="5180013"/>
            <a:ext cx="487363" cy="404812"/>
          </a:xfrm>
          <a:custGeom>
            <a:avLst/>
            <a:gdLst>
              <a:gd name="T0" fmla="*/ 0 w 307"/>
              <a:gd name="T1" fmla="*/ 2147483646 h 255"/>
              <a:gd name="T2" fmla="*/ 0 w 307"/>
              <a:gd name="T3" fmla="*/ 0 h 255"/>
              <a:gd name="T4" fmla="*/ 2147483646 w 307"/>
              <a:gd name="T5" fmla="*/ 0 h 255"/>
              <a:gd name="T6" fmla="*/ 2147483646 w 307"/>
              <a:gd name="T7" fmla="*/ 2147483646 h 255"/>
              <a:gd name="T8" fmla="*/ 0 w 307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7"/>
              <a:gd name="T16" fmla="*/ 0 h 255"/>
              <a:gd name="T17" fmla="*/ 307 w 307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7" h="255">
                <a:moveTo>
                  <a:pt x="0" y="254"/>
                </a:moveTo>
                <a:lnTo>
                  <a:pt x="0" y="0"/>
                </a:lnTo>
                <a:lnTo>
                  <a:pt x="306" y="0"/>
                </a:lnTo>
                <a:lnTo>
                  <a:pt x="306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6" name="Freeform 49">
            <a:extLst>
              <a:ext uri="{FF2B5EF4-FFF2-40B4-BE49-F238E27FC236}">
                <a16:creationId xmlns:a16="http://schemas.microsoft.com/office/drawing/2014/main" id="{A0FAEF05-977E-4735-A7CD-DCB0737BF2DA}"/>
              </a:ext>
            </a:extLst>
          </p:cNvPr>
          <p:cNvSpPr>
            <a:spLocks/>
          </p:cNvSpPr>
          <p:nvPr/>
        </p:nvSpPr>
        <p:spPr bwMode="auto">
          <a:xfrm>
            <a:off x="9580563" y="51800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7" name="Freeform 50">
            <a:extLst>
              <a:ext uri="{FF2B5EF4-FFF2-40B4-BE49-F238E27FC236}">
                <a16:creationId xmlns:a16="http://schemas.microsoft.com/office/drawing/2014/main" id="{5710EE72-D7AF-4BD9-BAEA-3F0DB7E58443}"/>
              </a:ext>
            </a:extLst>
          </p:cNvPr>
          <p:cNvSpPr>
            <a:spLocks/>
          </p:cNvSpPr>
          <p:nvPr/>
        </p:nvSpPr>
        <p:spPr bwMode="auto">
          <a:xfrm>
            <a:off x="9985375" y="5180013"/>
            <a:ext cx="488950" cy="404812"/>
          </a:xfrm>
          <a:custGeom>
            <a:avLst/>
            <a:gdLst>
              <a:gd name="T0" fmla="*/ 0 w 308"/>
              <a:gd name="T1" fmla="*/ 2147483646 h 255"/>
              <a:gd name="T2" fmla="*/ 0 w 308"/>
              <a:gd name="T3" fmla="*/ 0 h 255"/>
              <a:gd name="T4" fmla="*/ 2147483646 w 308"/>
              <a:gd name="T5" fmla="*/ 0 h 255"/>
              <a:gd name="T6" fmla="*/ 2147483646 w 308"/>
              <a:gd name="T7" fmla="*/ 2147483646 h 255"/>
              <a:gd name="T8" fmla="*/ 0 w 308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255"/>
              <a:gd name="T17" fmla="*/ 308 w 308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255">
                <a:moveTo>
                  <a:pt x="0" y="254"/>
                </a:moveTo>
                <a:lnTo>
                  <a:pt x="0" y="0"/>
                </a:lnTo>
                <a:lnTo>
                  <a:pt x="307" y="0"/>
                </a:lnTo>
                <a:lnTo>
                  <a:pt x="307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8" name="Freeform 51">
            <a:extLst>
              <a:ext uri="{FF2B5EF4-FFF2-40B4-BE49-F238E27FC236}">
                <a16:creationId xmlns:a16="http://schemas.microsoft.com/office/drawing/2014/main" id="{E2F869B0-A863-4C36-A13D-3FDAB065EFB1}"/>
              </a:ext>
            </a:extLst>
          </p:cNvPr>
          <p:cNvSpPr>
            <a:spLocks/>
          </p:cNvSpPr>
          <p:nvPr/>
        </p:nvSpPr>
        <p:spPr bwMode="auto">
          <a:xfrm>
            <a:off x="10069513" y="5180013"/>
            <a:ext cx="1587" cy="404812"/>
          </a:xfrm>
          <a:custGeom>
            <a:avLst/>
            <a:gdLst>
              <a:gd name="T0" fmla="*/ 0 w 1"/>
              <a:gd name="T1" fmla="*/ 0 h 255"/>
              <a:gd name="T2" fmla="*/ 0 w 1"/>
              <a:gd name="T3" fmla="*/ 2147483646 h 255"/>
              <a:gd name="T4" fmla="*/ 0 w 1"/>
              <a:gd name="T5" fmla="*/ 0 h 255"/>
              <a:gd name="T6" fmla="*/ 0 60000 65536"/>
              <a:gd name="T7" fmla="*/ 0 60000 65536"/>
              <a:gd name="T8" fmla="*/ 0 60000 65536"/>
              <a:gd name="T9" fmla="*/ 0 w 1"/>
              <a:gd name="T10" fmla="*/ 0 h 255"/>
              <a:gd name="T11" fmla="*/ 1 w 1"/>
              <a:gd name="T12" fmla="*/ 255 h 2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5">
                <a:moveTo>
                  <a:pt x="0" y="0"/>
                </a:moveTo>
                <a:lnTo>
                  <a:pt x="0" y="25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09" name="Freeform 52">
            <a:extLst>
              <a:ext uri="{FF2B5EF4-FFF2-40B4-BE49-F238E27FC236}">
                <a16:creationId xmlns:a16="http://schemas.microsoft.com/office/drawing/2014/main" id="{AEA48125-F6A9-4C78-989E-EFA208D6B533}"/>
              </a:ext>
            </a:extLst>
          </p:cNvPr>
          <p:cNvSpPr>
            <a:spLocks/>
          </p:cNvSpPr>
          <p:nvPr/>
        </p:nvSpPr>
        <p:spPr bwMode="auto">
          <a:xfrm>
            <a:off x="10472738" y="5180013"/>
            <a:ext cx="84137" cy="404812"/>
          </a:xfrm>
          <a:custGeom>
            <a:avLst/>
            <a:gdLst>
              <a:gd name="T0" fmla="*/ 0 w 53"/>
              <a:gd name="T1" fmla="*/ 2147483646 h 255"/>
              <a:gd name="T2" fmla="*/ 0 w 53"/>
              <a:gd name="T3" fmla="*/ 0 h 255"/>
              <a:gd name="T4" fmla="*/ 2147483646 w 53"/>
              <a:gd name="T5" fmla="*/ 0 h 255"/>
              <a:gd name="T6" fmla="*/ 2147483646 w 53"/>
              <a:gd name="T7" fmla="*/ 2147483646 h 255"/>
              <a:gd name="T8" fmla="*/ 0 w 53"/>
              <a:gd name="T9" fmla="*/ 2147483646 h 2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"/>
              <a:gd name="T16" fmla="*/ 0 h 255"/>
              <a:gd name="T17" fmla="*/ 53 w 53"/>
              <a:gd name="T18" fmla="*/ 255 h 25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" h="255">
                <a:moveTo>
                  <a:pt x="0" y="254"/>
                </a:moveTo>
                <a:lnTo>
                  <a:pt x="0" y="0"/>
                </a:lnTo>
                <a:lnTo>
                  <a:pt x="52" y="0"/>
                </a:lnTo>
                <a:lnTo>
                  <a:pt x="52" y="254"/>
                </a:lnTo>
                <a:lnTo>
                  <a:pt x="0" y="25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10" name="Freeform 53">
            <a:extLst>
              <a:ext uri="{FF2B5EF4-FFF2-40B4-BE49-F238E27FC236}">
                <a16:creationId xmlns:a16="http://schemas.microsoft.com/office/drawing/2014/main" id="{3E3AF3E5-0A4D-48DB-A699-6B06D37B660E}"/>
              </a:ext>
            </a:extLst>
          </p:cNvPr>
          <p:cNvSpPr>
            <a:spLocks/>
          </p:cNvSpPr>
          <p:nvPr/>
        </p:nvSpPr>
        <p:spPr bwMode="auto">
          <a:xfrm>
            <a:off x="3898900" y="5502275"/>
            <a:ext cx="446088" cy="496888"/>
          </a:xfrm>
          <a:custGeom>
            <a:avLst/>
            <a:gdLst>
              <a:gd name="T0" fmla="*/ 2147483646 w 281"/>
              <a:gd name="T1" fmla="*/ 0 h 313"/>
              <a:gd name="T2" fmla="*/ 0 w 281"/>
              <a:gd name="T3" fmla="*/ 2147483646 h 313"/>
              <a:gd name="T4" fmla="*/ 2147483646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1" name="Freeform 54">
            <a:extLst>
              <a:ext uri="{FF2B5EF4-FFF2-40B4-BE49-F238E27FC236}">
                <a16:creationId xmlns:a16="http://schemas.microsoft.com/office/drawing/2014/main" id="{B55E6133-B81D-456F-A859-D0351EBEC069}"/>
              </a:ext>
            </a:extLst>
          </p:cNvPr>
          <p:cNvSpPr>
            <a:spLocks/>
          </p:cNvSpPr>
          <p:nvPr/>
        </p:nvSpPr>
        <p:spPr bwMode="auto">
          <a:xfrm>
            <a:off x="3898900" y="5905500"/>
            <a:ext cx="87313" cy="93663"/>
          </a:xfrm>
          <a:custGeom>
            <a:avLst/>
            <a:gdLst>
              <a:gd name="T0" fmla="*/ 2147483646 w 55"/>
              <a:gd name="T1" fmla="*/ 2147483646 h 59"/>
              <a:gd name="T2" fmla="*/ 0 w 55"/>
              <a:gd name="T3" fmla="*/ 2147483646 h 59"/>
              <a:gd name="T4" fmla="*/ 2147483646 w 55"/>
              <a:gd name="T5" fmla="*/ 0 h 59"/>
              <a:gd name="T6" fmla="*/ 2147483646 w 55"/>
              <a:gd name="T7" fmla="*/ 2147483646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12" name="Freeform 55">
            <a:extLst>
              <a:ext uri="{FF2B5EF4-FFF2-40B4-BE49-F238E27FC236}">
                <a16:creationId xmlns:a16="http://schemas.microsoft.com/office/drawing/2014/main" id="{CBE87B95-09DE-4DF6-A333-62960F24A0E7}"/>
              </a:ext>
            </a:extLst>
          </p:cNvPr>
          <p:cNvSpPr>
            <a:spLocks/>
          </p:cNvSpPr>
          <p:nvPr/>
        </p:nvSpPr>
        <p:spPr bwMode="auto">
          <a:xfrm>
            <a:off x="4830763" y="5502275"/>
            <a:ext cx="449262" cy="506413"/>
          </a:xfrm>
          <a:custGeom>
            <a:avLst/>
            <a:gdLst>
              <a:gd name="T0" fmla="*/ 0 w 283"/>
              <a:gd name="T1" fmla="*/ 0 h 319"/>
              <a:gd name="T2" fmla="*/ 2147483646 w 283"/>
              <a:gd name="T3" fmla="*/ 2147483646 h 319"/>
              <a:gd name="T4" fmla="*/ 0 w 283"/>
              <a:gd name="T5" fmla="*/ 0 h 319"/>
              <a:gd name="T6" fmla="*/ 0 60000 65536"/>
              <a:gd name="T7" fmla="*/ 0 60000 65536"/>
              <a:gd name="T8" fmla="*/ 0 60000 65536"/>
              <a:gd name="T9" fmla="*/ 0 w 283"/>
              <a:gd name="T10" fmla="*/ 0 h 319"/>
              <a:gd name="T11" fmla="*/ 283 w 283"/>
              <a:gd name="T12" fmla="*/ 319 h 31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" h="319">
                <a:moveTo>
                  <a:pt x="0" y="0"/>
                </a:moveTo>
                <a:lnTo>
                  <a:pt x="282" y="318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3" name="Freeform 56">
            <a:extLst>
              <a:ext uri="{FF2B5EF4-FFF2-40B4-BE49-F238E27FC236}">
                <a16:creationId xmlns:a16="http://schemas.microsoft.com/office/drawing/2014/main" id="{33D02574-C9E4-4459-85AF-67C4313BC195}"/>
              </a:ext>
            </a:extLst>
          </p:cNvPr>
          <p:cNvSpPr>
            <a:spLocks/>
          </p:cNvSpPr>
          <p:nvPr/>
        </p:nvSpPr>
        <p:spPr bwMode="auto">
          <a:xfrm>
            <a:off x="5191125" y="5916613"/>
            <a:ext cx="88900" cy="92075"/>
          </a:xfrm>
          <a:custGeom>
            <a:avLst/>
            <a:gdLst>
              <a:gd name="T0" fmla="*/ 2147483646 w 56"/>
              <a:gd name="T1" fmla="*/ 0 h 58"/>
              <a:gd name="T2" fmla="*/ 2147483646 w 56"/>
              <a:gd name="T3" fmla="*/ 2147483646 h 58"/>
              <a:gd name="T4" fmla="*/ 0 w 56"/>
              <a:gd name="T5" fmla="*/ 2147483646 h 58"/>
              <a:gd name="T6" fmla="*/ 2147483646 w 56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58"/>
              <a:gd name="T14" fmla="*/ 56 w 56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58">
                <a:moveTo>
                  <a:pt x="24" y="0"/>
                </a:moveTo>
                <a:lnTo>
                  <a:pt x="55" y="57"/>
                </a:lnTo>
                <a:lnTo>
                  <a:pt x="0" y="21"/>
                </a:lnTo>
                <a:lnTo>
                  <a:pt x="24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14" name="Freeform 57">
            <a:extLst>
              <a:ext uri="{FF2B5EF4-FFF2-40B4-BE49-F238E27FC236}">
                <a16:creationId xmlns:a16="http://schemas.microsoft.com/office/drawing/2014/main" id="{B250154F-8BB6-4693-979F-B26ADBDB33F6}"/>
              </a:ext>
            </a:extLst>
          </p:cNvPr>
          <p:cNvSpPr>
            <a:spLocks/>
          </p:cNvSpPr>
          <p:nvPr/>
        </p:nvSpPr>
        <p:spPr bwMode="auto">
          <a:xfrm>
            <a:off x="5329238" y="5502275"/>
            <a:ext cx="1330325" cy="517525"/>
          </a:xfrm>
          <a:custGeom>
            <a:avLst/>
            <a:gdLst>
              <a:gd name="T0" fmla="*/ 0 w 838"/>
              <a:gd name="T1" fmla="*/ 0 h 326"/>
              <a:gd name="T2" fmla="*/ 2147483646 w 838"/>
              <a:gd name="T3" fmla="*/ 2147483646 h 326"/>
              <a:gd name="T4" fmla="*/ 0 w 838"/>
              <a:gd name="T5" fmla="*/ 0 h 326"/>
              <a:gd name="T6" fmla="*/ 0 60000 65536"/>
              <a:gd name="T7" fmla="*/ 0 60000 65536"/>
              <a:gd name="T8" fmla="*/ 0 60000 65536"/>
              <a:gd name="T9" fmla="*/ 0 w 838"/>
              <a:gd name="T10" fmla="*/ 0 h 326"/>
              <a:gd name="T11" fmla="*/ 838 w 838"/>
              <a:gd name="T12" fmla="*/ 326 h 3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38" h="326">
                <a:moveTo>
                  <a:pt x="0" y="0"/>
                </a:moveTo>
                <a:lnTo>
                  <a:pt x="837" y="325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5" name="Freeform 58">
            <a:extLst>
              <a:ext uri="{FF2B5EF4-FFF2-40B4-BE49-F238E27FC236}">
                <a16:creationId xmlns:a16="http://schemas.microsoft.com/office/drawing/2014/main" id="{7BB60FF2-9EB5-4F06-BC21-CE8939AAB704}"/>
              </a:ext>
            </a:extLst>
          </p:cNvPr>
          <p:cNvSpPr>
            <a:spLocks/>
          </p:cNvSpPr>
          <p:nvPr/>
        </p:nvSpPr>
        <p:spPr bwMode="auto">
          <a:xfrm>
            <a:off x="6554788" y="5957888"/>
            <a:ext cx="104775" cy="61912"/>
          </a:xfrm>
          <a:custGeom>
            <a:avLst/>
            <a:gdLst>
              <a:gd name="T0" fmla="*/ 2147483646 w 66"/>
              <a:gd name="T1" fmla="*/ 0 h 39"/>
              <a:gd name="T2" fmla="*/ 2147483646 w 66"/>
              <a:gd name="T3" fmla="*/ 2147483646 h 39"/>
              <a:gd name="T4" fmla="*/ 0 w 66"/>
              <a:gd name="T5" fmla="*/ 2147483646 h 39"/>
              <a:gd name="T6" fmla="*/ 2147483646 w 66"/>
              <a:gd name="T7" fmla="*/ 0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6"/>
              <a:gd name="T13" fmla="*/ 0 h 39"/>
              <a:gd name="T14" fmla="*/ 66 w 66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6" h="39">
                <a:moveTo>
                  <a:pt x="11" y="0"/>
                </a:moveTo>
                <a:lnTo>
                  <a:pt x="65" y="38"/>
                </a:lnTo>
                <a:lnTo>
                  <a:pt x="0" y="30"/>
                </a:lnTo>
                <a:lnTo>
                  <a:pt x="1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16" name="Freeform 59">
            <a:extLst>
              <a:ext uri="{FF2B5EF4-FFF2-40B4-BE49-F238E27FC236}">
                <a16:creationId xmlns:a16="http://schemas.microsoft.com/office/drawing/2014/main" id="{1E4FC592-2F57-41EB-807F-3BF004BBE781}"/>
              </a:ext>
            </a:extLst>
          </p:cNvPr>
          <p:cNvSpPr>
            <a:spLocks/>
          </p:cNvSpPr>
          <p:nvPr/>
        </p:nvSpPr>
        <p:spPr bwMode="auto">
          <a:xfrm>
            <a:off x="8110538" y="5522913"/>
            <a:ext cx="446087" cy="496887"/>
          </a:xfrm>
          <a:custGeom>
            <a:avLst/>
            <a:gdLst>
              <a:gd name="T0" fmla="*/ 2147483646 w 281"/>
              <a:gd name="T1" fmla="*/ 0 h 313"/>
              <a:gd name="T2" fmla="*/ 0 w 281"/>
              <a:gd name="T3" fmla="*/ 2147483646 h 313"/>
              <a:gd name="T4" fmla="*/ 2147483646 w 281"/>
              <a:gd name="T5" fmla="*/ 0 h 313"/>
              <a:gd name="T6" fmla="*/ 0 60000 65536"/>
              <a:gd name="T7" fmla="*/ 0 60000 65536"/>
              <a:gd name="T8" fmla="*/ 0 60000 65536"/>
              <a:gd name="T9" fmla="*/ 0 w 281"/>
              <a:gd name="T10" fmla="*/ 0 h 313"/>
              <a:gd name="T11" fmla="*/ 281 w 281"/>
              <a:gd name="T12" fmla="*/ 313 h 3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1" h="313">
                <a:moveTo>
                  <a:pt x="280" y="0"/>
                </a:moveTo>
                <a:lnTo>
                  <a:pt x="0" y="312"/>
                </a:lnTo>
                <a:lnTo>
                  <a:pt x="28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7" name="Freeform 60">
            <a:extLst>
              <a:ext uri="{FF2B5EF4-FFF2-40B4-BE49-F238E27FC236}">
                <a16:creationId xmlns:a16="http://schemas.microsoft.com/office/drawing/2014/main" id="{1171AE0C-240E-4924-B4DA-7693B4F26836}"/>
              </a:ext>
            </a:extLst>
          </p:cNvPr>
          <p:cNvSpPr>
            <a:spLocks/>
          </p:cNvSpPr>
          <p:nvPr/>
        </p:nvSpPr>
        <p:spPr bwMode="auto">
          <a:xfrm>
            <a:off x="8110538" y="5926138"/>
            <a:ext cx="87312" cy="93662"/>
          </a:xfrm>
          <a:custGeom>
            <a:avLst/>
            <a:gdLst>
              <a:gd name="T0" fmla="*/ 2147483646 w 55"/>
              <a:gd name="T1" fmla="*/ 2147483646 h 59"/>
              <a:gd name="T2" fmla="*/ 0 w 55"/>
              <a:gd name="T3" fmla="*/ 2147483646 h 59"/>
              <a:gd name="T4" fmla="*/ 2147483646 w 55"/>
              <a:gd name="T5" fmla="*/ 0 h 59"/>
              <a:gd name="T6" fmla="*/ 2147483646 w 55"/>
              <a:gd name="T7" fmla="*/ 2147483646 h 5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9"/>
              <a:gd name="T14" fmla="*/ 55 w 55"/>
              <a:gd name="T15" fmla="*/ 59 h 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9">
                <a:moveTo>
                  <a:pt x="54" y="21"/>
                </a:moveTo>
                <a:lnTo>
                  <a:pt x="0" y="58"/>
                </a:lnTo>
                <a:lnTo>
                  <a:pt x="30" y="0"/>
                </a:lnTo>
                <a:lnTo>
                  <a:pt x="54" y="21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18" name="Freeform 61">
            <a:extLst>
              <a:ext uri="{FF2B5EF4-FFF2-40B4-BE49-F238E27FC236}">
                <a16:creationId xmlns:a16="http://schemas.microsoft.com/office/drawing/2014/main" id="{83BA4791-3979-4D60-8AFC-70F9E3575043}"/>
              </a:ext>
            </a:extLst>
          </p:cNvPr>
          <p:cNvSpPr>
            <a:spLocks/>
          </p:cNvSpPr>
          <p:nvPr/>
        </p:nvSpPr>
        <p:spPr bwMode="auto">
          <a:xfrm>
            <a:off x="9042400" y="5522913"/>
            <a:ext cx="458788" cy="476250"/>
          </a:xfrm>
          <a:custGeom>
            <a:avLst/>
            <a:gdLst>
              <a:gd name="T0" fmla="*/ 0 w 289"/>
              <a:gd name="T1" fmla="*/ 0 h 300"/>
              <a:gd name="T2" fmla="*/ 2147483646 w 289"/>
              <a:gd name="T3" fmla="*/ 2147483646 h 300"/>
              <a:gd name="T4" fmla="*/ 0 w 289"/>
              <a:gd name="T5" fmla="*/ 0 h 300"/>
              <a:gd name="T6" fmla="*/ 0 60000 65536"/>
              <a:gd name="T7" fmla="*/ 0 60000 65536"/>
              <a:gd name="T8" fmla="*/ 0 60000 65536"/>
              <a:gd name="T9" fmla="*/ 0 w 289"/>
              <a:gd name="T10" fmla="*/ 0 h 300"/>
              <a:gd name="T11" fmla="*/ 289 w 289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9" h="300">
                <a:moveTo>
                  <a:pt x="0" y="0"/>
                </a:moveTo>
                <a:lnTo>
                  <a:pt x="288" y="29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19" name="Freeform 62">
            <a:extLst>
              <a:ext uri="{FF2B5EF4-FFF2-40B4-BE49-F238E27FC236}">
                <a16:creationId xmlns:a16="http://schemas.microsoft.com/office/drawing/2014/main" id="{6355F06B-B0CA-4D7E-91D6-CDBD3397E03B}"/>
              </a:ext>
            </a:extLst>
          </p:cNvPr>
          <p:cNvSpPr>
            <a:spLocks/>
          </p:cNvSpPr>
          <p:nvPr/>
        </p:nvSpPr>
        <p:spPr bwMode="auto">
          <a:xfrm>
            <a:off x="9410700" y="5907088"/>
            <a:ext cx="90488" cy="92075"/>
          </a:xfrm>
          <a:custGeom>
            <a:avLst/>
            <a:gdLst>
              <a:gd name="T0" fmla="*/ 2147483646 w 57"/>
              <a:gd name="T1" fmla="*/ 0 h 58"/>
              <a:gd name="T2" fmla="*/ 2147483646 w 57"/>
              <a:gd name="T3" fmla="*/ 2147483646 h 58"/>
              <a:gd name="T4" fmla="*/ 0 w 57"/>
              <a:gd name="T5" fmla="*/ 2147483646 h 58"/>
              <a:gd name="T6" fmla="*/ 2147483646 w 57"/>
              <a:gd name="T7" fmla="*/ 0 h 58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58"/>
              <a:gd name="T14" fmla="*/ 57 w 57"/>
              <a:gd name="T15" fmla="*/ 58 h 5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58">
                <a:moveTo>
                  <a:pt x="23" y="0"/>
                </a:moveTo>
                <a:lnTo>
                  <a:pt x="56" y="57"/>
                </a:lnTo>
                <a:lnTo>
                  <a:pt x="0" y="22"/>
                </a:lnTo>
                <a:lnTo>
                  <a:pt x="2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0" name="Freeform 63">
            <a:extLst>
              <a:ext uri="{FF2B5EF4-FFF2-40B4-BE49-F238E27FC236}">
                <a16:creationId xmlns:a16="http://schemas.microsoft.com/office/drawing/2014/main" id="{39D1FECA-79F0-43A9-9F7B-F8E83973C7BA}"/>
              </a:ext>
            </a:extLst>
          </p:cNvPr>
          <p:cNvSpPr>
            <a:spLocks/>
          </p:cNvSpPr>
          <p:nvPr/>
        </p:nvSpPr>
        <p:spPr bwMode="auto">
          <a:xfrm>
            <a:off x="9529763" y="5532438"/>
            <a:ext cx="1362075" cy="476250"/>
          </a:xfrm>
          <a:custGeom>
            <a:avLst/>
            <a:gdLst>
              <a:gd name="T0" fmla="*/ 0 w 858"/>
              <a:gd name="T1" fmla="*/ 0 h 300"/>
              <a:gd name="T2" fmla="*/ 2147483646 w 858"/>
              <a:gd name="T3" fmla="*/ 2147483646 h 300"/>
              <a:gd name="T4" fmla="*/ 0 w 858"/>
              <a:gd name="T5" fmla="*/ 0 h 300"/>
              <a:gd name="T6" fmla="*/ 0 60000 65536"/>
              <a:gd name="T7" fmla="*/ 0 60000 65536"/>
              <a:gd name="T8" fmla="*/ 0 60000 65536"/>
              <a:gd name="T9" fmla="*/ 0 w 858"/>
              <a:gd name="T10" fmla="*/ 0 h 300"/>
              <a:gd name="T11" fmla="*/ 858 w 858"/>
              <a:gd name="T12" fmla="*/ 300 h 3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300">
                <a:moveTo>
                  <a:pt x="0" y="0"/>
                </a:moveTo>
                <a:lnTo>
                  <a:pt x="857" y="29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1" name="Freeform 64">
            <a:extLst>
              <a:ext uri="{FF2B5EF4-FFF2-40B4-BE49-F238E27FC236}">
                <a16:creationId xmlns:a16="http://schemas.microsoft.com/office/drawing/2014/main" id="{D11895E5-C5A8-4C34-9A84-A00FD63228FF}"/>
              </a:ext>
            </a:extLst>
          </p:cNvPr>
          <p:cNvSpPr>
            <a:spLocks/>
          </p:cNvSpPr>
          <p:nvPr/>
        </p:nvSpPr>
        <p:spPr bwMode="auto">
          <a:xfrm>
            <a:off x="10785475" y="5949950"/>
            <a:ext cx="106363" cy="58738"/>
          </a:xfrm>
          <a:custGeom>
            <a:avLst/>
            <a:gdLst>
              <a:gd name="T0" fmla="*/ 2147483646 w 67"/>
              <a:gd name="T1" fmla="*/ 0 h 37"/>
              <a:gd name="T2" fmla="*/ 2147483646 w 67"/>
              <a:gd name="T3" fmla="*/ 2147483646 h 37"/>
              <a:gd name="T4" fmla="*/ 0 w 67"/>
              <a:gd name="T5" fmla="*/ 2147483646 h 37"/>
              <a:gd name="T6" fmla="*/ 2147483646 w 67"/>
              <a:gd name="T7" fmla="*/ 0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11" y="0"/>
                </a:moveTo>
                <a:lnTo>
                  <a:pt x="66" y="36"/>
                </a:lnTo>
                <a:lnTo>
                  <a:pt x="0" y="31"/>
                </a:lnTo>
                <a:lnTo>
                  <a:pt x="1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2" name="Freeform 65">
            <a:extLst>
              <a:ext uri="{FF2B5EF4-FFF2-40B4-BE49-F238E27FC236}">
                <a16:creationId xmlns:a16="http://schemas.microsoft.com/office/drawing/2014/main" id="{66CBA122-194F-4A8D-837C-247B00FEE207}"/>
              </a:ext>
            </a:extLst>
          </p:cNvPr>
          <p:cNvSpPr>
            <a:spLocks/>
          </p:cNvSpPr>
          <p:nvPr/>
        </p:nvSpPr>
        <p:spPr bwMode="auto">
          <a:xfrm>
            <a:off x="5287963" y="4764088"/>
            <a:ext cx="1177925" cy="396875"/>
          </a:xfrm>
          <a:custGeom>
            <a:avLst/>
            <a:gdLst>
              <a:gd name="T0" fmla="*/ 2147483646 w 742"/>
              <a:gd name="T1" fmla="*/ 0 h 250"/>
              <a:gd name="T2" fmla="*/ 0 w 742"/>
              <a:gd name="T3" fmla="*/ 2147483646 h 250"/>
              <a:gd name="T4" fmla="*/ 2147483646 w 742"/>
              <a:gd name="T5" fmla="*/ 0 h 250"/>
              <a:gd name="T6" fmla="*/ 0 60000 65536"/>
              <a:gd name="T7" fmla="*/ 0 60000 65536"/>
              <a:gd name="T8" fmla="*/ 0 60000 65536"/>
              <a:gd name="T9" fmla="*/ 0 w 742"/>
              <a:gd name="T10" fmla="*/ 0 h 250"/>
              <a:gd name="T11" fmla="*/ 742 w 742"/>
              <a:gd name="T12" fmla="*/ 250 h 2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42" h="250">
                <a:moveTo>
                  <a:pt x="741" y="0"/>
                </a:moveTo>
                <a:lnTo>
                  <a:pt x="0" y="249"/>
                </a:lnTo>
                <a:lnTo>
                  <a:pt x="741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3" name="Freeform 66">
            <a:extLst>
              <a:ext uri="{FF2B5EF4-FFF2-40B4-BE49-F238E27FC236}">
                <a16:creationId xmlns:a16="http://schemas.microsoft.com/office/drawing/2014/main" id="{F2305131-20E4-4FBD-9CF0-AF4029D28671}"/>
              </a:ext>
            </a:extLst>
          </p:cNvPr>
          <p:cNvSpPr>
            <a:spLocks/>
          </p:cNvSpPr>
          <p:nvPr/>
        </p:nvSpPr>
        <p:spPr bwMode="auto">
          <a:xfrm>
            <a:off x="5287963" y="5102225"/>
            <a:ext cx="106362" cy="58738"/>
          </a:xfrm>
          <a:custGeom>
            <a:avLst/>
            <a:gdLst>
              <a:gd name="T0" fmla="*/ 2147483646 w 67"/>
              <a:gd name="T1" fmla="*/ 2147483646 h 37"/>
              <a:gd name="T2" fmla="*/ 0 w 67"/>
              <a:gd name="T3" fmla="*/ 2147483646 h 37"/>
              <a:gd name="T4" fmla="*/ 2147483646 w 67"/>
              <a:gd name="T5" fmla="*/ 0 h 37"/>
              <a:gd name="T6" fmla="*/ 2147483646 w 67"/>
              <a:gd name="T7" fmla="*/ 2147483646 h 37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7"/>
              <a:gd name="T14" fmla="*/ 67 w 67"/>
              <a:gd name="T15" fmla="*/ 37 h 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7">
                <a:moveTo>
                  <a:pt x="66" y="31"/>
                </a:moveTo>
                <a:lnTo>
                  <a:pt x="0" y="36"/>
                </a:lnTo>
                <a:lnTo>
                  <a:pt x="56" y="0"/>
                </a:lnTo>
                <a:lnTo>
                  <a:pt x="66" y="31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4" name="Freeform 67">
            <a:extLst>
              <a:ext uri="{FF2B5EF4-FFF2-40B4-BE49-F238E27FC236}">
                <a16:creationId xmlns:a16="http://schemas.microsoft.com/office/drawing/2014/main" id="{E56A6CD6-381A-4136-9AF4-CFDD3A168BB8}"/>
              </a:ext>
            </a:extLst>
          </p:cNvPr>
          <p:cNvSpPr>
            <a:spLocks/>
          </p:cNvSpPr>
          <p:nvPr/>
        </p:nvSpPr>
        <p:spPr bwMode="auto">
          <a:xfrm>
            <a:off x="6951663" y="4773613"/>
            <a:ext cx="1992312" cy="387350"/>
          </a:xfrm>
          <a:custGeom>
            <a:avLst/>
            <a:gdLst>
              <a:gd name="T0" fmla="*/ 0 w 1255"/>
              <a:gd name="T1" fmla="*/ 0 h 244"/>
              <a:gd name="T2" fmla="*/ 2147483646 w 1255"/>
              <a:gd name="T3" fmla="*/ 2147483646 h 244"/>
              <a:gd name="T4" fmla="*/ 0 w 1255"/>
              <a:gd name="T5" fmla="*/ 0 h 244"/>
              <a:gd name="T6" fmla="*/ 0 60000 65536"/>
              <a:gd name="T7" fmla="*/ 0 60000 65536"/>
              <a:gd name="T8" fmla="*/ 0 60000 65536"/>
              <a:gd name="T9" fmla="*/ 0 w 1255"/>
              <a:gd name="T10" fmla="*/ 0 h 244"/>
              <a:gd name="T11" fmla="*/ 1255 w 1255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5" h="244">
                <a:moveTo>
                  <a:pt x="0" y="0"/>
                </a:moveTo>
                <a:lnTo>
                  <a:pt x="1254" y="24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25" name="Freeform 68">
            <a:extLst>
              <a:ext uri="{FF2B5EF4-FFF2-40B4-BE49-F238E27FC236}">
                <a16:creationId xmlns:a16="http://schemas.microsoft.com/office/drawing/2014/main" id="{1CCB080F-AF84-45E6-AA9D-62C185CC0B4B}"/>
              </a:ext>
            </a:extLst>
          </p:cNvPr>
          <p:cNvSpPr>
            <a:spLocks/>
          </p:cNvSpPr>
          <p:nvPr/>
        </p:nvSpPr>
        <p:spPr bwMode="auto">
          <a:xfrm>
            <a:off x="8837613" y="5114925"/>
            <a:ext cx="106362" cy="50800"/>
          </a:xfrm>
          <a:custGeom>
            <a:avLst/>
            <a:gdLst>
              <a:gd name="T0" fmla="*/ 2147483646 w 67"/>
              <a:gd name="T1" fmla="*/ 0 h 32"/>
              <a:gd name="T2" fmla="*/ 2147483646 w 67"/>
              <a:gd name="T3" fmla="*/ 2147483646 h 32"/>
              <a:gd name="T4" fmla="*/ 0 w 67"/>
              <a:gd name="T5" fmla="*/ 2147483646 h 32"/>
              <a:gd name="T6" fmla="*/ 2147483646 w 67"/>
              <a:gd name="T7" fmla="*/ 0 h 32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32"/>
              <a:gd name="T14" fmla="*/ 67 w 67"/>
              <a:gd name="T15" fmla="*/ 32 h 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32">
                <a:moveTo>
                  <a:pt x="6" y="0"/>
                </a:moveTo>
                <a:lnTo>
                  <a:pt x="66" y="28"/>
                </a:lnTo>
                <a:lnTo>
                  <a:pt x="0" y="31"/>
                </a:lnTo>
                <a:lnTo>
                  <a:pt x="6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6" name="Freeform 69">
            <a:extLst>
              <a:ext uri="{FF2B5EF4-FFF2-40B4-BE49-F238E27FC236}">
                <a16:creationId xmlns:a16="http://schemas.microsoft.com/office/drawing/2014/main" id="{5616B988-BBB4-47C2-86CE-4E0AEEE60521}"/>
              </a:ext>
            </a:extLst>
          </p:cNvPr>
          <p:cNvSpPr>
            <a:spLocks/>
          </p:cNvSpPr>
          <p:nvPr/>
        </p:nvSpPr>
        <p:spPr bwMode="auto">
          <a:xfrm>
            <a:off x="4649788" y="6037263"/>
            <a:ext cx="325437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7" name="Freeform 70">
            <a:extLst>
              <a:ext uri="{FF2B5EF4-FFF2-40B4-BE49-F238E27FC236}">
                <a16:creationId xmlns:a16="http://schemas.microsoft.com/office/drawing/2014/main" id="{DC8CB070-E583-4B8A-A99C-B63F0E77BB85}"/>
              </a:ext>
            </a:extLst>
          </p:cNvPr>
          <p:cNvSpPr>
            <a:spLocks/>
          </p:cNvSpPr>
          <p:nvPr/>
        </p:nvSpPr>
        <p:spPr bwMode="auto">
          <a:xfrm>
            <a:off x="4973638" y="6037263"/>
            <a:ext cx="327025" cy="325437"/>
          </a:xfrm>
          <a:custGeom>
            <a:avLst/>
            <a:gdLst>
              <a:gd name="T0" fmla="*/ 0 w 206"/>
              <a:gd name="T1" fmla="*/ 2147483646 h 205"/>
              <a:gd name="T2" fmla="*/ 0 w 206"/>
              <a:gd name="T3" fmla="*/ 0 h 205"/>
              <a:gd name="T4" fmla="*/ 2147483646 w 206"/>
              <a:gd name="T5" fmla="*/ 0 h 205"/>
              <a:gd name="T6" fmla="*/ 2147483646 w 206"/>
              <a:gd name="T7" fmla="*/ 2147483646 h 205"/>
              <a:gd name="T8" fmla="*/ 0 w 206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205"/>
              <a:gd name="T17" fmla="*/ 206 w 206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205">
                <a:moveTo>
                  <a:pt x="0" y="204"/>
                </a:moveTo>
                <a:lnTo>
                  <a:pt x="0" y="0"/>
                </a:lnTo>
                <a:lnTo>
                  <a:pt x="205" y="0"/>
                </a:lnTo>
                <a:lnTo>
                  <a:pt x="205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8" name="Freeform 71">
            <a:extLst>
              <a:ext uri="{FF2B5EF4-FFF2-40B4-BE49-F238E27FC236}">
                <a16:creationId xmlns:a16="http://schemas.microsoft.com/office/drawing/2014/main" id="{1884B444-AFD8-4823-BD46-413E062884A8}"/>
              </a:ext>
            </a:extLst>
          </p:cNvPr>
          <p:cNvSpPr>
            <a:spLocks/>
          </p:cNvSpPr>
          <p:nvPr/>
        </p:nvSpPr>
        <p:spPr bwMode="auto">
          <a:xfrm>
            <a:off x="5299075" y="6037263"/>
            <a:ext cx="325438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29" name="Freeform 72">
            <a:extLst>
              <a:ext uri="{FF2B5EF4-FFF2-40B4-BE49-F238E27FC236}">
                <a16:creationId xmlns:a16="http://schemas.microsoft.com/office/drawing/2014/main" id="{F4F56CD1-0D79-4DF3-BB57-A3732D6EB49B}"/>
              </a:ext>
            </a:extLst>
          </p:cNvPr>
          <p:cNvSpPr>
            <a:spLocks/>
          </p:cNvSpPr>
          <p:nvPr/>
        </p:nvSpPr>
        <p:spPr bwMode="auto">
          <a:xfrm>
            <a:off x="5622925" y="6037263"/>
            <a:ext cx="325438" cy="325437"/>
          </a:xfrm>
          <a:custGeom>
            <a:avLst/>
            <a:gdLst>
              <a:gd name="T0" fmla="*/ 0 w 205"/>
              <a:gd name="T1" fmla="*/ 2147483646 h 205"/>
              <a:gd name="T2" fmla="*/ 0 w 205"/>
              <a:gd name="T3" fmla="*/ 0 h 205"/>
              <a:gd name="T4" fmla="*/ 2147483646 w 205"/>
              <a:gd name="T5" fmla="*/ 0 h 205"/>
              <a:gd name="T6" fmla="*/ 2147483646 w 205"/>
              <a:gd name="T7" fmla="*/ 2147483646 h 205"/>
              <a:gd name="T8" fmla="*/ 0 w 205"/>
              <a:gd name="T9" fmla="*/ 2147483646 h 2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5"/>
              <a:gd name="T16" fmla="*/ 0 h 205"/>
              <a:gd name="T17" fmla="*/ 205 w 205"/>
              <a:gd name="T18" fmla="*/ 205 h 2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5" h="205">
                <a:moveTo>
                  <a:pt x="0" y="204"/>
                </a:moveTo>
                <a:lnTo>
                  <a:pt x="0" y="0"/>
                </a:lnTo>
                <a:lnTo>
                  <a:pt x="204" y="0"/>
                </a:lnTo>
                <a:lnTo>
                  <a:pt x="204" y="204"/>
                </a:lnTo>
                <a:lnTo>
                  <a:pt x="0" y="204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5130" name="Rectangle 73">
            <a:extLst>
              <a:ext uri="{FF2B5EF4-FFF2-40B4-BE49-F238E27FC236}">
                <a16:creationId xmlns:a16="http://schemas.microsoft.com/office/drawing/2014/main" id="{E81F08B6-7D22-44FE-ACF9-12E5E99DB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3994150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R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d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cina</a:t>
            </a:r>
          </a:p>
        </p:txBody>
      </p:sp>
      <p:sp>
        <p:nvSpPr>
          <p:cNvPr id="45131" name="Rectangle 74">
            <a:extLst>
              <a:ext uri="{FF2B5EF4-FFF2-40B4-BE49-F238E27FC236}">
                <a16:creationId xmlns:a16="http://schemas.microsoft.com/office/drawing/2014/main" id="{75D601D8-2DD4-4A6E-944D-83DBEFE8E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450373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17</a:t>
            </a:r>
          </a:p>
        </p:txBody>
      </p:sp>
      <p:sp>
        <p:nvSpPr>
          <p:cNvPr id="45132" name="Rectangle 75">
            <a:extLst>
              <a:ext uri="{FF2B5EF4-FFF2-40B4-BE49-F238E27FC236}">
                <a16:creationId xmlns:a16="http://schemas.microsoft.com/office/drawing/2014/main" id="{5C2F01BB-AC4A-4595-825E-DCC2332B7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4475" y="52720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30</a:t>
            </a:r>
          </a:p>
        </p:txBody>
      </p:sp>
      <p:sp>
        <p:nvSpPr>
          <p:cNvPr id="45133" name="Rectangle 76">
            <a:extLst>
              <a:ext uri="{FF2B5EF4-FFF2-40B4-BE49-F238E27FC236}">
                <a16:creationId xmlns:a16="http://schemas.microsoft.com/office/drawing/2014/main" id="{15064CD5-612B-4DE3-A13F-38BCB5524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0275" y="6099175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14*</a:t>
            </a:r>
          </a:p>
        </p:txBody>
      </p:sp>
      <p:sp>
        <p:nvSpPr>
          <p:cNvPr id="45134" name="Rectangle 77">
            <a:extLst>
              <a:ext uri="{FF2B5EF4-FFF2-40B4-BE49-F238E27FC236}">
                <a16:creationId xmlns:a16="http://schemas.microsoft.com/office/drawing/2014/main" id="{D4E02ECC-9CB7-4D77-B1A1-FB0F169FA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4125" y="6099175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16*</a:t>
            </a:r>
          </a:p>
        </p:txBody>
      </p:sp>
      <p:sp>
        <p:nvSpPr>
          <p:cNvPr id="45135" name="Rectangle 78">
            <a:extLst>
              <a:ext uri="{FF2B5EF4-FFF2-40B4-BE49-F238E27FC236}">
                <a16:creationId xmlns:a16="http://schemas.microsoft.com/office/drawing/2014/main" id="{C4802CCD-1109-42B5-A972-0C76929DE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963" y="608965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30*</a:t>
            </a:r>
          </a:p>
        </p:txBody>
      </p:sp>
      <p:sp>
        <p:nvSpPr>
          <p:cNvPr id="45136" name="Rectangle 79">
            <a:extLst>
              <a:ext uri="{FF2B5EF4-FFF2-40B4-BE49-F238E27FC236}">
                <a16:creationId xmlns:a16="http://schemas.microsoft.com/office/drawing/2014/main" id="{839259A1-D84B-43C3-917F-434817F2E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6400" y="608965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34*</a:t>
            </a:r>
          </a:p>
        </p:txBody>
      </p:sp>
      <p:sp>
        <p:nvSpPr>
          <p:cNvPr id="45137" name="Rectangle 80">
            <a:extLst>
              <a:ext uri="{FF2B5EF4-FFF2-40B4-BE49-F238E27FC236}">
                <a16:creationId xmlns:a16="http://schemas.microsoft.com/office/drawing/2014/main" id="{0E022DE5-426B-4ADC-A274-EAC4FCA0B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0725" y="6078538"/>
            <a:ext cx="43338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45138" name="Rectangle 81">
            <a:extLst>
              <a:ext uri="{FF2B5EF4-FFF2-40B4-BE49-F238E27FC236}">
                <a16:creationId xmlns:a16="http://schemas.microsoft.com/office/drawing/2014/main" id="{EC900971-4CFF-4291-AA55-5B08EA95C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04575" y="6069013"/>
            <a:ext cx="43338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39*</a:t>
            </a:r>
          </a:p>
        </p:txBody>
      </p:sp>
      <p:sp>
        <p:nvSpPr>
          <p:cNvPr id="45139" name="Rectangle 82">
            <a:extLst>
              <a:ext uri="{FF2B5EF4-FFF2-40B4-BE49-F238E27FC236}">
                <a16:creationId xmlns:a16="http://schemas.microsoft.com/office/drawing/2014/main" id="{F4C95A07-5622-4C00-8452-CB647009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313" y="52720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45140" name="Rectangle 83">
            <a:extLst>
              <a:ext uri="{FF2B5EF4-FFF2-40B4-BE49-F238E27FC236}">
                <a16:creationId xmlns:a16="http://schemas.microsoft.com/office/drawing/2014/main" id="{705F0EBF-DAEE-46B6-91A1-16EBE3F92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52720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45141" name="Rectangle 84">
            <a:extLst>
              <a:ext uri="{FF2B5EF4-FFF2-40B4-BE49-F238E27FC236}">
                <a16:creationId xmlns:a16="http://schemas.microsoft.com/office/drawing/2014/main" id="{5CF02F79-A18F-478E-8151-D7C77CFCC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3163" y="60785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7*</a:t>
            </a:r>
          </a:p>
        </p:txBody>
      </p:sp>
      <p:sp>
        <p:nvSpPr>
          <p:cNvPr id="45142" name="Rectangle 85">
            <a:extLst>
              <a:ext uri="{FF2B5EF4-FFF2-40B4-BE49-F238E27FC236}">
                <a16:creationId xmlns:a16="http://schemas.microsoft.com/office/drawing/2014/main" id="{6D5A4722-B08F-4E0A-9ACC-AC00B7B18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0900" y="60785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5*</a:t>
            </a:r>
          </a:p>
        </p:txBody>
      </p:sp>
      <p:sp>
        <p:nvSpPr>
          <p:cNvPr id="45143" name="Rectangle 86">
            <a:extLst>
              <a:ext uri="{FF2B5EF4-FFF2-40B4-BE49-F238E27FC236}">
                <a16:creationId xmlns:a16="http://schemas.microsoft.com/office/drawing/2014/main" id="{37654CA9-23B4-4F51-9160-5FEC255B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9075" y="6078538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8*</a:t>
            </a:r>
          </a:p>
        </p:txBody>
      </p:sp>
      <p:sp>
        <p:nvSpPr>
          <p:cNvPr id="45144" name="Rectangle 87">
            <a:extLst>
              <a:ext uri="{FF2B5EF4-FFF2-40B4-BE49-F238E27FC236}">
                <a16:creationId xmlns:a16="http://schemas.microsoft.com/office/drawing/2014/main" id="{8B8E68A5-A549-450A-82A7-88B7F0948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663" y="6078538"/>
            <a:ext cx="4333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45145" name="Rectangle 88">
            <a:extLst>
              <a:ext uri="{FF2B5EF4-FFF2-40B4-BE49-F238E27FC236}">
                <a16:creationId xmlns:a16="http://schemas.microsoft.com/office/drawing/2014/main" id="{B6FE17E1-4457-4D03-B3D0-2C72C98A3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6050" y="6078538"/>
            <a:ext cx="43338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24*</a:t>
            </a:r>
          </a:p>
        </p:txBody>
      </p:sp>
      <p:sp>
        <p:nvSpPr>
          <p:cNvPr id="45146" name="Rectangle 89">
            <a:extLst>
              <a:ext uri="{FF2B5EF4-FFF2-40B4-BE49-F238E27FC236}">
                <a16:creationId xmlns:a16="http://schemas.microsoft.com/office/drawing/2014/main" id="{C7F16DDD-B5D5-4AC3-A02A-4D90ECC585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7588" y="526097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27</a:t>
            </a:r>
          </a:p>
        </p:txBody>
      </p:sp>
      <p:sp>
        <p:nvSpPr>
          <p:cNvPr id="45147" name="Rectangle 90">
            <a:extLst>
              <a:ext uri="{FF2B5EF4-FFF2-40B4-BE49-F238E27FC236}">
                <a16:creationId xmlns:a16="http://schemas.microsoft.com/office/drawing/2014/main" id="{139609B8-6444-45B6-9BD0-9B7C4C537A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1263" y="6078538"/>
            <a:ext cx="4333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27*</a:t>
            </a:r>
          </a:p>
        </p:txBody>
      </p:sp>
      <p:sp>
        <p:nvSpPr>
          <p:cNvPr id="45148" name="Rectangle 91">
            <a:extLst>
              <a:ext uri="{FF2B5EF4-FFF2-40B4-BE49-F238E27FC236}">
                <a16:creationId xmlns:a16="http://schemas.microsoft.com/office/drawing/2014/main" id="{1A0B35F4-0885-4E3B-A98A-9597E7E58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66225" y="6078538"/>
            <a:ext cx="43338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29*</a:t>
            </a:r>
          </a:p>
        </p:txBody>
      </p:sp>
      <p:sp>
        <p:nvSpPr>
          <p:cNvPr id="45149" name="Line 92">
            <a:extLst>
              <a:ext uri="{FF2B5EF4-FFF2-40B4-BE49-F238E27FC236}">
                <a16:creationId xmlns:a16="http://schemas.microsoft.com/office/drawing/2014/main" id="{73F770E1-24E5-4508-BB59-5D1BCD734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300" y="4222750"/>
            <a:ext cx="838200" cy="3048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0" name="Arc 93">
            <a:extLst>
              <a:ext uri="{FF2B5EF4-FFF2-40B4-BE49-F238E27FC236}">
                <a16:creationId xmlns:a16="http://schemas.microsoft.com/office/drawing/2014/main" id="{5B4D38B8-FDC0-4086-BCEA-08B5F1124070}"/>
              </a:ext>
            </a:extLst>
          </p:cNvPr>
          <p:cNvSpPr>
            <a:spLocks/>
          </p:cNvSpPr>
          <p:nvPr/>
        </p:nvSpPr>
        <p:spPr bwMode="auto">
          <a:xfrm rot="-3180000">
            <a:off x="4421188" y="5829300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1" name="Arc 94">
            <a:extLst>
              <a:ext uri="{FF2B5EF4-FFF2-40B4-BE49-F238E27FC236}">
                <a16:creationId xmlns:a16="http://schemas.microsoft.com/office/drawing/2014/main" id="{86E1FFCF-0684-41CB-98BA-C5D24B4BAA32}"/>
              </a:ext>
            </a:extLst>
          </p:cNvPr>
          <p:cNvSpPr>
            <a:spLocks/>
          </p:cNvSpPr>
          <p:nvPr/>
        </p:nvSpPr>
        <p:spPr bwMode="auto">
          <a:xfrm rot="-3180000">
            <a:off x="5868988" y="5829300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2" name="Arc 95">
            <a:extLst>
              <a:ext uri="{FF2B5EF4-FFF2-40B4-BE49-F238E27FC236}">
                <a16:creationId xmlns:a16="http://schemas.microsoft.com/office/drawing/2014/main" id="{51FD5906-EFFF-401F-99CF-42204C0B8020}"/>
              </a:ext>
            </a:extLst>
          </p:cNvPr>
          <p:cNvSpPr>
            <a:spLocks/>
          </p:cNvSpPr>
          <p:nvPr/>
        </p:nvSpPr>
        <p:spPr bwMode="auto">
          <a:xfrm rot="-3180000">
            <a:off x="7240588" y="5829300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3" name="Arc 96">
            <a:extLst>
              <a:ext uri="{FF2B5EF4-FFF2-40B4-BE49-F238E27FC236}">
                <a16:creationId xmlns:a16="http://schemas.microsoft.com/office/drawing/2014/main" id="{20AF341D-8A29-4D13-8624-8A64B3408C04}"/>
              </a:ext>
            </a:extLst>
          </p:cNvPr>
          <p:cNvSpPr>
            <a:spLocks/>
          </p:cNvSpPr>
          <p:nvPr/>
        </p:nvSpPr>
        <p:spPr bwMode="auto">
          <a:xfrm rot="-3180000">
            <a:off x="8688388" y="5829300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4" name="Arc 97">
            <a:extLst>
              <a:ext uri="{FF2B5EF4-FFF2-40B4-BE49-F238E27FC236}">
                <a16:creationId xmlns:a16="http://schemas.microsoft.com/office/drawing/2014/main" id="{E1C84DDE-EB21-4379-B449-F7BC473300C8}"/>
              </a:ext>
            </a:extLst>
          </p:cNvPr>
          <p:cNvSpPr>
            <a:spLocks/>
          </p:cNvSpPr>
          <p:nvPr/>
        </p:nvSpPr>
        <p:spPr bwMode="auto">
          <a:xfrm rot="-3180000">
            <a:off x="10136188" y="5829300"/>
            <a:ext cx="304800" cy="381000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19050" cap="rnd">
            <a:solidFill>
              <a:schemeClr val="tx2"/>
            </a:solidFill>
            <a:round/>
            <a:headEnd type="stealth" w="med" len="med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5" name="Freeform 98">
            <a:extLst>
              <a:ext uri="{FF2B5EF4-FFF2-40B4-BE49-F238E27FC236}">
                <a16:creationId xmlns:a16="http://schemas.microsoft.com/office/drawing/2014/main" id="{34CAA02C-B5F8-4A35-B22A-C8D83DB337F6}"/>
              </a:ext>
            </a:extLst>
          </p:cNvPr>
          <p:cNvSpPr>
            <a:spLocks/>
          </p:cNvSpPr>
          <p:nvPr/>
        </p:nvSpPr>
        <p:spPr bwMode="auto">
          <a:xfrm>
            <a:off x="3308350" y="5788025"/>
            <a:ext cx="8145463" cy="1588"/>
          </a:xfrm>
          <a:custGeom>
            <a:avLst/>
            <a:gdLst>
              <a:gd name="T0" fmla="*/ 0 w 5131"/>
              <a:gd name="T1" fmla="*/ 0 h 1"/>
              <a:gd name="T2" fmla="*/ 2147483646 w 5131"/>
              <a:gd name="T3" fmla="*/ 0 h 1"/>
              <a:gd name="T4" fmla="*/ 0 w 5131"/>
              <a:gd name="T5" fmla="*/ 0 h 1"/>
              <a:gd name="T6" fmla="*/ 0 60000 65536"/>
              <a:gd name="T7" fmla="*/ 0 60000 65536"/>
              <a:gd name="T8" fmla="*/ 0 60000 65536"/>
              <a:gd name="T9" fmla="*/ 0 w 5131"/>
              <a:gd name="T10" fmla="*/ 0 h 1"/>
              <a:gd name="T11" fmla="*/ 5131 w 5131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31" h="1">
                <a:moveTo>
                  <a:pt x="0" y="0"/>
                </a:moveTo>
                <a:lnTo>
                  <a:pt x="513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chemeClr val="folHlink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156" name="Rectangle 99">
            <a:extLst>
              <a:ext uri="{FF2B5EF4-FFF2-40B4-BE49-F238E27FC236}">
                <a16:creationId xmlns:a16="http://schemas.microsoft.com/office/drawing/2014/main" id="{4CBB2592-361C-4F0B-B94E-71EF3B2BC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5873750"/>
            <a:ext cx="7191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Pagini</a:t>
            </a:r>
          </a:p>
        </p:txBody>
      </p:sp>
      <p:sp>
        <p:nvSpPr>
          <p:cNvPr id="45157" name="Rectangle 100">
            <a:extLst>
              <a:ext uri="{FF2B5EF4-FFF2-40B4-BE49-F238E27FC236}">
                <a16:creationId xmlns:a16="http://schemas.microsoft.com/office/drawing/2014/main" id="{A6BA9B57-6EA7-4C74-99E2-8E93F79045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4645025"/>
            <a:ext cx="7207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Pagini</a:t>
            </a:r>
          </a:p>
        </p:txBody>
      </p:sp>
      <p:sp>
        <p:nvSpPr>
          <p:cNvPr id="45158" name="Rectangle 101">
            <a:extLst>
              <a:ext uri="{FF2B5EF4-FFF2-40B4-BE49-F238E27FC236}">
                <a16:creationId xmlns:a16="http://schemas.microsoft.com/office/drawing/2014/main" id="{37EB4644-4DC4-4860-AC6F-E9A66428A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0" y="4835525"/>
            <a:ext cx="649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Index</a:t>
            </a:r>
          </a:p>
        </p:txBody>
      </p:sp>
      <p:sp>
        <p:nvSpPr>
          <p:cNvPr id="45159" name="Rectangle 102">
            <a:extLst>
              <a:ext uri="{FF2B5EF4-FFF2-40B4-BE49-F238E27FC236}">
                <a16:creationId xmlns:a16="http://schemas.microsoft.com/office/drawing/2014/main" id="{01E7C098-E69A-4336-9888-3DB154ECE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6051550"/>
            <a:ext cx="7699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Frunz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endParaRPr lang="en-US" altLang="en-US" sz="1400" b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2768F06D-6C2E-4C36-A88A-0538A4AE0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839476-43B5-49B7-8EBC-A45D22569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04800"/>
            <a:ext cx="9583738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Structura</a:t>
            </a:r>
            <a:r>
              <a:rPr lang="en-US" altLang="en-US" kern="0" dirty="0"/>
              <a:t> </a:t>
            </a:r>
            <a:r>
              <a:rPr lang="en-US" altLang="en-US" kern="0" dirty="0" err="1"/>
              <a:t>nodurilor</a:t>
            </a:r>
            <a:endParaRPr lang="en-US" altLang="en-US" kern="0" dirty="0"/>
          </a:p>
        </p:txBody>
      </p:sp>
      <p:sp>
        <p:nvSpPr>
          <p:cNvPr id="46084" name="Freeform 4">
            <a:extLst>
              <a:ext uri="{FF2B5EF4-FFF2-40B4-BE49-F238E27FC236}">
                <a16:creationId xmlns:a16="http://schemas.microsoft.com/office/drawing/2014/main" id="{7DBB5908-0B50-4122-8173-D54CC60C8C43}"/>
              </a:ext>
            </a:extLst>
          </p:cNvPr>
          <p:cNvSpPr>
            <a:spLocks/>
          </p:cNvSpPr>
          <p:nvPr/>
        </p:nvSpPr>
        <p:spPr bwMode="auto">
          <a:xfrm>
            <a:off x="3733800" y="2209800"/>
            <a:ext cx="6410325" cy="874713"/>
          </a:xfrm>
          <a:custGeom>
            <a:avLst/>
            <a:gdLst>
              <a:gd name="T0" fmla="*/ 0 w 4038"/>
              <a:gd name="T1" fmla="*/ 2147483646 h 551"/>
              <a:gd name="T2" fmla="*/ 0 w 4038"/>
              <a:gd name="T3" fmla="*/ 0 h 551"/>
              <a:gd name="T4" fmla="*/ 2147483646 w 4038"/>
              <a:gd name="T5" fmla="*/ 0 h 551"/>
              <a:gd name="T6" fmla="*/ 2147483646 w 4038"/>
              <a:gd name="T7" fmla="*/ 2147483646 h 551"/>
              <a:gd name="T8" fmla="*/ 0 w 4038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38"/>
              <a:gd name="T16" fmla="*/ 0 h 551"/>
              <a:gd name="T17" fmla="*/ 4038 w 4038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38" h="551">
                <a:moveTo>
                  <a:pt x="0" y="550"/>
                </a:moveTo>
                <a:lnTo>
                  <a:pt x="0" y="0"/>
                </a:lnTo>
                <a:lnTo>
                  <a:pt x="4037" y="0"/>
                </a:lnTo>
                <a:lnTo>
                  <a:pt x="4037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85" name="Freeform 5">
            <a:extLst>
              <a:ext uri="{FF2B5EF4-FFF2-40B4-BE49-F238E27FC236}">
                <a16:creationId xmlns:a16="http://schemas.microsoft.com/office/drawing/2014/main" id="{9C4D8125-50E9-4C20-B09D-6F4917C9E27E}"/>
              </a:ext>
            </a:extLst>
          </p:cNvPr>
          <p:cNvSpPr>
            <a:spLocks/>
          </p:cNvSpPr>
          <p:nvPr/>
        </p:nvSpPr>
        <p:spPr bwMode="auto">
          <a:xfrm>
            <a:off x="4244975" y="2209800"/>
            <a:ext cx="649288" cy="874713"/>
          </a:xfrm>
          <a:custGeom>
            <a:avLst/>
            <a:gdLst>
              <a:gd name="T0" fmla="*/ 0 w 409"/>
              <a:gd name="T1" fmla="*/ 2147483646 h 551"/>
              <a:gd name="T2" fmla="*/ 0 w 409"/>
              <a:gd name="T3" fmla="*/ 0 h 551"/>
              <a:gd name="T4" fmla="*/ 2147483646 w 409"/>
              <a:gd name="T5" fmla="*/ 0 h 551"/>
              <a:gd name="T6" fmla="*/ 2147483646 w 409"/>
              <a:gd name="T7" fmla="*/ 2147483646 h 551"/>
              <a:gd name="T8" fmla="*/ 0 w 409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9"/>
              <a:gd name="T16" fmla="*/ 0 h 551"/>
              <a:gd name="T17" fmla="*/ 409 w 409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9" h="551">
                <a:moveTo>
                  <a:pt x="0" y="550"/>
                </a:moveTo>
                <a:lnTo>
                  <a:pt x="0" y="0"/>
                </a:lnTo>
                <a:lnTo>
                  <a:pt x="408" y="0"/>
                </a:lnTo>
                <a:lnTo>
                  <a:pt x="408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86" name="Freeform 6">
            <a:extLst>
              <a:ext uri="{FF2B5EF4-FFF2-40B4-BE49-F238E27FC236}">
                <a16:creationId xmlns:a16="http://schemas.microsoft.com/office/drawing/2014/main" id="{6884AE74-BA48-48B3-ABC1-2155696A1B3D}"/>
              </a:ext>
            </a:extLst>
          </p:cNvPr>
          <p:cNvSpPr>
            <a:spLocks/>
          </p:cNvSpPr>
          <p:nvPr/>
        </p:nvSpPr>
        <p:spPr bwMode="auto">
          <a:xfrm>
            <a:off x="5383213" y="2209800"/>
            <a:ext cx="663575" cy="874713"/>
          </a:xfrm>
          <a:custGeom>
            <a:avLst/>
            <a:gdLst>
              <a:gd name="T0" fmla="*/ 0 w 418"/>
              <a:gd name="T1" fmla="*/ 2147483646 h 551"/>
              <a:gd name="T2" fmla="*/ 0 w 418"/>
              <a:gd name="T3" fmla="*/ 0 h 551"/>
              <a:gd name="T4" fmla="*/ 2147483646 w 418"/>
              <a:gd name="T5" fmla="*/ 0 h 551"/>
              <a:gd name="T6" fmla="*/ 2147483646 w 418"/>
              <a:gd name="T7" fmla="*/ 2147483646 h 551"/>
              <a:gd name="T8" fmla="*/ 0 w 418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8"/>
              <a:gd name="T16" fmla="*/ 0 h 551"/>
              <a:gd name="T17" fmla="*/ 418 w 418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8" h="551">
                <a:moveTo>
                  <a:pt x="0" y="550"/>
                </a:moveTo>
                <a:lnTo>
                  <a:pt x="0" y="0"/>
                </a:lnTo>
                <a:lnTo>
                  <a:pt x="417" y="0"/>
                </a:lnTo>
                <a:lnTo>
                  <a:pt x="417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87" name="Freeform 7">
            <a:extLst>
              <a:ext uri="{FF2B5EF4-FFF2-40B4-BE49-F238E27FC236}">
                <a16:creationId xmlns:a16="http://schemas.microsoft.com/office/drawing/2014/main" id="{3E8A35C8-7A45-4AF0-A132-4B863F206093}"/>
              </a:ext>
            </a:extLst>
          </p:cNvPr>
          <p:cNvSpPr>
            <a:spLocks/>
          </p:cNvSpPr>
          <p:nvPr/>
        </p:nvSpPr>
        <p:spPr bwMode="auto">
          <a:xfrm>
            <a:off x="7353300" y="2641600"/>
            <a:ext cx="79375" cy="68263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0 h 43"/>
              <a:gd name="T4" fmla="*/ 0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"/>
              <a:gd name="T16" fmla="*/ 0 h 43"/>
              <a:gd name="T17" fmla="*/ 50 w 50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" h="43">
                <a:moveTo>
                  <a:pt x="49" y="21"/>
                </a:moveTo>
                <a:lnTo>
                  <a:pt x="25" y="0"/>
                </a:lnTo>
                <a:lnTo>
                  <a:pt x="0" y="21"/>
                </a:lnTo>
                <a:lnTo>
                  <a:pt x="25" y="42"/>
                </a:lnTo>
                <a:lnTo>
                  <a:pt x="49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8" name="Freeform 8">
            <a:extLst>
              <a:ext uri="{FF2B5EF4-FFF2-40B4-BE49-F238E27FC236}">
                <a16:creationId xmlns:a16="http://schemas.microsoft.com/office/drawing/2014/main" id="{01BDAB46-128B-48EF-ABA5-EE09C0825D2B}"/>
              </a:ext>
            </a:extLst>
          </p:cNvPr>
          <p:cNvSpPr>
            <a:spLocks/>
          </p:cNvSpPr>
          <p:nvPr/>
        </p:nvSpPr>
        <p:spPr bwMode="auto">
          <a:xfrm>
            <a:off x="7697788" y="2641600"/>
            <a:ext cx="74612" cy="68263"/>
          </a:xfrm>
          <a:custGeom>
            <a:avLst/>
            <a:gdLst>
              <a:gd name="T0" fmla="*/ 2147483646 w 47"/>
              <a:gd name="T1" fmla="*/ 2147483646 h 43"/>
              <a:gd name="T2" fmla="*/ 2147483646 w 47"/>
              <a:gd name="T3" fmla="*/ 0 h 43"/>
              <a:gd name="T4" fmla="*/ 0 w 47"/>
              <a:gd name="T5" fmla="*/ 2147483646 h 43"/>
              <a:gd name="T6" fmla="*/ 2147483646 w 47"/>
              <a:gd name="T7" fmla="*/ 2147483646 h 43"/>
              <a:gd name="T8" fmla="*/ 2147483646 w 47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43"/>
              <a:gd name="T17" fmla="*/ 47 w 47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43">
                <a:moveTo>
                  <a:pt x="46" y="21"/>
                </a:moveTo>
                <a:lnTo>
                  <a:pt x="22" y="0"/>
                </a:lnTo>
                <a:lnTo>
                  <a:pt x="0" y="21"/>
                </a:lnTo>
                <a:lnTo>
                  <a:pt x="22" y="42"/>
                </a:lnTo>
                <a:lnTo>
                  <a:pt x="46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89" name="Freeform 9">
            <a:extLst>
              <a:ext uri="{FF2B5EF4-FFF2-40B4-BE49-F238E27FC236}">
                <a16:creationId xmlns:a16="http://schemas.microsoft.com/office/drawing/2014/main" id="{9C9223AC-D8F0-467D-ADDB-E88A5F1D9AAD}"/>
              </a:ext>
            </a:extLst>
          </p:cNvPr>
          <p:cNvSpPr>
            <a:spLocks/>
          </p:cNvSpPr>
          <p:nvPr/>
        </p:nvSpPr>
        <p:spPr bwMode="auto">
          <a:xfrm>
            <a:off x="8034338" y="2641600"/>
            <a:ext cx="77787" cy="68263"/>
          </a:xfrm>
          <a:custGeom>
            <a:avLst/>
            <a:gdLst>
              <a:gd name="T0" fmla="*/ 2147483646 w 49"/>
              <a:gd name="T1" fmla="*/ 2147483646 h 43"/>
              <a:gd name="T2" fmla="*/ 2147483646 w 49"/>
              <a:gd name="T3" fmla="*/ 0 h 43"/>
              <a:gd name="T4" fmla="*/ 0 w 49"/>
              <a:gd name="T5" fmla="*/ 2147483646 h 43"/>
              <a:gd name="T6" fmla="*/ 2147483646 w 49"/>
              <a:gd name="T7" fmla="*/ 2147483646 h 43"/>
              <a:gd name="T8" fmla="*/ 2147483646 w 49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3"/>
              <a:gd name="T17" fmla="*/ 49 w 49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3">
                <a:moveTo>
                  <a:pt x="48" y="21"/>
                </a:moveTo>
                <a:lnTo>
                  <a:pt x="24" y="0"/>
                </a:lnTo>
                <a:lnTo>
                  <a:pt x="0" y="21"/>
                </a:lnTo>
                <a:lnTo>
                  <a:pt x="24" y="42"/>
                </a:lnTo>
                <a:lnTo>
                  <a:pt x="48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0" name="Freeform 10">
            <a:extLst>
              <a:ext uri="{FF2B5EF4-FFF2-40B4-BE49-F238E27FC236}">
                <a16:creationId xmlns:a16="http://schemas.microsoft.com/office/drawing/2014/main" id="{3B29EADE-7D6E-4007-AF11-3554C02B0CF2}"/>
              </a:ext>
            </a:extLst>
          </p:cNvPr>
          <p:cNvSpPr>
            <a:spLocks/>
          </p:cNvSpPr>
          <p:nvPr/>
        </p:nvSpPr>
        <p:spPr bwMode="auto">
          <a:xfrm>
            <a:off x="8982075" y="2209800"/>
            <a:ext cx="666750" cy="874713"/>
          </a:xfrm>
          <a:custGeom>
            <a:avLst/>
            <a:gdLst>
              <a:gd name="T0" fmla="*/ 0 w 420"/>
              <a:gd name="T1" fmla="*/ 2147483646 h 551"/>
              <a:gd name="T2" fmla="*/ 0 w 420"/>
              <a:gd name="T3" fmla="*/ 0 h 551"/>
              <a:gd name="T4" fmla="*/ 2147483646 w 420"/>
              <a:gd name="T5" fmla="*/ 0 h 551"/>
              <a:gd name="T6" fmla="*/ 2147483646 w 420"/>
              <a:gd name="T7" fmla="*/ 2147483646 h 551"/>
              <a:gd name="T8" fmla="*/ 0 w 420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0"/>
              <a:gd name="T16" fmla="*/ 0 h 551"/>
              <a:gd name="T17" fmla="*/ 420 w 420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0" h="551">
                <a:moveTo>
                  <a:pt x="0" y="550"/>
                </a:moveTo>
                <a:lnTo>
                  <a:pt x="0" y="0"/>
                </a:lnTo>
                <a:lnTo>
                  <a:pt x="419" y="0"/>
                </a:lnTo>
                <a:lnTo>
                  <a:pt x="419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91" name="Freeform 11">
            <a:extLst>
              <a:ext uri="{FF2B5EF4-FFF2-40B4-BE49-F238E27FC236}">
                <a16:creationId xmlns:a16="http://schemas.microsoft.com/office/drawing/2014/main" id="{6F6325DF-9466-4384-B892-1786454ACC23}"/>
              </a:ext>
            </a:extLst>
          </p:cNvPr>
          <p:cNvSpPr>
            <a:spLocks/>
          </p:cNvSpPr>
          <p:nvPr/>
        </p:nvSpPr>
        <p:spPr bwMode="auto">
          <a:xfrm>
            <a:off x="6045200" y="2209800"/>
            <a:ext cx="495300" cy="874713"/>
          </a:xfrm>
          <a:custGeom>
            <a:avLst/>
            <a:gdLst>
              <a:gd name="T0" fmla="*/ 0 w 312"/>
              <a:gd name="T1" fmla="*/ 2147483646 h 551"/>
              <a:gd name="T2" fmla="*/ 0 w 312"/>
              <a:gd name="T3" fmla="*/ 0 h 551"/>
              <a:gd name="T4" fmla="*/ 2147483646 w 312"/>
              <a:gd name="T5" fmla="*/ 0 h 551"/>
              <a:gd name="T6" fmla="*/ 2147483646 w 312"/>
              <a:gd name="T7" fmla="*/ 2147483646 h 551"/>
              <a:gd name="T8" fmla="*/ 0 w 312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2"/>
              <a:gd name="T16" fmla="*/ 0 h 551"/>
              <a:gd name="T17" fmla="*/ 312 w 312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2" h="551">
                <a:moveTo>
                  <a:pt x="0" y="550"/>
                </a:moveTo>
                <a:lnTo>
                  <a:pt x="0" y="0"/>
                </a:lnTo>
                <a:lnTo>
                  <a:pt x="311" y="0"/>
                </a:lnTo>
                <a:lnTo>
                  <a:pt x="311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92" name="Freeform 12">
            <a:extLst>
              <a:ext uri="{FF2B5EF4-FFF2-40B4-BE49-F238E27FC236}">
                <a16:creationId xmlns:a16="http://schemas.microsoft.com/office/drawing/2014/main" id="{AA1F5759-8510-4E40-90AA-5183047982A2}"/>
              </a:ext>
            </a:extLst>
          </p:cNvPr>
          <p:cNvSpPr>
            <a:spLocks/>
          </p:cNvSpPr>
          <p:nvPr/>
        </p:nvSpPr>
        <p:spPr bwMode="auto">
          <a:xfrm>
            <a:off x="3903663" y="2798763"/>
            <a:ext cx="1587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3" name="Freeform 13">
            <a:extLst>
              <a:ext uri="{FF2B5EF4-FFF2-40B4-BE49-F238E27FC236}">
                <a16:creationId xmlns:a16="http://schemas.microsoft.com/office/drawing/2014/main" id="{2233A194-ED7E-4A0F-B973-A654E85B640A}"/>
              </a:ext>
            </a:extLst>
          </p:cNvPr>
          <p:cNvSpPr>
            <a:spLocks/>
          </p:cNvSpPr>
          <p:nvPr/>
        </p:nvSpPr>
        <p:spPr bwMode="auto">
          <a:xfrm>
            <a:off x="3865563" y="3389313"/>
            <a:ext cx="77787" cy="136525"/>
          </a:xfrm>
          <a:custGeom>
            <a:avLst/>
            <a:gdLst>
              <a:gd name="T0" fmla="*/ 2147483646 w 49"/>
              <a:gd name="T1" fmla="*/ 0 h 86"/>
              <a:gd name="T2" fmla="*/ 2147483646 w 49"/>
              <a:gd name="T3" fmla="*/ 2147483646 h 86"/>
              <a:gd name="T4" fmla="*/ 0 w 49"/>
              <a:gd name="T5" fmla="*/ 0 h 86"/>
              <a:gd name="T6" fmla="*/ 2147483646 w 49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6"/>
              <a:gd name="T14" fmla="*/ 49 w 49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6">
                <a:moveTo>
                  <a:pt x="48" y="0"/>
                </a:moveTo>
                <a:lnTo>
                  <a:pt x="25" y="85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94" name="Freeform 14">
            <a:extLst>
              <a:ext uri="{FF2B5EF4-FFF2-40B4-BE49-F238E27FC236}">
                <a16:creationId xmlns:a16="http://schemas.microsoft.com/office/drawing/2014/main" id="{1264B6B8-DFAB-4AE0-97EF-282B341DD676}"/>
              </a:ext>
            </a:extLst>
          </p:cNvPr>
          <p:cNvSpPr>
            <a:spLocks/>
          </p:cNvSpPr>
          <p:nvPr/>
        </p:nvSpPr>
        <p:spPr bwMode="auto">
          <a:xfrm>
            <a:off x="5041900" y="2798763"/>
            <a:ext cx="1588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5" name="Freeform 15">
            <a:extLst>
              <a:ext uri="{FF2B5EF4-FFF2-40B4-BE49-F238E27FC236}">
                <a16:creationId xmlns:a16="http://schemas.microsoft.com/office/drawing/2014/main" id="{FAE94753-6E93-49AE-8605-4D3C5B05C53A}"/>
              </a:ext>
            </a:extLst>
          </p:cNvPr>
          <p:cNvSpPr>
            <a:spLocks/>
          </p:cNvSpPr>
          <p:nvPr/>
        </p:nvSpPr>
        <p:spPr bwMode="auto">
          <a:xfrm>
            <a:off x="5005388" y="3389313"/>
            <a:ext cx="77787" cy="136525"/>
          </a:xfrm>
          <a:custGeom>
            <a:avLst/>
            <a:gdLst>
              <a:gd name="T0" fmla="*/ 2147483646 w 49"/>
              <a:gd name="T1" fmla="*/ 0 h 86"/>
              <a:gd name="T2" fmla="*/ 2147483646 w 49"/>
              <a:gd name="T3" fmla="*/ 2147483646 h 86"/>
              <a:gd name="T4" fmla="*/ 0 w 49"/>
              <a:gd name="T5" fmla="*/ 0 h 86"/>
              <a:gd name="T6" fmla="*/ 2147483646 w 49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6"/>
              <a:gd name="T14" fmla="*/ 49 w 49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6">
                <a:moveTo>
                  <a:pt x="48" y="0"/>
                </a:moveTo>
                <a:lnTo>
                  <a:pt x="24" y="85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96" name="Freeform 16">
            <a:extLst>
              <a:ext uri="{FF2B5EF4-FFF2-40B4-BE49-F238E27FC236}">
                <a16:creationId xmlns:a16="http://schemas.microsoft.com/office/drawing/2014/main" id="{54E007F8-A176-44AA-AACD-F4DA90FA20BB}"/>
              </a:ext>
            </a:extLst>
          </p:cNvPr>
          <p:cNvSpPr>
            <a:spLocks/>
          </p:cNvSpPr>
          <p:nvPr/>
        </p:nvSpPr>
        <p:spPr bwMode="auto">
          <a:xfrm>
            <a:off x="6196013" y="2798763"/>
            <a:ext cx="1587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7" name="Freeform 17">
            <a:extLst>
              <a:ext uri="{FF2B5EF4-FFF2-40B4-BE49-F238E27FC236}">
                <a16:creationId xmlns:a16="http://schemas.microsoft.com/office/drawing/2014/main" id="{2445BD5C-8597-47A7-8463-78506A4F9315}"/>
              </a:ext>
            </a:extLst>
          </p:cNvPr>
          <p:cNvSpPr>
            <a:spLocks/>
          </p:cNvSpPr>
          <p:nvPr/>
        </p:nvSpPr>
        <p:spPr bwMode="auto">
          <a:xfrm>
            <a:off x="6157913" y="3389313"/>
            <a:ext cx="79375" cy="136525"/>
          </a:xfrm>
          <a:custGeom>
            <a:avLst/>
            <a:gdLst>
              <a:gd name="T0" fmla="*/ 2147483646 w 50"/>
              <a:gd name="T1" fmla="*/ 0 h 86"/>
              <a:gd name="T2" fmla="*/ 2147483646 w 50"/>
              <a:gd name="T3" fmla="*/ 2147483646 h 86"/>
              <a:gd name="T4" fmla="*/ 0 w 50"/>
              <a:gd name="T5" fmla="*/ 0 h 86"/>
              <a:gd name="T6" fmla="*/ 2147483646 w 50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50"/>
              <a:gd name="T13" fmla="*/ 0 h 86"/>
              <a:gd name="T14" fmla="*/ 50 w 50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" h="86">
                <a:moveTo>
                  <a:pt x="49" y="0"/>
                </a:moveTo>
                <a:lnTo>
                  <a:pt x="25" y="85"/>
                </a:lnTo>
                <a:lnTo>
                  <a:pt x="0" y="0"/>
                </a:lnTo>
                <a:lnTo>
                  <a:pt x="49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098" name="Freeform 18">
            <a:extLst>
              <a:ext uri="{FF2B5EF4-FFF2-40B4-BE49-F238E27FC236}">
                <a16:creationId xmlns:a16="http://schemas.microsoft.com/office/drawing/2014/main" id="{8E1231DC-E3CD-4832-9DA2-FFF7BEC72E1E}"/>
              </a:ext>
            </a:extLst>
          </p:cNvPr>
          <p:cNvSpPr>
            <a:spLocks/>
          </p:cNvSpPr>
          <p:nvPr/>
        </p:nvSpPr>
        <p:spPr bwMode="auto">
          <a:xfrm>
            <a:off x="9798050" y="2798763"/>
            <a:ext cx="1588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099" name="Freeform 19">
            <a:extLst>
              <a:ext uri="{FF2B5EF4-FFF2-40B4-BE49-F238E27FC236}">
                <a16:creationId xmlns:a16="http://schemas.microsoft.com/office/drawing/2014/main" id="{17B5BF3C-A446-4D3F-96B0-FEA33D1E034B}"/>
              </a:ext>
            </a:extLst>
          </p:cNvPr>
          <p:cNvSpPr>
            <a:spLocks/>
          </p:cNvSpPr>
          <p:nvPr/>
        </p:nvSpPr>
        <p:spPr bwMode="auto">
          <a:xfrm>
            <a:off x="9759950" y="3389313"/>
            <a:ext cx="76200" cy="136525"/>
          </a:xfrm>
          <a:custGeom>
            <a:avLst/>
            <a:gdLst>
              <a:gd name="T0" fmla="*/ 2147483646 w 48"/>
              <a:gd name="T1" fmla="*/ 0 h 86"/>
              <a:gd name="T2" fmla="*/ 2147483646 w 48"/>
              <a:gd name="T3" fmla="*/ 2147483646 h 86"/>
              <a:gd name="T4" fmla="*/ 0 w 48"/>
              <a:gd name="T5" fmla="*/ 0 h 86"/>
              <a:gd name="T6" fmla="*/ 2147483646 w 48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8"/>
              <a:gd name="T13" fmla="*/ 0 h 86"/>
              <a:gd name="T14" fmla="*/ 48 w 48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8" h="86">
                <a:moveTo>
                  <a:pt x="47" y="0"/>
                </a:moveTo>
                <a:lnTo>
                  <a:pt x="23" y="85"/>
                </a:lnTo>
                <a:lnTo>
                  <a:pt x="0" y="0"/>
                </a:lnTo>
                <a:lnTo>
                  <a:pt x="47" y="0"/>
                </a:lnTo>
              </a:path>
            </a:pathLst>
          </a:custGeom>
          <a:solidFill>
            <a:schemeClr val="tx2"/>
          </a:solidFill>
          <a:ln w="19050" cap="rnd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00" name="Freeform 20">
            <a:extLst>
              <a:ext uri="{FF2B5EF4-FFF2-40B4-BE49-F238E27FC236}">
                <a16:creationId xmlns:a16="http://schemas.microsoft.com/office/drawing/2014/main" id="{4F12CC18-F816-47F6-AE87-8EE2A7520108}"/>
              </a:ext>
            </a:extLst>
          </p:cNvPr>
          <p:cNvSpPr>
            <a:spLocks/>
          </p:cNvSpPr>
          <p:nvPr/>
        </p:nvSpPr>
        <p:spPr bwMode="auto">
          <a:xfrm>
            <a:off x="4248150" y="2055813"/>
            <a:ext cx="1139825" cy="1587"/>
          </a:xfrm>
          <a:custGeom>
            <a:avLst/>
            <a:gdLst>
              <a:gd name="T0" fmla="*/ 0 w 718"/>
              <a:gd name="T1" fmla="*/ 0 h 1"/>
              <a:gd name="T2" fmla="*/ 2147483646 w 718"/>
              <a:gd name="T3" fmla="*/ 0 h 1"/>
              <a:gd name="T4" fmla="*/ 0 w 718"/>
              <a:gd name="T5" fmla="*/ 0 h 1"/>
              <a:gd name="T6" fmla="*/ 0 60000 65536"/>
              <a:gd name="T7" fmla="*/ 0 60000 65536"/>
              <a:gd name="T8" fmla="*/ 0 60000 65536"/>
              <a:gd name="T9" fmla="*/ 0 w 718"/>
              <a:gd name="T10" fmla="*/ 0 h 1"/>
              <a:gd name="T11" fmla="*/ 718 w 718"/>
              <a:gd name="T12" fmla="*/ 1 h 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8" h="1">
                <a:moveTo>
                  <a:pt x="0" y="0"/>
                </a:moveTo>
                <a:lnTo>
                  <a:pt x="717" y="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1" name="Freeform 21">
            <a:extLst>
              <a:ext uri="{FF2B5EF4-FFF2-40B4-BE49-F238E27FC236}">
                <a16:creationId xmlns:a16="http://schemas.microsoft.com/office/drawing/2014/main" id="{C72DBC77-C5E6-4E50-BDD3-E3CD12484DDD}"/>
              </a:ext>
            </a:extLst>
          </p:cNvPr>
          <p:cNvSpPr>
            <a:spLocks/>
          </p:cNvSpPr>
          <p:nvPr/>
        </p:nvSpPr>
        <p:spPr bwMode="auto">
          <a:xfrm>
            <a:off x="5403850" y="2055813"/>
            <a:ext cx="1588" cy="103187"/>
          </a:xfrm>
          <a:custGeom>
            <a:avLst/>
            <a:gdLst>
              <a:gd name="T0" fmla="*/ 0 w 1"/>
              <a:gd name="T1" fmla="*/ 0 h 65"/>
              <a:gd name="T2" fmla="*/ 0 w 1"/>
              <a:gd name="T3" fmla="*/ 2147483646 h 65"/>
              <a:gd name="T4" fmla="*/ 0 w 1"/>
              <a:gd name="T5" fmla="*/ 0 h 65"/>
              <a:gd name="T6" fmla="*/ 0 60000 65536"/>
              <a:gd name="T7" fmla="*/ 0 60000 65536"/>
              <a:gd name="T8" fmla="*/ 0 60000 65536"/>
              <a:gd name="T9" fmla="*/ 0 w 1"/>
              <a:gd name="T10" fmla="*/ 0 h 65"/>
              <a:gd name="T11" fmla="*/ 1 w 1"/>
              <a:gd name="T12" fmla="*/ 65 h 6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5">
                <a:moveTo>
                  <a:pt x="0" y="0"/>
                </a:moveTo>
                <a:lnTo>
                  <a:pt x="0" y="64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2" name="Freeform 22">
            <a:extLst>
              <a:ext uri="{FF2B5EF4-FFF2-40B4-BE49-F238E27FC236}">
                <a16:creationId xmlns:a16="http://schemas.microsoft.com/office/drawing/2014/main" id="{AE5EFEBB-B272-44BD-B360-4F9062CE7DDD}"/>
              </a:ext>
            </a:extLst>
          </p:cNvPr>
          <p:cNvSpPr>
            <a:spLocks/>
          </p:cNvSpPr>
          <p:nvPr/>
        </p:nvSpPr>
        <p:spPr bwMode="auto">
          <a:xfrm>
            <a:off x="4248150" y="2055813"/>
            <a:ext cx="1588" cy="139700"/>
          </a:xfrm>
          <a:custGeom>
            <a:avLst/>
            <a:gdLst>
              <a:gd name="T0" fmla="*/ 0 w 1"/>
              <a:gd name="T1" fmla="*/ 2147483646 h 88"/>
              <a:gd name="T2" fmla="*/ 0 w 1"/>
              <a:gd name="T3" fmla="*/ 0 h 88"/>
              <a:gd name="T4" fmla="*/ 0 w 1"/>
              <a:gd name="T5" fmla="*/ 2147483646 h 88"/>
              <a:gd name="T6" fmla="*/ 0 60000 65536"/>
              <a:gd name="T7" fmla="*/ 0 60000 65536"/>
              <a:gd name="T8" fmla="*/ 0 60000 65536"/>
              <a:gd name="T9" fmla="*/ 0 w 1"/>
              <a:gd name="T10" fmla="*/ 0 h 88"/>
              <a:gd name="T11" fmla="*/ 1 w 1"/>
              <a:gd name="T12" fmla="*/ 88 h 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88">
                <a:moveTo>
                  <a:pt x="0" y="87"/>
                </a:moveTo>
                <a:lnTo>
                  <a:pt x="0" y="0"/>
                </a:lnTo>
                <a:lnTo>
                  <a:pt x="0" y="87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03" name="Rectangle 23">
            <a:extLst>
              <a:ext uri="{FF2B5EF4-FFF2-40B4-BE49-F238E27FC236}">
                <a16:creationId xmlns:a16="http://schemas.microsoft.com/office/drawing/2014/main" id="{2BB355F4-0D78-4A56-AD83-1ACD186C0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488" y="2378075"/>
            <a:ext cx="306387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04" name="Rectangle 24">
            <a:extLst>
              <a:ext uri="{FF2B5EF4-FFF2-40B4-BE49-F238E27FC236}">
                <a16:creationId xmlns:a16="http://schemas.microsoft.com/office/drawing/2014/main" id="{D46CEFE4-CCE7-4B7B-BBE5-D02D624ED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4780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105" name="Rectangle 25">
            <a:extLst>
              <a:ext uri="{FF2B5EF4-FFF2-40B4-BE49-F238E27FC236}">
                <a16:creationId xmlns:a16="http://schemas.microsoft.com/office/drawing/2014/main" id="{BA20D2D0-EE52-477F-B60F-A10A7E109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2378075"/>
            <a:ext cx="315912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6106" name="Rectangle 26">
            <a:extLst>
              <a:ext uri="{FF2B5EF4-FFF2-40B4-BE49-F238E27FC236}">
                <a16:creationId xmlns:a16="http://schemas.microsoft.com/office/drawing/2014/main" id="{EB89CD06-B00E-441F-8246-46701E6C9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24780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6107" name="Rectangle 27">
            <a:extLst>
              <a:ext uri="{FF2B5EF4-FFF2-40B4-BE49-F238E27FC236}">
                <a16:creationId xmlns:a16="http://schemas.microsoft.com/office/drawing/2014/main" id="{B3333A61-5ED5-44D7-A571-E7BBFEDB1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188" y="2395538"/>
            <a:ext cx="306387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08" name="Rectangle 28">
            <a:extLst>
              <a:ext uri="{FF2B5EF4-FFF2-40B4-BE49-F238E27FC236}">
                <a16:creationId xmlns:a16="http://schemas.microsoft.com/office/drawing/2014/main" id="{C8BD7A4C-864E-4422-9B95-B4543B2F0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249713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6109" name="Rectangle 29">
            <a:extLst>
              <a:ext uri="{FF2B5EF4-FFF2-40B4-BE49-F238E27FC236}">
                <a16:creationId xmlns:a16="http://schemas.microsoft.com/office/drawing/2014/main" id="{A2748299-59FA-4DA5-81BA-E3DA0DBEB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2395538"/>
            <a:ext cx="315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6110" name="Rectangle 30">
            <a:extLst>
              <a:ext uri="{FF2B5EF4-FFF2-40B4-BE49-F238E27FC236}">
                <a16:creationId xmlns:a16="http://schemas.microsoft.com/office/drawing/2014/main" id="{7EDE092F-DC72-41FB-A993-52A06E05F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5" y="24780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111" name="Rectangle 31">
            <a:extLst>
              <a:ext uri="{FF2B5EF4-FFF2-40B4-BE49-F238E27FC236}">
                <a16:creationId xmlns:a16="http://schemas.microsoft.com/office/drawing/2014/main" id="{8AF63B50-1B51-45A6-BDE6-09305F6C45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2411413"/>
            <a:ext cx="306388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12" name="Rectangle 32">
            <a:extLst>
              <a:ext uri="{FF2B5EF4-FFF2-40B4-BE49-F238E27FC236}">
                <a16:creationId xmlns:a16="http://schemas.microsoft.com/office/drawing/2014/main" id="{942047C0-196B-4AEE-9ED8-F98F9DCAB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2514600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113" name="Rectangle 33">
            <a:extLst>
              <a:ext uri="{FF2B5EF4-FFF2-40B4-BE49-F238E27FC236}">
                <a16:creationId xmlns:a16="http://schemas.microsoft.com/office/drawing/2014/main" id="{E4C5A93C-DA1F-4E4D-B981-142BACD95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450" y="2411413"/>
            <a:ext cx="315913" cy="3079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6114" name="Rectangle 34">
            <a:extLst>
              <a:ext uri="{FF2B5EF4-FFF2-40B4-BE49-F238E27FC236}">
                <a16:creationId xmlns:a16="http://schemas.microsoft.com/office/drawing/2014/main" id="{458D57DF-B625-4FAB-A204-7003000CA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0050" y="249713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46115" name="Rectangle 35">
            <a:extLst>
              <a:ext uri="{FF2B5EF4-FFF2-40B4-BE49-F238E27FC236}">
                <a16:creationId xmlns:a16="http://schemas.microsoft.com/office/drawing/2014/main" id="{12226025-C3AA-44B0-A351-2E26CCD85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9775" y="2395538"/>
            <a:ext cx="306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16" name="Rectangle 36">
            <a:extLst>
              <a:ext uri="{FF2B5EF4-FFF2-40B4-BE49-F238E27FC236}">
                <a16:creationId xmlns:a16="http://schemas.microsoft.com/office/drawing/2014/main" id="{5B2123A3-5B02-453F-87B4-1C1A8E517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688" y="2447925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46117" name="Rectangle 37">
            <a:extLst>
              <a:ext uri="{FF2B5EF4-FFF2-40B4-BE49-F238E27FC236}">
                <a16:creationId xmlns:a16="http://schemas.microsoft.com/office/drawing/2014/main" id="{AFB30363-4B9E-4DBE-9D54-633F67D49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1676400"/>
            <a:ext cx="1497013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700" b="1" i="1">
                <a:latin typeface="Arial" panose="020B0604020202020204" pitchFamily="34" charset="0"/>
              </a:rPr>
              <a:t>intrare </a:t>
            </a:r>
            <a:r>
              <a:rPr lang="en-US" altLang="en-US" sz="1700" b="1">
                <a:latin typeface="Arial" panose="020B0604020202020204" pitchFamily="34" charset="0"/>
              </a:rPr>
              <a:t>index</a:t>
            </a:r>
          </a:p>
        </p:txBody>
      </p:sp>
      <p:sp>
        <p:nvSpPr>
          <p:cNvPr id="46118" name="Rectangle 38">
            <a:extLst>
              <a:ext uri="{FF2B5EF4-FFF2-40B4-BE49-F238E27FC236}">
                <a16:creationId xmlns:a16="http://schemas.microsoft.com/office/drawing/2014/main" id="{387AADCD-BBF2-4D3A-B8F0-77B85CC25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219200"/>
            <a:ext cx="81788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/>
              <a:t>Noduri interne</a:t>
            </a:r>
          </a:p>
        </p:txBody>
      </p:sp>
      <p:sp>
        <p:nvSpPr>
          <p:cNvPr id="46119" name="Rectangle 39">
            <a:extLst>
              <a:ext uri="{FF2B5EF4-FFF2-40B4-BE49-F238E27FC236}">
                <a16:creationId xmlns:a16="http://schemas.microsoft.com/office/drawing/2014/main" id="{27205F6B-0630-4A95-95E0-4E4F7F53F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941763"/>
            <a:ext cx="81788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buClr>
                <a:schemeClr val="accent2"/>
              </a:buClr>
              <a:buSzTx/>
              <a:buFont typeface="Monotype Sorts"/>
              <a:buNone/>
            </a:pPr>
            <a:r>
              <a:rPr kumimoji="1" lang="en-US" altLang="en-US" sz="2800"/>
              <a:t>Noduri frunz</a:t>
            </a:r>
            <a:r>
              <a:rPr kumimoji="1" lang="ro-RO" altLang="en-US" sz="2800"/>
              <a:t>ă</a:t>
            </a:r>
            <a:endParaRPr kumimoji="1" lang="en-US" altLang="en-US" sz="2800"/>
          </a:p>
        </p:txBody>
      </p:sp>
      <p:sp>
        <p:nvSpPr>
          <p:cNvPr id="46120" name="Freeform 40">
            <a:extLst>
              <a:ext uri="{FF2B5EF4-FFF2-40B4-BE49-F238E27FC236}">
                <a16:creationId xmlns:a16="http://schemas.microsoft.com/office/drawing/2014/main" id="{A5AB0EB2-3903-4697-A176-D1A7B3C7646F}"/>
              </a:ext>
            </a:extLst>
          </p:cNvPr>
          <p:cNvSpPr>
            <a:spLocks/>
          </p:cNvSpPr>
          <p:nvPr/>
        </p:nvSpPr>
        <p:spPr bwMode="auto">
          <a:xfrm>
            <a:off x="3733800" y="4627563"/>
            <a:ext cx="6410325" cy="874712"/>
          </a:xfrm>
          <a:custGeom>
            <a:avLst/>
            <a:gdLst>
              <a:gd name="T0" fmla="*/ 0 w 4038"/>
              <a:gd name="T1" fmla="*/ 2147483646 h 551"/>
              <a:gd name="T2" fmla="*/ 0 w 4038"/>
              <a:gd name="T3" fmla="*/ 0 h 551"/>
              <a:gd name="T4" fmla="*/ 2147483646 w 4038"/>
              <a:gd name="T5" fmla="*/ 0 h 551"/>
              <a:gd name="T6" fmla="*/ 2147483646 w 4038"/>
              <a:gd name="T7" fmla="*/ 2147483646 h 551"/>
              <a:gd name="T8" fmla="*/ 0 w 4038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38"/>
              <a:gd name="T16" fmla="*/ 0 h 551"/>
              <a:gd name="T17" fmla="*/ 4038 w 4038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38" h="551">
                <a:moveTo>
                  <a:pt x="0" y="550"/>
                </a:moveTo>
                <a:lnTo>
                  <a:pt x="0" y="0"/>
                </a:lnTo>
                <a:lnTo>
                  <a:pt x="4037" y="0"/>
                </a:lnTo>
                <a:lnTo>
                  <a:pt x="4037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21" name="Freeform 41">
            <a:extLst>
              <a:ext uri="{FF2B5EF4-FFF2-40B4-BE49-F238E27FC236}">
                <a16:creationId xmlns:a16="http://schemas.microsoft.com/office/drawing/2014/main" id="{2CE7B6FD-3FBB-4612-A78A-26DA6E9B1121}"/>
              </a:ext>
            </a:extLst>
          </p:cNvPr>
          <p:cNvSpPr>
            <a:spLocks/>
          </p:cNvSpPr>
          <p:nvPr/>
        </p:nvSpPr>
        <p:spPr bwMode="auto">
          <a:xfrm>
            <a:off x="4244975" y="4627563"/>
            <a:ext cx="649288" cy="874712"/>
          </a:xfrm>
          <a:custGeom>
            <a:avLst/>
            <a:gdLst>
              <a:gd name="T0" fmla="*/ 0 w 409"/>
              <a:gd name="T1" fmla="*/ 2147483646 h 551"/>
              <a:gd name="T2" fmla="*/ 0 w 409"/>
              <a:gd name="T3" fmla="*/ 0 h 551"/>
              <a:gd name="T4" fmla="*/ 2147483646 w 409"/>
              <a:gd name="T5" fmla="*/ 0 h 551"/>
              <a:gd name="T6" fmla="*/ 2147483646 w 409"/>
              <a:gd name="T7" fmla="*/ 2147483646 h 551"/>
              <a:gd name="T8" fmla="*/ 0 w 409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09"/>
              <a:gd name="T16" fmla="*/ 0 h 551"/>
              <a:gd name="T17" fmla="*/ 409 w 409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09" h="551">
                <a:moveTo>
                  <a:pt x="0" y="550"/>
                </a:moveTo>
                <a:lnTo>
                  <a:pt x="0" y="0"/>
                </a:lnTo>
                <a:lnTo>
                  <a:pt x="408" y="0"/>
                </a:lnTo>
                <a:lnTo>
                  <a:pt x="408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22" name="Freeform 42">
            <a:extLst>
              <a:ext uri="{FF2B5EF4-FFF2-40B4-BE49-F238E27FC236}">
                <a16:creationId xmlns:a16="http://schemas.microsoft.com/office/drawing/2014/main" id="{AC154454-3975-4CDE-9B0B-9F7A24443BD0}"/>
              </a:ext>
            </a:extLst>
          </p:cNvPr>
          <p:cNvSpPr>
            <a:spLocks/>
          </p:cNvSpPr>
          <p:nvPr/>
        </p:nvSpPr>
        <p:spPr bwMode="auto">
          <a:xfrm>
            <a:off x="5383213" y="4627563"/>
            <a:ext cx="663575" cy="874712"/>
          </a:xfrm>
          <a:custGeom>
            <a:avLst/>
            <a:gdLst>
              <a:gd name="T0" fmla="*/ 0 w 418"/>
              <a:gd name="T1" fmla="*/ 2147483646 h 551"/>
              <a:gd name="T2" fmla="*/ 0 w 418"/>
              <a:gd name="T3" fmla="*/ 0 h 551"/>
              <a:gd name="T4" fmla="*/ 2147483646 w 418"/>
              <a:gd name="T5" fmla="*/ 0 h 551"/>
              <a:gd name="T6" fmla="*/ 2147483646 w 418"/>
              <a:gd name="T7" fmla="*/ 2147483646 h 551"/>
              <a:gd name="T8" fmla="*/ 0 w 418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8"/>
              <a:gd name="T16" fmla="*/ 0 h 551"/>
              <a:gd name="T17" fmla="*/ 418 w 418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8" h="551">
                <a:moveTo>
                  <a:pt x="0" y="550"/>
                </a:moveTo>
                <a:lnTo>
                  <a:pt x="0" y="0"/>
                </a:lnTo>
                <a:lnTo>
                  <a:pt x="417" y="0"/>
                </a:lnTo>
                <a:lnTo>
                  <a:pt x="417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23" name="Freeform 43">
            <a:extLst>
              <a:ext uri="{FF2B5EF4-FFF2-40B4-BE49-F238E27FC236}">
                <a16:creationId xmlns:a16="http://schemas.microsoft.com/office/drawing/2014/main" id="{20F97C9F-9DE3-45C2-9B31-92AC862039DA}"/>
              </a:ext>
            </a:extLst>
          </p:cNvPr>
          <p:cNvSpPr>
            <a:spLocks/>
          </p:cNvSpPr>
          <p:nvPr/>
        </p:nvSpPr>
        <p:spPr bwMode="auto">
          <a:xfrm>
            <a:off x="7353300" y="5080000"/>
            <a:ext cx="79375" cy="68263"/>
          </a:xfrm>
          <a:custGeom>
            <a:avLst/>
            <a:gdLst>
              <a:gd name="T0" fmla="*/ 2147483646 w 50"/>
              <a:gd name="T1" fmla="*/ 2147483646 h 43"/>
              <a:gd name="T2" fmla="*/ 2147483646 w 50"/>
              <a:gd name="T3" fmla="*/ 0 h 43"/>
              <a:gd name="T4" fmla="*/ 0 w 50"/>
              <a:gd name="T5" fmla="*/ 2147483646 h 43"/>
              <a:gd name="T6" fmla="*/ 2147483646 w 50"/>
              <a:gd name="T7" fmla="*/ 2147483646 h 43"/>
              <a:gd name="T8" fmla="*/ 2147483646 w 50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"/>
              <a:gd name="T16" fmla="*/ 0 h 43"/>
              <a:gd name="T17" fmla="*/ 50 w 50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" h="43">
                <a:moveTo>
                  <a:pt x="49" y="21"/>
                </a:moveTo>
                <a:lnTo>
                  <a:pt x="25" y="0"/>
                </a:lnTo>
                <a:lnTo>
                  <a:pt x="0" y="21"/>
                </a:lnTo>
                <a:lnTo>
                  <a:pt x="25" y="42"/>
                </a:lnTo>
                <a:lnTo>
                  <a:pt x="49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4" name="Freeform 44">
            <a:extLst>
              <a:ext uri="{FF2B5EF4-FFF2-40B4-BE49-F238E27FC236}">
                <a16:creationId xmlns:a16="http://schemas.microsoft.com/office/drawing/2014/main" id="{F703C20B-3F42-440F-9AC5-C2D32C73D550}"/>
              </a:ext>
            </a:extLst>
          </p:cNvPr>
          <p:cNvSpPr>
            <a:spLocks/>
          </p:cNvSpPr>
          <p:nvPr/>
        </p:nvSpPr>
        <p:spPr bwMode="auto">
          <a:xfrm>
            <a:off x="7697788" y="5080000"/>
            <a:ext cx="74612" cy="68263"/>
          </a:xfrm>
          <a:custGeom>
            <a:avLst/>
            <a:gdLst>
              <a:gd name="T0" fmla="*/ 2147483646 w 47"/>
              <a:gd name="T1" fmla="*/ 2147483646 h 43"/>
              <a:gd name="T2" fmla="*/ 2147483646 w 47"/>
              <a:gd name="T3" fmla="*/ 0 h 43"/>
              <a:gd name="T4" fmla="*/ 0 w 47"/>
              <a:gd name="T5" fmla="*/ 2147483646 h 43"/>
              <a:gd name="T6" fmla="*/ 2147483646 w 47"/>
              <a:gd name="T7" fmla="*/ 2147483646 h 43"/>
              <a:gd name="T8" fmla="*/ 2147483646 w 47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43"/>
              <a:gd name="T17" fmla="*/ 47 w 47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43">
                <a:moveTo>
                  <a:pt x="46" y="21"/>
                </a:moveTo>
                <a:lnTo>
                  <a:pt x="22" y="0"/>
                </a:lnTo>
                <a:lnTo>
                  <a:pt x="0" y="21"/>
                </a:lnTo>
                <a:lnTo>
                  <a:pt x="22" y="42"/>
                </a:lnTo>
                <a:lnTo>
                  <a:pt x="46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5" name="Freeform 45">
            <a:extLst>
              <a:ext uri="{FF2B5EF4-FFF2-40B4-BE49-F238E27FC236}">
                <a16:creationId xmlns:a16="http://schemas.microsoft.com/office/drawing/2014/main" id="{404F066C-FF2B-4E36-AD1C-424D1EFF9EB7}"/>
              </a:ext>
            </a:extLst>
          </p:cNvPr>
          <p:cNvSpPr>
            <a:spLocks/>
          </p:cNvSpPr>
          <p:nvPr/>
        </p:nvSpPr>
        <p:spPr bwMode="auto">
          <a:xfrm>
            <a:off x="8034338" y="5080000"/>
            <a:ext cx="77787" cy="68263"/>
          </a:xfrm>
          <a:custGeom>
            <a:avLst/>
            <a:gdLst>
              <a:gd name="T0" fmla="*/ 2147483646 w 49"/>
              <a:gd name="T1" fmla="*/ 2147483646 h 43"/>
              <a:gd name="T2" fmla="*/ 2147483646 w 49"/>
              <a:gd name="T3" fmla="*/ 0 h 43"/>
              <a:gd name="T4" fmla="*/ 0 w 49"/>
              <a:gd name="T5" fmla="*/ 2147483646 h 43"/>
              <a:gd name="T6" fmla="*/ 2147483646 w 49"/>
              <a:gd name="T7" fmla="*/ 2147483646 h 43"/>
              <a:gd name="T8" fmla="*/ 2147483646 w 49"/>
              <a:gd name="T9" fmla="*/ 2147483646 h 4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3"/>
              <a:gd name="T17" fmla="*/ 49 w 49"/>
              <a:gd name="T18" fmla="*/ 43 h 4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3">
                <a:moveTo>
                  <a:pt x="48" y="21"/>
                </a:moveTo>
                <a:lnTo>
                  <a:pt x="24" y="0"/>
                </a:lnTo>
                <a:lnTo>
                  <a:pt x="0" y="21"/>
                </a:lnTo>
                <a:lnTo>
                  <a:pt x="24" y="42"/>
                </a:lnTo>
                <a:lnTo>
                  <a:pt x="48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6" name="Freeform 46">
            <a:extLst>
              <a:ext uri="{FF2B5EF4-FFF2-40B4-BE49-F238E27FC236}">
                <a16:creationId xmlns:a16="http://schemas.microsoft.com/office/drawing/2014/main" id="{D10D3796-9C01-48F7-A5AD-A4E168DAEF1E}"/>
              </a:ext>
            </a:extLst>
          </p:cNvPr>
          <p:cNvSpPr>
            <a:spLocks/>
          </p:cNvSpPr>
          <p:nvPr/>
        </p:nvSpPr>
        <p:spPr bwMode="auto">
          <a:xfrm>
            <a:off x="8982075" y="4627563"/>
            <a:ext cx="666750" cy="874712"/>
          </a:xfrm>
          <a:custGeom>
            <a:avLst/>
            <a:gdLst>
              <a:gd name="T0" fmla="*/ 0 w 420"/>
              <a:gd name="T1" fmla="*/ 2147483646 h 551"/>
              <a:gd name="T2" fmla="*/ 0 w 420"/>
              <a:gd name="T3" fmla="*/ 0 h 551"/>
              <a:gd name="T4" fmla="*/ 2147483646 w 420"/>
              <a:gd name="T5" fmla="*/ 0 h 551"/>
              <a:gd name="T6" fmla="*/ 2147483646 w 420"/>
              <a:gd name="T7" fmla="*/ 2147483646 h 551"/>
              <a:gd name="T8" fmla="*/ 0 w 420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20"/>
              <a:gd name="T16" fmla="*/ 0 h 551"/>
              <a:gd name="T17" fmla="*/ 420 w 420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20" h="551">
                <a:moveTo>
                  <a:pt x="0" y="550"/>
                </a:moveTo>
                <a:lnTo>
                  <a:pt x="0" y="0"/>
                </a:lnTo>
                <a:lnTo>
                  <a:pt x="419" y="0"/>
                </a:lnTo>
                <a:lnTo>
                  <a:pt x="419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27" name="Freeform 47">
            <a:extLst>
              <a:ext uri="{FF2B5EF4-FFF2-40B4-BE49-F238E27FC236}">
                <a16:creationId xmlns:a16="http://schemas.microsoft.com/office/drawing/2014/main" id="{166B6ED5-03D9-4F8F-A6D6-1DB0CB9C03BF}"/>
              </a:ext>
            </a:extLst>
          </p:cNvPr>
          <p:cNvSpPr>
            <a:spLocks/>
          </p:cNvSpPr>
          <p:nvPr/>
        </p:nvSpPr>
        <p:spPr bwMode="auto">
          <a:xfrm>
            <a:off x="6045200" y="4627563"/>
            <a:ext cx="495300" cy="874712"/>
          </a:xfrm>
          <a:custGeom>
            <a:avLst/>
            <a:gdLst>
              <a:gd name="T0" fmla="*/ 0 w 312"/>
              <a:gd name="T1" fmla="*/ 2147483646 h 551"/>
              <a:gd name="T2" fmla="*/ 0 w 312"/>
              <a:gd name="T3" fmla="*/ 0 h 551"/>
              <a:gd name="T4" fmla="*/ 2147483646 w 312"/>
              <a:gd name="T5" fmla="*/ 0 h 551"/>
              <a:gd name="T6" fmla="*/ 2147483646 w 312"/>
              <a:gd name="T7" fmla="*/ 2147483646 h 551"/>
              <a:gd name="T8" fmla="*/ 0 w 312"/>
              <a:gd name="T9" fmla="*/ 2147483646 h 5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2"/>
              <a:gd name="T16" fmla="*/ 0 h 551"/>
              <a:gd name="T17" fmla="*/ 312 w 312"/>
              <a:gd name="T18" fmla="*/ 551 h 55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2" h="551">
                <a:moveTo>
                  <a:pt x="0" y="550"/>
                </a:moveTo>
                <a:lnTo>
                  <a:pt x="0" y="0"/>
                </a:lnTo>
                <a:lnTo>
                  <a:pt x="311" y="0"/>
                </a:lnTo>
                <a:lnTo>
                  <a:pt x="311" y="550"/>
                </a:lnTo>
                <a:lnTo>
                  <a:pt x="0" y="55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28" name="Freeform 48">
            <a:extLst>
              <a:ext uri="{FF2B5EF4-FFF2-40B4-BE49-F238E27FC236}">
                <a16:creationId xmlns:a16="http://schemas.microsoft.com/office/drawing/2014/main" id="{80DF52D1-DDE6-4C6D-9817-9F0461E7D479}"/>
              </a:ext>
            </a:extLst>
          </p:cNvPr>
          <p:cNvSpPr>
            <a:spLocks/>
          </p:cNvSpPr>
          <p:nvPr/>
        </p:nvSpPr>
        <p:spPr bwMode="auto">
          <a:xfrm>
            <a:off x="3903663" y="5216525"/>
            <a:ext cx="1587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29" name="Freeform 49">
            <a:extLst>
              <a:ext uri="{FF2B5EF4-FFF2-40B4-BE49-F238E27FC236}">
                <a16:creationId xmlns:a16="http://schemas.microsoft.com/office/drawing/2014/main" id="{79A71EA0-2627-4645-9FA2-5631042844D1}"/>
              </a:ext>
            </a:extLst>
          </p:cNvPr>
          <p:cNvSpPr>
            <a:spLocks/>
          </p:cNvSpPr>
          <p:nvPr/>
        </p:nvSpPr>
        <p:spPr bwMode="auto">
          <a:xfrm>
            <a:off x="3865563" y="5807075"/>
            <a:ext cx="77787" cy="136525"/>
          </a:xfrm>
          <a:custGeom>
            <a:avLst/>
            <a:gdLst>
              <a:gd name="T0" fmla="*/ 2147483646 w 49"/>
              <a:gd name="T1" fmla="*/ 0 h 86"/>
              <a:gd name="T2" fmla="*/ 2147483646 w 49"/>
              <a:gd name="T3" fmla="*/ 2147483646 h 86"/>
              <a:gd name="T4" fmla="*/ 0 w 49"/>
              <a:gd name="T5" fmla="*/ 0 h 86"/>
              <a:gd name="T6" fmla="*/ 2147483646 w 49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6"/>
              <a:gd name="T14" fmla="*/ 49 w 49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6">
                <a:moveTo>
                  <a:pt x="48" y="0"/>
                </a:moveTo>
                <a:lnTo>
                  <a:pt x="25" y="85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30" name="Freeform 50">
            <a:extLst>
              <a:ext uri="{FF2B5EF4-FFF2-40B4-BE49-F238E27FC236}">
                <a16:creationId xmlns:a16="http://schemas.microsoft.com/office/drawing/2014/main" id="{30ECE7C6-8A54-4E75-B879-E4A700C8B8BA}"/>
              </a:ext>
            </a:extLst>
          </p:cNvPr>
          <p:cNvSpPr>
            <a:spLocks/>
          </p:cNvSpPr>
          <p:nvPr/>
        </p:nvSpPr>
        <p:spPr bwMode="auto">
          <a:xfrm>
            <a:off x="5041900" y="5216525"/>
            <a:ext cx="1588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1" name="Freeform 51">
            <a:extLst>
              <a:ext uri="{FF2B5EF4-FFF2-40B4-BE49-F238E27FC236}">
                <a16:creationId xmlns:a16="http://schemas.microsoft.com/office/drawing/2014/main" id="{8554BEBA-72B1-4E87-B55A-60D149B7C685}"/>
              </a:ext>
            </a:extLst>
          </p:cNvPr>
          <p:cNvSpPr>
            <a:spLocks/>
          </p:cNvSpPr>
          <p:nvPr/>
        </p:nvSpPr>
        <p:spPr bwMode="auto">
          <a:xfrm>
            <a:off x="5005388" y="5807075"/>
            <a:ext cx="77787" cy="136525"/>
          </a:xfrm>
          <a:custGeom>
            <a:avLst/>
            <a:gdLst>
              <a:gd name="T0" fmla="*/ 2147483646 w 49"/>
              <a:gd name="T1" fmla="*/ 0 h 86"/>
              <a:gd name="T2" fmla="*/ 2147483646 w 49"/>
              <a:gd name="T3" fmla="*/ 2147483646 h 86"/>
              <a:gd name="T4" fmla="*/ 0 w 49"/>
              <a:gd name="T5" fmla="*/ 0 h 86"/>
              <a:gd name="T6" fmla="*/ 2147483646 w 49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86"/>
              <a:gd name="T14" fmla="*/ 49 w 49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86">
                <a:moveTo>
                  <a:pt x="48" y="0"/>
                </a:moveTo>
                <a:lnTo>
                  <a:pt x="24" y="85"/>
                </a:lnTo>
                <a:lnTo>
                  <a:pt x="0" y="0"/>
                </a:lnTo>
                <a:lnTo>
                  <a:pt x="4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32" name="Freeform 52">
            <a:extLst>
              <a:ext uri="{FF2B5EF4-FFF2-40B4-BE49-F238E27FC236}">
                <a16:creationId xmlns:a16="http://schemas.microsoft.com/office/drawing/2014/main" id="{17BD614C-2C9F-432A-93AA-7D0933026675}"/>
              </a:ext>
            </a:extLst>
          </p:cNvPr>
          <p:cNvSpPr>
            <a:spLocks/>
          </p:cNvSpPr>
          <p:nvPr/>
        </p:nvSpPr>
        <p:spPr bwMode="auto">
          <a:xfrm>
            <a:off x="6196013" y="5216525"/>
            <a:ext cx="1587" cy="727075"/>
          </a:xfrm>
          <a:custGeom>
            <a:avLst/>
            <a:gdLst>
              <a:gd name="T0" fmla="*/ 0 w 1"/>
              <a:gd name="T1" fmla="*/ 0 h 458"/>
              <a:gd name="T2" fmla="*/ 0 w 1"/>
              <a:gd name="T3" fmla="*/ 2147483646 h 458"/>
              <a:gd name="T4" fmla="*/ 0 w 1"/>
              <a:gd name="T5" fmla="*/ 0 h 458"/>
              <a:gd name="T6" fmla="*/ 0 60000 65536"/>
              <a:gd name="T7" fmla="*/ 0 60000 65536"/>
              <a:gd name="T8" fmla="*/ 0 60000 65536"/>
              <a:gd name="T9" fmla="*/ 0 w 1"/>
              <a:gd name="T10" fmla="*/ 0 h 458"/>
              <a:gd name="T11" fmla="*/ 1 w 1"/>
              <a:gd name="T12" fmla="*/ 458 h 4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58">
                <a:moveTo>
                  <a:pt x="0" y="0"/>
                </a:moveTo>
                <a:lnTo>
                  <a:pt x="0" y="45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33" name="Freeform 53">
            <a:extLst>
              <a:ext uri="{FF2B5EF4-FFF2-40B4-BE49-F238E27FC236}">
                <a16:creationId xmlns:a16="http://schemas.microsoft.com/office/drawing/2014/main" id="{40B6602A-1B22-4B8E-AD0C-D1B30085E2D8}"/>
              </a:ext>
            </a:extLst>
          </p:cNvPr>
          <p:cNvSpPr>
            <a:spLocks/>
          </p:cNvSpPr>
          <p:nvPr/>
        </p:nvSpPr>
        <p:spPr bwMode="auto">
          <a:xfrm>
            <a:off x="6157913" y="5807075"/>
            <a:ext cx="79375" cy="136525"/>
          </a:xfrm>
          <a:custGeom>
            <a:avLst/>
            <a:gdLst>
              <a:gd name="T0" fmla="*/ 2147483646 w 50"/>
              <a:gd name="T1" fmla="*/ 0 h 86"/>
              <a:gd name="T2" fmla="*/ 2147483646 w 50"/>
              <a:gd name="T3" fmla="*/ 2147483646 h 86"/>
              <a:gd name="T4" fmla="*/ 0 w 50"/>
              <a:gd name="T5" fmla="*/ 0 h 86"/>
              <a:gd name="T6" fmla="*/ 2147483646 w 50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50"/>
              <a:gd name="T13" fmla="*/ 0 h 86"/>
              <a:gd name="T14" fmla="*/ 50 w 50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0" h="86">
                <a:moveTo>
                  <a:pt x="49" y="0"/>
                </a:moveTo>
                <a:lnTo>
                  <a:pt x="25" y="85"/>
                </a:lnTo>
                <a:lnTo>
                  <a:pt x="0" y="0"/>
                </a:lnTo>
                <a:lnTo>
                  <a:pt x="49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46134" name="Rectangle 54">
            <a:extLst>
              <a:ext uri="{FF2B5EF4-FFF2-40B4-BE49-F238E27FC236}">
                <a16:creationId xmlns:a16="http://schemas.microsoft.com/office/drawing/2014/main" id="{38491096-1A9B-4FF6-97E9-FCADC1CB43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3488" y="4816475"/>
            <a:ext cx="306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35" name="Rectangle 55">
            <a:extLst>
              <a:ext uri="{FF2B5EF4-FFF2-40B4-BE49-F238E27FC236}">
                <a16:creationId xmlns:a16="http://schemas.microsoft.com/office/drawing/2014/main" id="{00A3BB86-6965-4E5D-9B72-E49ABA005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49164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46136" name="Rectangle 56">
            <a:extLst>
              <a:ext uri="{FF2B5EF4-FFF2-40B4-BE49-F238E27FC236}">
                <a16:creationId xmlns:a16="http://schemas.microsoft.com/office/drawing/2014/main" id="{75383769-C778-4381-A6E5-EAD0E85DEA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4816475"/>
            <a:ext cx="315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6137" name="Rectangle 57">
            <a:extLst>
              <a:ext uri="{FF2B5EF4-FFF2-40B4-BE49-F238E27FC236}">
                <a16:creationId xmlns:a16="http://schemas.microsoft.com/office/drawing/2014/main" id="{D09B7873-1A57-4768-BB3A-F0C59C931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413" y="49164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6138" name="Rectangle 58">
            <a:extLst>
              <a:ext uri="{FF2B5EF4-FFF2-40B4-BE49-F238E27FC236}">
                <a16:creationId xmlns:a16="http://schemas.microsoft.com/office/drawing/2014/main" id="{FC93625C-0CA5-431B-A5D5-F77FFDE4A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9188" y="4833938"/>
            <a:ext cx="3063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39" name="Rectangle 59">
            <a:extLst>
              <a:ext uri="{FF2B5EF4-FFF2-40B4-BE49-F238E27FC236}">
                <a16:creationId xmlns:a16="http://schemas.microsoft.com/office/drawing/2014/main" id="{FE7891CC-C6FD-49EA-87E2-524D8526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9688" y="493553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6140" name="Rectangle 60">
            <a:extLst>
              <a:ext uri="{FF2B5EF4-FFF2-40B4-BE49-F238E27FC236}">
                <a16:creationId xmlns:a16="http://schemas.microsoft.com/office/drawing/2014/main" id="{BDA535F8-3D90-4E32-AFA3-A9DD8BA5B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4833938"/>
            <a:ext cx="315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6141" name="Rectangle 61">
            <a:extLst>
              <a:ext uri="{FF2B5EF4-FFF2-40B4-BE49-F238E27FC236}">
                <a16:creationId xmlns:a16="http://schemas.microsoft.com/office/drawing/2014/main" id="{DF0285A9-140F-4CE3-9EFC-FEE1B8770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5" y="4916488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142" name="Rectangle 62">
            <a:extLst>
              <a:ext uri="{FF2B5EF4-FFF2-40B4-BE49-F238E27FC236}">
                <a16:creationId xmlns:a16="http://schemas.microsoft.com/office/drawing/2014/main" id="{E9138250-1078-441F-9599-40A879216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6475" y="4849813"/>
            <a:ext cx="306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43" name="Rectangle 63">
            <a:extLst>
              <a:ext uri="{FF2B5EF4-FFF2-40B4-BE49-F238E27FC236}">
                <a16:creationId xmlns:a16="http://schemas.microsoft.com/office/drawing/2014/main" id="{AF24C4CF-8E67-4668-9814-20F998D49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6025" y="4953000"/>
            <a:ext cx="2857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6144" name="Rectangle 64">
            <a:extLst>
              <a:ext uri="{FF2B5EF4-FFF2-40B4-BE49-F238E27FC236}">
                <a16:creationId xmlns:a16="http://schemas.microsoft.com/office/drawing/2014/main" id="{02FD3196-28E6-4D36-858C-02C7E0660B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1450" y="4849813"/>
            <a:ext cx="3159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K</a:t>
            </a:r>
          </a:p>
        </p:txBody>
      </p:sp>
      <p:sp>
        <p:nvSpPr>
          <p:cNvPr id="46145" name="Rectangle 65">
            <a:extLst>
              <a:ext uri="{FF2B5EF4-FFF2-40B4-BE49-F238E27FC236}">
                <a16:creationId xmlns:a16="http://schemas.microsoft.com/office/drawing/2014/main" id="{41BE5D6F-F789-4178-96B4-83EEF36A3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0050" y="4935538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46146" name="Rectangle 66">
            <a:extLst>
              <a:ext uri="{FF2B5EF4-FFF2-40B4-BE49-F238E27FC236}">
                <a16:creationId xmlns:a16="http://schemas.microsoft.com/office/drawing/2014/main" id="{D8156C92-B8BA-4FD5-8ADF-2165EE3DE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9775" y="4833938"/>
            <a:ext cx="30638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</a:t>
            </a:r>
          </a:p>
        </p:txBody>
      </p:sp>
      <p:sp>
        <p:nvSpPr>
          <p:cNvPr id="46147" name="Rectangle 67">
            <a:extLst>
              <a:ext uri="{FF2B5EF4-FFF2-40B4-BE49-F238E27FC236}">
                <a16:creationId xmlns:a16="http://schemas.microsoft.com/office/drawing/2014/main" id="{5B0D2A54-DDD2-402D-8346-0E72121E2B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688" y="4886325"/>
            <a:ext cx="34607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m</a:t>
            </a:r>
          </a:p>
        </p:txBody>
      </p:sp>
      <p:sp>
        <p:nvSpPr>
          <p:cNvPr id="46148" name="Line 68">
            <a:extLst>
              <a:ext uri="{FF2B5EF4-FFF2-40B4-BE49-F238E27FC236}">
                <a16:creationId xmlns:a16="http://schemas.microsoft.com/office/drawing/2014/main" id="{D30DEA94-B692-458E-BC65-CE0ACE347EE3}"/>
              </a:ext>
            </a:extLst>
          </p:cNvPr>
          <p:cNvSpPr>
            <a:spLocks noChangeShapeType="1"/>
          </p:cNvSpPr>
          <p:nvPr/>
        </p:nvSpPr>
        <p:spPr bwMode="auto">
          <a:xfrm>
            <a:off x="9947275" y="5181600"/>
            <a:ext cx="6096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6149" name="Text Box 69">
            <a:extLst>
              <a:ext uri="{FF2B5EF4-FFF2-40B4-BE49-F238E27FC236}">
                <a16:creationId xmlns:a16="http://schemas.microsoft.com/office/drawing/2014/main" id="{C00A45CF-B233-4B20-8816-E3B5B19F8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15600" y="4779963"/>
            <a:ext cx="13446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latin typeface="Times New Roman" panose="02020603050405020304" pitchFamily="18" charset="0"/>
              </a:rPr>
              <a:t>urm</a:t>
            </a:r>
            <a:r>
              <a:rPr lang="ro-RO" altLang="en-US" sz="2000" b="1" i="1">
                <a:latin typeface="Times New Roman" panose="02020603050405020304" pitchFamily="18" charset="0"/>
              </a:rPr>
              <a:t>ă</a:t>
            </a:r>
            <a:r>
              <a:rPr lang="en-US" altLang="en-US" sz="2000" b="1" i="1">
                <a:latin typeface="Times New Roman" panose="02020603050405020304" pitchFamily="18" charset="0"/>
              </a:rPr>
              <a:t>torul </a:t>
            </a:r>
            <a:br>
              <a:rPr lang="en-US" altLang="en-US" sz="2000" b="1" i="1">
                <a:latin typeface="Times New Roman" panose="02020603050405020304" pitchFamily="18" charset="0"/>
              </a:rPr>
            </a:br>
            <a:r>
              <a:rPr lang="en-US" altLang="en-US" sz="2000" b="1" i="1">
                <a:latin typeface="Times New Roman" panose="02020603050405020304" pitchFamily="18" charset="0"/>
              </a:rPr>
              <a:t>nod frunz</a:t>
            </a:r>
            <a:r>
              <a:rPr lang="ro-RO" altLang="en-US" sz="2000" b="1" i="1">
                <a:latin typeface="Times New Roman" panose="02020603050405020304" pitchFamily="18" charset="0"/>
              </a:rPr>
              <a:t>ă</a:t>
            </a:r>
            <a:endParaRPr lang="en-US" altLang="en-US" sz="2000" b="1" i="1">
              <a:latin typeface="Times New Roman" panose="02020603050405020304" pitchFamily="18" charset="0"/>
            </a:endParaRPr>
          </a:p>
        </p:txBody>
      </p:sp>
      <p:sp>
        <p:nvSpPr>
          <p:cNvPr id="46150" name="Text Box 70">
            <a:extLst>
              <a:ext uri="{FF2B5EF4-FFF2-40B4-BE49-F238E27FC236}">
                <a16:creationId xmlns:a16="http://schemas.microsoft.com/office/drawing/2014/main" id="{CC0043D2-D255-4A7E-AD7E-E08C0C5F5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7075" y="3381375"/>
            <a:ext cx="1219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/>
              <a:t>valori</a:t>
            </a:r>
            <a:br>
              <a:rPr lang="en-US" altLang="en-US" sz="1600" b="1" i="1"/>
            </a:br>
            <a:r>
              <a:rPr lang="en-US" altLang="en-US" sz="1600" b="1" i="1"/>
              <a:t> K</a:t>
            </a:r>
            <a:r>
              <a:rPr lang="en-US" altLang="en-US" sz="1600" b="1" i="1" baseline="-25000"/>
              <a:t>1</a:t>
            </a:r>
            <a:r>
              <a:rPr lang="en-US" altLang="en-US" sz="1600" b="1" i="1"/>
              <a:t> </a:t>
            </a:r>
            <a:r>
              <a:rPr lang="en-US" altLang="en-US" sz="1600" b="1" i="1">
                <a:sym typeface="Symbol" panose="05050102010706020507" pitchFamily="18" charset="2"/>
              </a:rPr>
              <a:t></a:t>
            </a:r>
            <a:r>
              <a:rPr lang="en-US" altLang="en-US" sz="1600" b="1" i="1"/>
              <a:t> k &lt; K</a:t>
            </a:r>
            <a:r>
              <a:rPr lang="en-US" altLang="en-US" sz="1600" b="1" i="1" baseline="-25000"/>
              <a:t>2</a:t>
            </a:r>
          </a:p>
        </p:txBody>
      </p:sp>
      <p:sp>
        <p:nvSpPr>
          <p:cNvPr id="46151" name="Text Box 71">
            <a:extLst>
              <a:ext uri="{FF2B5EF4-FFF2-40B4-BE49-F238E27FC236}">
                <a16:creationId xmlns:a16="http://schemas.microsoft.com/office/drawing/2014/main" id="{9F9F0EE1-43EC-4441-9027-14A708FCD6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90875" y="5883275"/>
            <a:ext cx="13716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/>
              <a:t>inregistrare cu val K</a:t>
            </a:r>
            <a:r>
              <a:rPr lang="en-US" altLang="en-US" sz="1600" b="1" i="1" baseline="-25000"/>
              <a:t>1</a:t>
            </a:r>
            <a:endParaRPr lang="en-US" altLang="en-US" sz="1600" b="1" i="1"/>
          </a:p>
        </p:txBody>
      </p:sp>
      <p:sp>
        <p:nvSpPr>
          <p:cNvPr id="46152" name="Text Box 72">
            <a:extLst>
              <a:ext uri="{FF2B5EF4-FFF2-40B4-BE49-F238E27FC236}">
                <a16:creationId xmlns:a16="http://schemas.microsoft.com/office/drawing/2014/main" id="{CB3B5A62-1821-48E3-907E-EA9013C55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5475" y="5883275"/>
            <a:ext cx="1371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/>
              <a:t>inregistrare cu val K</a:t>
            </a:r>
            <a:r>
              <a:rPr lang="en-US" altLang="en-US" sz="1600" b="1" i="1" baseline="-25000"/>
              <a:t>2</a:t>
            </a:r>
            <a:endParaRPr lang="en-US" altLang="en-US" sz="1600" b="1" i="1"/>
          </a:p>
        </p:txBody>
      </p:sp>
      <p:sp>
        <p:nvSpPr>
          <p:cNvPr id="46153" name="Text Box 73">
            <a:extLst>
              <a:ext uri="{FF2B5EF4-FFF2-40B4-BE49-F238E27FC236}">
                <a16:creationId xmlns:a16="http://schemas.microsoft.com/office/drawing/2014/main" id="{4B2FE2A9-9E21-4B67-9BB6-90A5A02796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0075" y="5867400"/>
            <a:ext cx="13716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/>
              <a:t>inregistrare cu val K</a:t>
            </a:r>
            <a:r>
              <a:rPr lang="en-US" altLang="en-US" sz="1600" b="1" i="1" baseline="-25000"/>
              <a:t>3</a:t>
            </a:r>
            <a:endParaRPr lang="en-US" altLang="en-US" sz="1600" b="1" i="1"/>
          </a:p>
        </p:txBody>
      </p:sp>
      <p:sp>
        <p:nvSpPr>
          <p:cNvPr id="46154" name="Text Box 74">
            <a:extLst>
              <a:ext uri="{FF2B5EF4-FFF2-40B4-BE49-F238E27FC236}">
                <a16:creationId xmlns:a16="http://schemas.microsoft.com/office/drawing/2014/main" id="{0ACEF0DD-4D25-4557-A424-73B55BE446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5475" y="3476625"/>
            <a:ext cx="1187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/>
              <a:t>valori &lt; K</a:t>
            </a:r>
            <a:r>
              <a:rPr lang="en-US" altLang="en-US" sz="1600" b="1" i="1" baseline="-25000"/>
              <a:t>1</a:t>
            </a:r>
            <a:endParaRPr lang="en-US" altLang="en-US" sz="1600" b="1" i="1"/>
          </a:p>
        </p:txBody>
      </p:sp>
      <p:sp>
        <p:nvSpPr>
          <p:cNvPr id="46155" name="Text Box 75">
            <a:extLst>
              <a:ext uri="{FF2B5EF4-FFF2-40B4-BE49-F238E27FC236}">
                <a16:creationId xmlns:a16="http://schemas.microsoft.com/office/drawing/2014/main" id="{26963709-F9F8-41D6-AEB2-F6FED4F989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61463" y="3470275"/>
            <a:ext cx="12207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i="1"/>
              <a:t>valori </a:t>
            </a:r>
            <a:r>
              <a:rPr lang="en-US" altLang="en-US" sz="1600" b="1" i="1">
                <a:sym typeface="Symbol" panose="05050102010706020507" pitchFamily="18" charset="2"/>
              </a:rPr>
              <a:t></a:t>
            </a:r>
            <a:r>
              <a:rPr lang="en-US" altLang="en-US" sz="1600" b="1" i="1"/>
              <a:t> K</a:t>
            </a:r>
            <a:r>
              <a:rPr lang="en-US" altLang="en-US" sz="1600" b="1" i="1" baseline="-25000"/>
              <a:t>m</a:t>
            </a:r>
            <a:endParaRPr lang="en-US" altLang="en-US" sz="1600" b="1" i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931E1AA-B2E1-4E28-AC8F-35B9C2B6E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014C31-1F22-4C38-915F-D3653161F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9288"/>
            <a:ext cx="9355138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Arborii</a:t>
            </a:r>
            <a:r>
              <a:rPr lang="en-US" altLang="en-US" kern="0" dirty="0"/>
              <a:t> B+ </a:t>
            </a:r>
            <a:r>
              <a:rPr lang="ro-RO" altLang="en-US" kern="0" dirty="0"/>
              <a:t>î</a:t>
            </a:r>
            <a:r>
              <a:rPr lang="en-US" altLang="en-US" kern="0" dirty="0"/>
              <a:t>n </a:t>
            </a:r>
            <a:r>
              <a:rPr lang="en-US" altLang="en-US" kern="0" dirty="0" err="1"/>
              <a:t>practic</a:t>
            </a:r>
            <a:r>
              <a:rPr lang="ro-RO" altLang="en-US" kern="0" dirty="0"/>
              <a:t>ă</a:t>
            </a:r>
            <a:endParaRPr lang="en-US" altLang="en-US" kern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E95633-8A3E-44EC-86C0-7E55451F3715}"/>
              </a:ext>
            </a:extLst>
          </p:cNvPr>
          <p:cNvSpPr txBox="1">
            <a:spLocks noChangeArrowheads="1"/>
          </p:cNvSpPr>
          <p:nvPr/>
        </p:nvSpPr>
        <p:spPr>
          <a:xfrm>
            <a:off x="3276600" y="1828800"/>
            <a:ext cx="84582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Ordin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tipic</a:t>
            </a:r>
            <a:r>
              <a:rPr lang="en-US" altLang="en-US" sz="2800" kern="0" dirty="0"/>
              <a:t>: 200.  Factor de </a:t>
            </a:r>
            <a:r>
              <a:rPr lang="en-US" altLang="en-US" sz="2800" kern="0" dirty="0" err="1"/>
              <a:t>acoperire</a:t>
            </a:r>
            <a:r>
              <a:rPr lang="en-US" altLang="en-US" sz="2800" kern="0" dirty="0"/>
              <a:t>: 67%.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</a:t>
            </a:r>
            <a:r>
              <a:rPr lang="en-US" altLang="en-US" sz="2400" kern="0" dirty="0" err="1"/>
              <a:t>medie</a:t>
            </a:r>
            <a:r>
              <a:rPr lang="ro-RO" altLang="en-US" sz="2400" kern="0" dirty="0"/>
              <a:t>,</a:t>
            </a:r>
            <a:r>
              <a:rPr lang="en-US" altLang="en-US" sz="2400" kern="0" dirty="0"/>
              <a:t> (nr de </a:t>
            </a:r>
            <a:r>
              <a:rPr lang="en-US" altLang="en-US" sz="2400" kern="0" dirty="0" err="1"/>
              <a:t>valori</a:t>
            </a:r>
            <a:r>
              <a:rPr lang="en-US" altLang="en-US" sz="2400" kern="0" dirty="0"/>
              <a:t>)/(nr </a:t>
            </a:r>
            <a:r>
              <a:rPr lang="en-US" altLang="en-US" sz="2400" kern="0" dirty="0" err="1"/>
              <a:t>pagini</a:t>
            </a:r>
            <a:r>
              <a:rPr lang="en-US" altLang="en-US" sz="2400" kern="0" dirty="0"/>
              <a:t> de index) = 133</a:t>
            </a:r>
          </a:p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Capacităţi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tipice</a:t>
            </a:r>
            <a:r>
              <a:rPr lang="en-US" altLang="en-US" sz="2800" kern="0" dirty="0"/>
              <a:t>: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l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ime</a:t>
            </a:r>
            <a:r>
              <a:rPr lang="en-US" altLang="en-US" sz="2400" kern="0" dirty="0"/>
              <a:t> 4: 133</a:t>
            </a:r>
            <a:r>
              <a:rPr lang="en-US" altLang="en-US" sz="2400" kern="0" baseline="30000" dirty="0"/>
              <a:t>4</a:t>
            </a:r>
            <a:r>
              <a:rPr lang="en-US" altLang="en-US" sz="2400" kern="0" dirty="0"/>
              <a:t> = 312,900,700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ri</a:t>
            </a:r>
            <a:endParaRPr lang="en-US" altLang="en-US" sz="2400" kern="0" dirty="0"/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l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ime</a:t>
            </a:r>
            <a:r>
              <a:rPr lang="en-US" altLang="en-US" sz="2400" kern="0" dirty="0"/>
              <a:t> 3: 133</a:t>
            </a:r>
            <a:r>
              <a:rPr lang="en-US" altLang="en-US" sz="2400" kern="0" baseline="30000" dirty="0"/>
              <a:t>3</a:t>
            </a:r>
            <a:r>
              <a:rPr lang="en-US" altLang="en-US" sz="2400" kern="0" dirty="0"/>
              <a:t> =     2,352,637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nregistr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ri</a:t>
            </a:r>
            <a:endParaRPr lang="en-US" altLang="en-US" sz="2400" kern="0" dirty="0"/>
          </a:p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/>
              <a:t>n general </a:t>
            </a:r>
            <a:r>
              <a:rPr lang="en-US" altLang="en-US" sz="2800" kern="0" dirty="0" err="1"/>
              <a:t>poate</a:t>
            </a:r>
            <a:r>
              <a:rPr lang="en-US" altLang="en-US" sz="2800" kern="0" dirty="0"/>
              <a:t> fi </a:t>
            </a:r>
            <a:r>
              <a:rPr lang="en-US" altLang="en-US" sz="2800" kern="0" dirty="0" err="1"/>
              <a:t>memorat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/>
              <a:t>n </a:t>
            </a:r>
            <a:r>
              <a:rPr lang="en-US" altLang="en-US" sz="2800" i="1" kern="0" dirty="0"/>
              <a:t>buffer</a:t>
            </a:r>
            <a:r>
              <a:rPr lang="en-US" altLang="en-US" sz="2800" kern="0" dirty="0"/>
              <a:t>-ul din </a:t>
            </a:r>
            <a:r>
              <a:rPr lang="en-US" altLang="en-US" sz="2800" kern="0" dirty="0" err="1"/>
              <a:t>memoria</a:t>
            </a:r>
            <a:r>
              <a:rPr lang="en-US" altLang="en-US" sz="2800" kern="0" dirty="0"/>
              <a:t> intern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: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Nivel 1 =         1 </a:t>
            </a:r>
            <a:r>
              <a:rPr lang="en-US" altLang="en-US" sz="2400" kern="0" dirty="0" err="1"/>
              <a:t>pagin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=     8 Kbytes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Nivel</a:t>
            </a:r>
            <a:r>
              <a:rPr lang="en-US" altLang="en-US" sz="2400" kern="0" dirty="0"/>
              <a:t> 2 =      133 </a:t>
            </a:r>
            <a:r>
              <a:rPr lang="en-US" altLang="en-US" sz="2400" kern="0" dirty="0" err="1"/>
              <a:t>pagini</a:t>
            </a:r>
            <a:r>
              <a:rPr lang="en-US" altLang="en-US" sz="2400" kern="0" dirty="0"/>
              <a:t> =     1 Mbyte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Nivel</a:t>
            </a:r>
            <a:r>
              <a:rPr lang="en-US" altLang="en-US" sz="2400" kern="0" dirty="0"/>
              <a:t> 3 = 17,689 </a:t>
            </a:r>
            <a:r>
              <a:rPr lang="en-US" altLang="en-US" sz="2400" kern="0" dirty="0" err="1"/>
              <a:t>pagini</a:t>
            </a:r>
            <a:r>
              <a:rPr lang="en-US" altLang="en-US" sz="2400" kern="0" dirty="0"/>
              <a:t> = 133 </a:t>
            </a:r>
            <a:r>
              <a:rPr lang="en-US" altLang="en-US" sz="2400" kern="0" dirty="0" err="1"/>
              <a:t>MBytes</a:t>
            </a:r>
            <a:r>
              <a:rPr lang="en-US" altLang="en-US" sz="2400" kern="0" dirty="0"/>
              <a:t>       </a:t>
            </a:r>
          </a:p>
          <a:p>
            <a:pPr marL="457200" lvl="1" indent="0" eaLnBrk="1" hangingPunct="1">
              <a:buSzPct val="75000"/>
              <a:defRPr/>
            </a:pPr>
            <a:endParaRPr lang="en-US" altLang="en-US" sz="2400" kern="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ACC485D-ED1B-4A9E-BDB6-5B28D441DD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EFE591-C124-4BDA-8004-6FFAA8A20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344488"/>
            <a:ext cx="10439400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Avantaje</a:t>
            </a:r>
            <a:r>
              <a:rPr lang="en-US" altLang="en-US" kern="0" dirty="0"/>
              <a:t> &amp; </a:t>
            </a:r>
            <a:r>
              <a:rPr lang="en-US" altLang="en-US" kern="0" dirty="0" err="1"/>
              <a:t>Dezavantaje</a:t>
            </a:r>
            <a:r>
              <a:rPr lang="en-US" altLang="en-US" kern="0" dirty="0"/>
              <a:t> ale </a:t>
            </a:r>
            <a:r>
              <a:rPr lang="en-US" altLang="en-US" kern="0" dirty="0" err="1"/>
              <a:t>Arborilor</a:t>
            </a:r>
            <a:r>
              <a:rPr lang="ro-RO" altLang="en-US" kern="0" dirty="0"/>
              <a:t>-</a:t>
            </a:r>
            <a:r>
              <a:rPr lang="en-US" altLang="en-US" kern="0" dirty="0"/>
              <a:t>B+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7B3FD6-B3EA-4FBF-A00C-D85736122900}"/>
              </a:ext>
            </a:extLst>
          </p:cNvPr>
          <p:cNvSpPr txBox="1">
            <a:spLocks noChangeArrowheads="1"/>
          </p:cNvSpPr>
          <p:nvPr/>
        </p:nvSpPr>
        <p:spPr>
          <a:xfrm>
            <a:off x="2514600" y="1371600"/>
            <a:ext cx="9372600" cy="4953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600" kern="0" dirty="0"/>
              <a:t> </a:t>
            </a:r>
            <a:r>
              <a:rPr lang="en-US" altLang="en-US" sz="2600" kern="0" dirty="0" err="1"/>
              <a:t>Indec</a:t>
            </a:r>
            <a:r>
              <a:rPr lang="ro-RO" altLang="en-US" sz="2600" kern="0" dirty="0"/>
              <a:t>ș</a:t>
            </a:r>
            <a:r>
              <a:rPr lang="en-US" altLang="en-US" sz="2600" kern="0" dirty="0"/>
              <a:t>ii r</a:t>
            </a:r>
            <a:r>
              <a:rPr lang="ro-RO" altLang="en-US" sz="2600" kern="0" dirty="0"/>
              <a:t>ă</a:t>
            </a:r>
            <a:r>
              <a:rPr lang="en-US" altLang="en-US" sz="2600" kern="0" dirty="0"/>
              <a:t>m</a:t>
            </a:r>
            <a:r>
              <a:rPr lang="ro-RO" altLang="en-US" sz="2600" kern="0" dirty="0"/>
              <a:t>â</a:t>
            </a:r>
            <a:r>
              <a:rPr lang="en-US" altLang="en-US" sz="2600" kern="0" dirty="0"/>
              <a:t>n </a:t>
            </a:r>
            <a:r>
              <a:rPr lang="en-US" altLang="en-US" sz="2600" kern="0" dirty="0" err="1"/>
              <a:t>echilibra</a:t>
            </a:r>
            <a:r>
              <a:rPr lang="ro-RO" altLang="en-US" sz="2600" kern="0" dirty="0"/>
              <a:t>ț</a:t>
            </a:r>
            <a:r>
              <a:rPr lang="en-US" altLang="en-US" sz="2600" kern="0" dirty="0" err="1"/>
              <a:t>i</a:t>
            </a:r>
            <a:r>
              <a:rPr lang="en-US" altLang="en-US" sz="2600" kern="0" dirty="0"/>
              <a:t> → </a:t>
            </a:r>
            <a:r>
              <a:rPr lang="en-US" altLang="en-US" sz="2600" kern="0" dirty="0" err="1"/>
              <a:t>timp</a:t>
            </a:r>
            <a:r>
              <a:rPr lang="en-US" altLang="en-US" sz="2600" kern="0" dirty="0"/>
              <a:t> de c</a:t>
            </a:r>
            <a:r>
              <a:rPr lang="ro-RO" altLang="en-US" sz="2600" kern="0" dirty="0"/>
              <a:t>ă</a:t>
            </a:r>
            <a:r>
              <a:rPr lang="en-US" altLang="en-US" sz="2600" kern="0" dirty="0" err="1"/>
              <a:t>utare</a:t>
            </a:r>
            <a:r>
              <a:rPr lang="en-US" altLang="en-US" sz="2600" kern="0" dirty="0"/>
              <a:t> uniform</a:t>
            </a:r>
          </a:p>
          <a:p>
            <a:pPr eaLnBrk="1" hangingPunct="1">
              <a:defRPr/>
            </a:pPr>
            <a:r>
              <a:rPr lang="en-US" altLang="en-US" sz="2600" kern="0" dirty="0"/>
              <a:t> </a:t>
            </a:r>
            <a:r>
              <a:rPr lang="en-US" altLang="en-US" sz="2600" kern="0" dirty="0" err="1"/>
              <a:t>Rareori</a:t>
            </a:r>
            <a:r>
              <a:rPr lang="en-US" altLang="en-US" sz="2600" kern="0" dirty="0"/>
              <a:t> sun</a:t>
            </a:r>
            <a:r>
              <a:rPr lang="ro-RO" altLang="en-US" sz="2600" kern="0" dirty="0"/>
              <a:t>t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mai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mult</a:t>
            </a:r>
            <a:r>
              <a:rPr lang="en-US" altLang="en-US" sz="2600" kern="0" dirty="0"/>
              <a:t> de 3 - 5 </a:t>
            </a:r>
            <a:r>
              <a:rPr lang="en-US" altLang="en-US" sz="2600" kern="0" dirty="0" err="1"/>
              <a:t>nivele</a:t>
            </a:r>
            <a:r>
              <a:rPr lang="en-US" altLang="en-US" sz="2600" kern="0" dirty="0"/>
              <a:t> → </a:t>
            </a:r>
            <a:r>
              <a:rPr lang="en-US" altLang="en-US" sz="2600" kern="0" dirty="0" err="1"/>
              <a:t>primele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nivele</a:t>
            </a:r>
            <a:r>
              <a:rPr lang="en-US" altLang="en-US" sz="2600" kern="0" dirty="0"/>
              <a:t> sunt </a:t>
            </a:r>
            <a:r>
              <a:rPr lang="en-US" altLang="en-US" sz="2600" kern="0" dirty="0" err="1"/>
              <a:t>păstrate</a:t>
            </a:r>
            <a:r>
              <a:rPr lang="en-US" altLang="en-US" sz="2600" kern="0" dirty="0"/>
              <a:t> </a:t>
            </a:r>
            <a:r>
              <a:rPr lang="ro-RO" altLang="en-US" sz="2600" kern="0" dirty="0"/>
              <a:t>î</a:t>
            </a:r>
            <a:r>
              <a:rPr lang="en-US" altLang="en-US" sz="2600" kern="0" dirty="0"/>
              <a:t>n RAM </a:t>
            </a:r>
            <a:r>
              <a:rPr lang="en-US" altLang="en-US" sz="2600" kern="0" dirty="0" err="1"/>
              <a:t>astfel</a:t>
            </a:r>
            <a:r>
              <a:rPr lang="en-US" altLang="en-US" sz="2600" kern="0" dirty="0"/>
              <a:t> </a:t>
            </a:r>
            <a:r>
              <a:rPr lang="ro-RO" altLang="en-US" sz="2600" kern="0" dirty="0"/>
              <a:t>î</a:t>
            </a:r>
            <a:r>
              <a:rPr lang="en-US" altLang="en-US" sz="2600" kern="0" dirty="0" err="1"/>
              <a:t>nc</a:t>
            </a:r>
            <a:r>
              <a:rPr lang="ro-RO" altLang="en-US" sz="2600" kern="0" dirty="0"/>
              <a:t>â</a:t>
            </a:r>
            <a:r>
              <a:rPr lang="en-US" altLang="en-US" sz="2600" kern="0" dirty="0"/>
              <a:t>t o c</a:t>
            </a:r>
            <a:r>
              <a:rPr lang="ro-RO" altLang="en-US" sz="2600" kern="0" dirty="0"/>
              <a:t>ă</a:t>
            </a:r>
            <a:r>
              <a:rPr lang="en-US" altLang="en-US" sz="2600" kern="0" dirty="0" err="1"/>
              <a:t>utare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va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necesita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doar</a:t>
            </a:r>
            <a:r>
              <a:rPr lang="en-US" altLang="en-US" sz="2600" kern="0" dirty="0"/>
              <a:t> 2 </a:t>
            </a:r>
            <a:r>
              <a:rPr lang="en-US" altLang="en-US" sz="2600" kern="0" dirty="0" err="1"/>
              <a:t>sau</a:t>
            </a:r>
            <a:r>
              <a:rPr lang="en-US" altLang="en-US" sz="2600" kern="0" dirty="0"/>
              <a:t> 3 I/O (</a:t>
            </a:r>
            <a:r>
              <a:rPr lang="en-US" altLang="en-US" sz="2600" kern="0" dirty="0" err="1"/>
              <a:t>citiri</a:t>
            </a:r>
            <a:r>
              <a:rPr lang="en-US" altLang="en-US" sz="2600" kern="0" dirty="0"/>
              <a:t>/</a:t>
            </a:r>
            <a:r>
              <a:rPr lang="en-US" altLang="en-US" sz="2600" kern="0" dirty="0" err="1"/>
              <a:t>scrieri</a:t>
            </a:r>
            <a:r>
              <a:rPr lang="en-US" altLang="en-US" sz="2600" kern="0" dirty="0"/>
              <a:t>).</a:t>
            </a:r>
          </a:p>
          <a:p>
            <a:pPr eaLnBrk="1" hangingPunct="1">
              <a:defRPr/>
            </a:pPr>
            <a:r>
              <a:rPr lang="en-US" altLang="en-US" sz="2600" kern="0" dirty="0" err="1"/>
              <a:t>În</a:t>
            </a:r>
            <a:r>
              <a:rPr lang="en-US" altLang="en-US" sz="2600" kern="0" dirty="0"/>
              <a:t> general </a:t>
            </a:r>
            <a:r>
              <a:rPr lang="en-US" altLang="en-US" sz="2600" kern="0" dirty="0" err="1"/>
              <a:t>nodurile</a:t>
            </a:r>
            <a:r>
              <a:rPr lang="en-US" altLang="en-US" sz="2600" kern="0" dirty="0"/>
              <a:t> au o </a:t>
            </a:r>
            <a:r>
              <a:rPr lang="en-US" altLang="en-US" sz="2600" kern="0" dirty="0" err="1"/>
              <a:t>ocupare</a:t>
            </a:r>
            <a:r>
              <a:rPr lang="en-US" altLang="en-US" sz="2600" kern="0" dirty="0"/>
              <a:t> de 67% (</a:t>
            </a:r>
            <a:r>
              <a:rPr lang="en-US" altLang="en-US" sz="2600" kern="0" dirty="0" err="1"/>
              <a:t>deci</a:t>
            </a:r>
            <a:r>
              <a:rPr lang="en-US" altLang="en-US" sz="2600" kern="0" dirty="0"/>
              <a:t> se </a:t>
            </a:r>
            <a:r>
              <a:rPr lang="en-US" altLang="en-US" sz="2600" kern="0" dirty="0" err="1"/>
              <a:t>folose</a:t>
            </a:r>
            <a:r>
              <a:rPr lang="ro-RO" altLang="en-US" sz="2600" kern="0" dirty="0"/>
              <a:t>ș</a:t>
            </a:r>
            <a:r>
              <a:rPr lang="en-US" altLang="en-US" sz="2600" kern="0" dirty="0"/>
              <a:t>te cu 50% </a:t>
            </a:r>
            <a:r>
              <a:rPr lang="en-US" altLang="en-US" sz="2600" kern="0" dirty="0" err="1"/>
              <a:t>mai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mult</a:t>
            </a:r>
            <a:r>
              <a:rPr lang="en-US" altLang="en-US" sz="2600" kern="0" dirty="0"/>
              <a:t> spa</a:t>
            </a:r>
            <a:r>
              <a:rPr lang="ro-RO" altLang="en-US" sz="2600" kern="0" dirty="0"/>
              <a:t>ț</a:t>
            </a:r>
            <a:r>
              <a:rPr lang="en-US" altLang="en-US" sz="2600" kern="0" dirty="0" err="1"/>
              <a:t>iu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dec</a:t>
            </a:r>
            <a:r>
              <a:rPr lang="ro-RO" altLang="en-US" sz="2600" kern="0" dirty="0"/>
              <a:t>â</a:t>
            </a:r>
            <a:r>
              <a:rPr lang="en-US" altLang="en-US" sz="2600" kern="0" dirty="0"/>
              <a:t>t </a:t>
            </a:r>
            <a:r>
              <a:rPr lang="en-US" altLang="en-US" sz="2600" kern="0" dirty="0" err="1"/>
              <a:t>este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necesar</a:t>
            </a:r>
            <a:r>
              <a:rPr lang="en-US" altLang="en-US" sz="2600" kern="0" dirty="0"/>
              <a:t>)</a:t>
            </a:r>
          </a:p>
          <a:p>
            <a:pPr eaLnBrk="1" hangingPunct="1">
              <a:defRPr/>
            </a:pPr>
            <a:r>
              <a:rPr lang="en-US" altLang="en-US" sz="2600" kern="0" dirty="0"/>
              <a:t> </a:t>
            </a:r>
            <a:r>
              <a:rPr lang="en-US" altLang="en-US" sz="2600" kern="0" dirty="0" err="1"/>
              <a:t>Datorit</a:t>
            </a:r>
            <a:r>
              <a:rPr lang="ro-RO" altLang="en-US" sz="2600" kern="0" dirty="0"/>
              <a:t>ă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versatilităţii</a:t>
            </a:r>
            <a:r>
              <a:rPr lang="en-US" altLang="en-US" sz="2600" kern="0" dirty="0"/>
              <a:t> sale </a:t>
            </a:r>
            <a:r>
              <a:rPr lang="en-US" altLang="en-US" sz="2600" kern="0" dirty="0" err="1"/>
              <a:t>este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cel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mai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utilizat</a:t>
            </a:r>
            <a:r>
              <a:rPr lang="en-US" altLang="en-US" sz="2600" kern="0" dirty="0"/>
              <a:t> mod de a </a:t>
            </a:r>
            <a:r>
              <a:rPr lang="en-US" altLang="en-US" sz="2600" kern="0" dirty="0" err="1"/>
              <a:t>structura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indecşii</a:t>
            </a:r>
            <a:r>
              <a:rPr lang="en-US" altLang="en-US" sz="2600" kern="0" dirty="0"/>
              <a:t> </a:t>
            </a:r>
            <a:r>
              <a:rPr lang="ro-RO" altLang="en-US" sz="2600" kern="0" dirty="0"/>
              <a:t>î</a:t>
            </a:r>
            <a:r>
              <a:rPr lang="en-US" altLang="en-US" sz="2600" kern="0" dirty="0"/>
              <a:t>n SGBD-</a:t>
            </a:r>
            <a:r>
              <a:rPr lang="en-US" altLang="en-US" sz="2600" kern="0" dirty="0" err="1"/>
              <a:t>uri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rela</a:t>
            </a:r>
            <a:r>
              <a:rPr lang="ro-RO" altLang="en-US" sz="2600" kern="0" dirty="0"/>
              <a:t>ț</a:t>
            </a:r>
            <a:r>
              <a:rPr lang="en-US" altLang="en-US" sz="2600" kern="0" dirty="0" err="1"/>
              <a:t>ionale</a:t>
            </a:r>
            <a:r>
              <a:rPr lang="en-US" altLang="en-US" sz="2600" kern="0" dirty="0"/>
              <a:t>. E </a:t>
            </a:r>
            <a:r>
              <a:rPr lang="en-US" altLang="en-US" sz="2600" kern="0" dirty="0" err="1"/>
              <a:t>una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dintre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cele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mai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optimizate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componente</a:t>
            </a:r>
            <a:r>
              <a:rPr lang="en-US" altLang="en-US" sz="2600" kern="0" dirty="0"/>
              <a:t> ale </a:t>
            </a:r>
            <a:r>
              <a:rPr lang="en-US" altLang="en-US" sz="2600" kern="0" dirty="0" err="1"/>
              <a:t>unui</a:t>
            </a:r>
            <a:r>
              <a:rPr lang="en-US" altLang="en-US" sz="2600" kern="0" dirty="0"/>
              <a:t> SGBD.</a:t>
            </a:r>
          </a:p>
          <a:p>
            <a:pPr eaLnBrk="1" hangingPunct="1">
              <a:defRPr/>
            </a:pPr>
            <a:r>
              <a:rPr lang="en-US" altLang="en-US" sz="2600" kern="0" dirty="0"/>
              <a:t> </a:t>
            </a:r>
            <a:r>
              <a:rPr lang="en-US" altLang="en-US" sz="2600" kern="0" dirty="0" err="1"/>
              <a:t>Arborii</a:t>
            </a:r>
            <a:r>
              <a:rPr lang="en-US" altLang="en-US" sz="2600" kern="0" dirty="0"/>
              <a:t> B+ pot fi </a:t>
            </a:r>
            <a:r>
              <a:rPr lang="en-US" altLang="en-US" sz="2600" kern="0" dirty="0" err="1"/>
              <a:t>utiliza</a:t>
            </a:r>
            <a:r>
              <a:rPr lang="ro-RO" altLang="en-US" sz="2600" kern="0" dirty="0"/>
              <a:t>ț</a:t>
            </a:r>
            <a:r>
              <a:rPr lang="en-US" altLang="en-US" sz="2600" kern="0" dirty="0" err="1"/>
              <a:t>i</a:t>
            </a:r>
            <a:r>
              <a:rPr lang="en-US" altLang="en-US" sz="2600" kern="0" dirty="0"/>
              <a:t> pentru </a:t>
            </a:r>
            <a:r>
              <a:rPr lang="en-US" altLang="en-US" sz="2600" kern="0" dirty="0" err="1"/>
              <a:t>indec</a:t>
            </a:r>
            <a:r>
              <a:rPr lang="ro-RO" altLang="en-US" sz="2600" kern="0" dirty="0"/>
              <a:t>ș</a:t>
            </a:r>
            <a:r>
              <a:rPr lang="en-US" altLang="en-US" sz="2600" kern="0" dirty="0" err="1"/>
              <a:t>i</a:t>
            </a:r>
            <a:r>
              <a:rPr lang="en-US" altLang="en-US" sz="2600" kern="0" dirty="0"/>
              <a:t> </a:t>
            </a:r>
            <a:r>
              <a:rPr lang="en-US" altLang="en-US" sz="2600" i="1" kern="0" dirty="0"/>
              <a:t>clustered</a:t>
            </a:r>
            <a:r>
              <a:rPr lang="en-US" altLang="en-US" sz="2600" kern="0" dirty="0"/>
              <a:t>, </a:t>
            </a:r>
            <a:r>
              <a:rPr lang="en-US" altLang="en-US" sz="2600" kern="0" dirty="0" err="1"/>
              <a:t>rari</a:t>
            </a:r>
            <a:r>
              <a:rPr lang="en-US" altLang="en-US" sz="2600" kern="0" dirty="0"/>
              <a:t> (</a:t>
            </a:r>
            <a:r>
              <a:rPr lang="en-US" altLang="en-US" sz="2600" kern="0" dirty="0" err="1"/>
              <a:t>dac</a:t>
            </a:r>
            <a:r>
              <a:rPr lang="ro-RO" altLang="en-US" sz="2600" kern="0" dirty="0"/>
              <a:t>ă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tabela</a:t>
            </a:r>
            <a:r>
              <a:rPr lang="en-US" altLang="en-US" sz="2600" kern="0" dirty="0"/>
              <a:t> e </a:t>
            </a:r>
            <a:r>
              <a:rPr lang="en-US" altLang="en-US" sz="2600" kern="0" dirty="0" err="1"/>
              <a:t>sortat</a:t>
            </a:r>
            <a:r>
              <a:rPr lang="ro-RO" altLang="en-US" sz="2600" kern="0" dirty="0"/>
              <a:t>ă</a:t>
            </a:r>
            <a:r>
              <a:rPr lang="en-US" altLang="en-US" sz="2600" kern="0" dirty="0"/>
              <a:t>) </a:t>
            </a:r>
            <a:r>
              <a:rPr lang="en-US" altLang="en-US" sz="2600" kern="0" dirty="0" err="1"/>
              <a:t>sau</a:t>
            </a:r>
            <a:r>
              <a:rPr lang="en-US" altLang="en-US" sz="2600" kern="0" dirty="0"/>
              <a:t> p</a:t>
            </a:r>
            <a:r>
              <a:rPr lang="ro-RO" altLang="en-US" sz="2600" kern="0" dirty="0"/>
              <a:t>e</a:t>
            </a:r>
            <a:r>
              <a:rPr lang="en-US" altLang="en-US" sz="2600" kern="0" dirty="0" err="1"/>
              <a:t>ntru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indec</a:t>
            </a:r>
            <a:r>
              <a:rPr lang="ro-RO" altLang="en-US" sz="2600" kern="0" dirty="0"/>
              <a:t>ș</a:t>
            </a:r>
            <a:r>
              <a:rPr lang="en-US" altLang="en-US" sz="2600" kern="0" dirty="0" err="1"/>
              <a:t>i</a:t>
            </a:r>
            <a:r>
              <a:rPr lang="en-US" altLang="en-US" sz="2600" kern="0" dirty="0"/>
              <a:t> </a:t>
            </a:r>
            <a:r>
              <a:rPr lang="en-US" altLang="en-US" sz="2600" i="1" kern="0" dirty="0"/>
              <a:t>un-clustered</a:t>
            </a:r>
            <a:r>
              <a:rPr lang="en-US" altLang="en-US" sz="2600" kern="0" dirty="0"/>
              <a:t>, </a:t>
            </a:r>
            <a:r>
              <a:rPr lang="en-US" altLang="en-US" sz="2600" kern="0" dirty="0" err="1"/>
              <a:t>denşi</a:t>
            </a:r>
            <a:r>
              <a:rPr lang="en-US" altLang="en-US" sz="2600" kern="0" dirty="0"/>
              <a:t> (</a:t>
            </a:r>
            <a:r>
              <a:rPr lang="ro-RO" altLang="en-US" sz="2600" kern="0" dirty="0"/>
              <a:t>î</a:t>
            </a:r>
            <a:r>
              <a:rPr lang="en-US" altLang="en-US" sz="2600" kern="0" dirty="0"/>
              <a:t>n </a:t>
            </a:r>
            <a:r>
              <a:rPr lang="en-US" altLang="en-US" sz="2600" kern="0" dirty="0" err="1"/>
              <a:t>caz</a:t>
            </a:r>
            <a:r>
              <a:rPr lang="en-US" altLang="en-US" sz="2600" kern="0" dirty="0"/>
              <a:t> </a:t>
            </a:r>
            <a:r>
              <a:rPr lang="en-US" altLang="en-US" sz="2600" kern="0" dirty="0" err="1"/>
              <a:t>contrar</a:t>
            </a:r>
            <a:r>
              <a:rPr lang="en-US" altLang="en-US" sz="2600" kern="0" dirty="0"/>
              <a:t>).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88066F4-4C44-4380-88D7-7CF55D948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04800"/>
            <a:ext cx="9677400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i="1" kern="0" dirty="0"/>
              <a:t>Bulk Loading</a:t>
            </a:r>
            <a:endParaRPr lang="en-US" altLang="en-US" kern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634591-7F28-4CB7-A554-2B0537788C6D}"/>
              </a:ext>
            </a:extLst>
          </p:cNvPr>
          <p:cNvSpPr txBox="1">
            <a:spLocks noChangeArrowheads="1"/>
          </p:cNvSpPr>
          <p:nvPr/>
        </p:nvSpPr>
        <p:spPr>
          <a:xfrm>
            <a:off x="2819400" y="1295400"/>
            <a:ext cx="8915400" cy="1981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 err="1"/>
              <a:t>În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cazul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unei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colecţii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mari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inregistrări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crearea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unui</a:t>
            </a:r>
            <a:r>
              <a:rPr lang="en-US" altLang="en-US" sz="2800" kern="0" dirty="0"/>
              <a:t> arbore B+ prin </a:t>
            </a:r>
            <a:r>
              <a:rPr lang="en-US" altLang="en-US" sz="2800" kern="0" dirty="0" err="1"/>
              <a:t>inserarea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repetat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a </a:t>
            </a:r>
            <a:r>
              <a:rPr lang="en-US" altLang="en-US" sz="2800" kern="0" dirty="0" err="1"/>
              <a:t>fiecarei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 err="1"/>
              <a:t>nregistr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ri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este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lentă</a:t>
            </a:r>
            <a:r>
              <a:rPr lang="en-US" altLang="en-US" sz="2800" kern="0" dirty="0"/>
              <a:t>.</a:t>
            </a:r>
          </a:p>
          <a:p>
            <a:pPr eaLnBrk="1" hangingPunct="1">
              <a:defRPr/>
            </a:pPr>
            <a:r>
              <a:rPr lang="en-US" altLang="en-US" sz="2800" kern="0" dirty="0" err="1"/>
              <a:t>Procedura</a:t>
            </a:r>
            <a:r>
              <a:rPr lang="en-US" altLang="en-US" sz="2800" kern="0" dirty="0"/>
              <a:t> de </a:t>
            </a:r>
            <a:r>
              <a:rPr lang="en-US" altLang="en-US" sz="2800" i="1" u="sng" kern="0" dirty="0"/>
              <a:t>Bulk Loading</a:t>
            </a:r>
            <a:r>
              <a:rPr lang="en-US" altLang="en-US" sz="2800" i="1" kern="0" dirty="0"/>
              <a:t> </a:t>
            </a:r>
            <a:r>
              <a:rPr lang="en-US" altLang="en-US" sz="2800" kern="0" dirty="0" err="1"/>
              <a:t>este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mult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mai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eficient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800" i="1" kern="0" dirty="0"/>
              <a:t> </a:t>
            </a:r>
            <a:r>
              <a:rPr lang="en-US" altLang="en-US" sz="2800" i="1" kern="0" dirty="0" err="1"/>
              <a:t>Initializare</a:t>
            </a:r>
            <a:r>
              <a:rPr lang="en-US" altLang="en-US" sz="2800" kern="0" dirty="0"/>
              <a:t>:  Se </a:t>
            </a:r>
            <a:r>
              <a:rPr lang="en-US" altLang="en-US" sz="2800" kern="0" dirty="0" err="1"/>
              <a:t>sorteaza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toate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inregistrarile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tabelei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i</a:t>
            </a:r>
            <a:r>
              <a:rPr lang="en-US" altLang="en-US" sz="2800" kern="0" dirty="0"/>
              <a:t> se </a:t>
            </a:r>
            <a:r>
              <a:rPr lang="en-US" altLang="en-US" sz="2800" kern="0" dirty="0" err="1"/>
              <a:t>insereaz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un pointer c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tre</a:t>
            </a:r>
            <a:r>
              <a:rPr lang="en-US" altLang="en-US" sz="2800" kern="0" dirty="0"/>
              <a:t> prima </a:t>
            </a:r>
            <a:r>
              <a:rPr lang="en-US" altLang="en-US" sz="2800" kern="0" dirty="0" err="1"/>
              <a:t>pagin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 err="1"/>
              <a:t>ntr</a:t>
            </a:r>
            <a:r>
              <a:rPr lang="en-US" altLang="en-US" sz="2800" kern="0" dirty="0"/>
              <a:t>-o </a:t>
            </a:r>
            <a:r>
              <a:rPr lang="en-US" altLang="en-US" sz="2800" kern="0" dirty="0" err="1"/>
              <a:t>nou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pagin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 a </a:t>
            </a:r>
            <a:r>
              <a:rPr lang="en-US" altLang="en-US" sz="2800" kern="0" dirty="0" err="1"/>
              <a:t>arborelui</a:t>
            </a:r>
            <a:r>
              <a:rPr lang="en-US" altLang="en-US" sz="2800" kern="0" dirty="0"/>
              <a:t> (r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d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cina</a:t>
            </a:r>
            <a:r>
              <a:rPr lang="en-US" altLang="en-US" sz="2800" kern="0" dirty="0"/>
              <a:t>).</a:t>
            </a:r>
          </a:p>
        </p:txBody>
      </p:sp>
      <p:sp>
        <p:nvSpPr>
          <p:cNvPr id="49156" name="Freeform 4">
            <a:extLst>
              <a:ext uri="{FF2B5EF4-FFF2-40B4-BE49-F238E27FC236}">
                <a16:creationId xmlns:a16="http://schemas.microsoft.com/office/drawing/2014/main" id="{E1184617-1DB8-42A4-8955-2CD7D884E6D3}"/>
              </a:ext>
            </a:extLst>
          </p:cNvPr>
          <p:cNvSpPr>
            <a:spLocks/>
          </p:cNvSpPr>
          <p:nvPr/>
        </p:nvSpPr>
        <p:spPr bwMode="auto">
          <a:xfrm>
            <a:off x="4064000" y="6126163"/>
            <a:ext cx="587375" cy="368300"/>
          </a:xfrm>
          <a:custGeom>
            <a:avLst/>
            <a:gdLst>
              <a:gd name="T0" fmla="*/ 0 w 370"/>
              <a:gd name="T1" fmla="*/ 2147483646 h 232"/>
              <a:gd name="T2" fmla="*/ 0 w 370"/>
              <a:gd name="T3" fmla="*/ 0 h 232"/>
              <a:gd name="T4" fmla="*/ 2147483646 w 370"/>
              <a:gd name="T5" fmla="*/ 0 h 232"/>
              <a:gd name="T6" fmla="*/ 2147483646 w 370"/>
              <a:gd name="T7" fmla="*/ 2147483646 h 232"/>
              <a:gd name="T8" fmla="*/ 0 w 370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0"/>
              <a:gd name="T16" fmla="*/ 0 h 232"/>
              <a:gd name="T17" fmla="*/ 370 w 370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57" name="Freeform 5">
            <a:extLst>
              <a:ext uri="{FF2B5EF4-FFF2-40B4-BE49-F238E27FC236}">
                <a16:creationId xmlns:a16="http://schemas.microsoft.com/office/drawing/2014/main" id="{F92463F2-0525-453A-9D7E-04171258F96C}"/>
              </a:ext>
            </a:extLst>
          </p:cNvPr>
          <p:cNvSpPr>
            <a:spLocks/>
          </p:cNvSpPr>
          <p:nvPr/>
        </p:nvSpPr>
        <p:spPr bwMode="auto">
          <a:xfrm>
            <a:off x="4356100" y="6126163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58" name="Freeform 6">
            <a:extLst>
              <a:ext uri="{FF2B5EF4-FFF2-40B4-BE49-F238E27FC236}">
                <a16:creationId xmlns:a16="http://schemas.microsoft.com/office/drawing/2014/main" id="{838FB6D2-E897-4812-A2DE-F7F5228583D6}"/>
              </a:ext>
            </a:extLst>
          </p:cNvPr>
          <p:cNvSpPr>
            <a:spLocks/>
          </p:cNvSpPr>
          <p:nvPr/>
        </p:nvSpPr>
        <p:spPr bwMode="auto">
          <a:xfrm>
            <a:off x="4765675" y="6126163"/>
            <a:ext cx="587375" cy="368300"/>
          </a:xfrm>
          <a:custGeom>
            <a:avLst/>
            <a:gdLst>
              <a:gd name="T0" fmla="*/ 0 w 370"/>
              <a:gd name="T1" fmla="*/ 2147483646 h 232"/>
              <a:gd name="T2" fmla="*/ 0 w 370"/>
              <a:gd name="T3" fmla="*/ 0 h 232"/>
              <a:gd name="T4" fmla="*/ 2147483646 w 370"/>
              <a:gd name="T5" fmla="*/ 0 h 232"/>
              <a:gd name="T6" fmla="*/ 2147483646 w 370"/>
              <a:gd name="T7" fmla="*/ 2147483646 h 232"/>
              <a:gd name="T8" fmla="*/ 0 w 370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0"/>
              <a:gd name="T16" fmla="*/ 0 h 232"/>
              <a:gd name="T17" fmla="*/ 370 w 370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59" name="Freeform 7">
            <a:extLst>
              <a:ext uri="{FF2B5EF4-FFF2-40B4-BE49-F238E27FC236}">
                <a16:creationId xmlns:a16="http://schemas.microsoft.com/office/drawing/2014/main" id="{6A3F99EE-45B2-4DC7-9B8C-64720C43F8C6}"/>
              </a:ext>
            </a:extLst>
          </p:cNvPr>
          <p:cNvSpPr>
            <a:spLocks/>
          </p:cNvSpPr>
          <p:nvPr/>
        </p:nvSpPr>
        <p:spPr bwMode="auto">
          <a:xfrm>
            <a:off x="5057775" y="6126163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0" name="Freeform 8">
            <a:extLst>
              <a:ext uri="{FF2B5EF4-FFF2-40B4-BE49-F238E27FC236}">
                <a16:creationId xmlns:a16="http://schemas.microsoft.com/office/drawing/2014/main" id="{AA511ADE-F98B-47B3-884E-2937FD69AE15}"/>
              </a:ext>
            </a:extLst>
          </p:cNvPr>
          <p:cNvSpPr>
            <a:spLocks/>
          </p:cNvSpPr>
          <p:nvPr/>
        </p:nvSpPr>
        <p:spPr bwMode="auto">
          <a:xfrm>
            <a:off x="5468938" y="6126163"/>
            <a:ext cx="585787" cy="368300"/>
          </a:xfrm>
          <a:custGeom>
            <a:avLst/>
            <a:gdLst>
              <a:gd name="T0" fmla="*/ 0 w 369"/>
              <a:gd name="T1" fmla="*/ 2147483646 h 232"/>
              <a:gd name="T2" fmla="*/ 0 w 369"/>
              <a:gd name="T3" fmla="*/ 0 h 232"/>
              <a:gd name="T4" fmla="*/ 2147483646 w 369"/>
              <a:gd name="T5" fmla="*/ 0 h 232"/>
              <a:gd name="T6" fmla="*/ 2147483646 w 369"/>
              <a:gd name="T7" fmla="*/ 2147483646 h 232"/>
              <a:gd name="T8" fmla="*/ 0 w 369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9"/>
              <a:gd name="T16" fmla="*/ 0 h 232"/>
              <a:gd name="T17" fmla="*/ 369 w 369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1" name="Freeform 9">
            <a:extLst>
              <a:ext uri="{FF2B5EF4-FFF2-40B4-BE49-F238E27FC236}">
                <a16:creationId xmlns:a16="http://schemas.microsoft.com/office/drawing/2014/main" id="{94E1E9E4-C1F9-475D-A2BD-DFA82646D9EB}"/>
              </a:ext>
            </a:extLst>
          </p:cNvPr>
          <p:cNvSpPr>
            <a:spLocks/>
          </p:cNvSpPr>
          <p:nvPr/>
        </p:nvSpPr>
        <p:spPr bwMode="auto">
          <a:xfrm>
            <a:off x="5761038" y="6126163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2" name="Freeform 10">
            <a:extLst>
              <a:ext uri="{FF2B5EF4-FFF2-40B4-BE49-F238E27FC236}">
                <a16:creationId xmlns:a16="http://schemas.microsoft.com/office/drawing/2014/main" id="{552492CA-C6FD-468A-9462-5FCEB0787082}"/>
              </a:ext>
            </a:extLst>
          </p:cNvPr>
          <p:cNvSpPr>
            <a:spLocks/>
          </p:cNvSpPr>
          <p:nvPr/>
        </p:nvSpPr>
        <p:spPr bwMode="auto">
          <a:xfrm>
            <a:off x="6159500" y="6126163"/>
            <a:ext cx="585788" cy="368300"/>
          </a:xfrm>
          <a:custGeom>
            <a:avLst/>
            <a:gdLst>
              <a:gd name="T0" fmla="*/ 0 w 369"/>
              <a:gd name="T1" fmla="*/ 2147483646 h 232"/>
              <a:gd name="T2" fmla="*/ 0 w 369"/>
              <a:gd name="T3" fmla="*/ 0 h 232"/>
              <a:gd name="T4" fmla="*/ 2147483646 w 369"/>
              <a:gd name="T5" fmla="*/ 0 h 232"/>
              <a:gd name="T6" fmla="*/ 2147483646 w 369"/>
              <a:gd name="T7" fmla="*/ 2147483646 h 232"/>
              <a:gd name="T8" fmla="*/ 0 w 369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9"/>
              <a:gd name="T16" fmla="*/ 0 h 232"/>
              <a:gd name="T17" fmla="*/ 369 w 369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3" name="Freeform 11">
            <a:extLst>
              <a:ext uri="{FF2B5EF4-FFF2-40B4-BE49-F238E27FC236}">
                <a16:creationId xmlns:a16="http://schemas.microsoft.com/office/drawing/2014/main" id="{FD74B3AE-00A9-456B-AEBA-057FBFC28024}"/>
              </a:ext>
            </a:extLst>
          </p:cNvPr>
          <p:cNvSpPr>
            <a:spLocks/>
          </p:cNvSpPr>
          <p:nvPr/>
        </p:nvSpPr>
        <p:spPr bwMode="auto">
          <a:xfrm>
            <a:off x="6451600" y="6126163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4" name="Freeform 12">
            <a:extLst>
              <a:ext uri="{FF2B5EF4-FFF2-40B4-BE49-F238E27FC236}">
                <a16:creationId xmlns:a16="http://schemas.microsoft.com/office/drawing/2014/main" id="{A8B4648B-3184-4C7B-BA9C-7D9B17383E04}"/>
              </a:ext>
            </a:extLst>
          </p:cNvPr>
          <p:cNvSpPr>
            <a:spLocks/>
          </p:cNvSpPr>
          <p:nvPr/>
        </p:nvSpPr>
        <p:spPr bwMode="auto">
          <a:xfrm>
            <a:off x="6859588" y="6126163"/>
            <a:ext cx="587375" cy="368300"/>
          </a:xfrm>
          <a:custGeom>
            <a:avLst/>
            <a:gdLst>
              <a:gd name="T0" fmla="*/ 0 w 370"/>
              <a:gd name="T1" fmla="*/ 2147483646 h 232"/>
              <a:gd name="T2" fmla="*/ 0 w 370"/>
              <a:gd name="T3" fmla="*/ 0 h 232"/>
              <a:gd name="T4" fmla="*/ 2147483646 w 370"/>
              <a:gd name="T5" fmla="*/ 0 h 232"/>
              <a:gd name="T6" fmla="*/ 2147483646 w 370"/>
              <a:gd name="T7" fmla="*/ 2147483646 h 232"/>
              <a:gd name="T8" fmla="*/ 0 w 370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0"/>
              <a:gd name="T16" fmla="*/ 0 h 232"/>
              <a:gd name="T17" fmla="*/ 370 w 370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5" name="Freeform 13">
            <a:extLst>
              <a:ext uri="{FF2B5EF4-FFF2-40B4-BE49-F238E27FC236}">
                <a16:creationId xmlns:a16="http://schemas.microsoft.com/office/drawing/2014/main" id="{8C056F97-D3DC-4244-BFB5-90D6BD8A4767}"/>
              </a:ext>
            </a:extLst>
          </p:cNvPr>
          <p:cNvSpPr>
            <a:spLocks/>
          </p:cNvSpPr>
          <p:nvPr/>
        </p:nvSpPr>
        <p:spPr bwMode="auto">
          <a:xfrm>
            <a:off x="7154863" y="6126163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6" name="Freeform 14">
            <a:extLst>
              <a:ext uri="{FF2B5EF4-FFF2-40B4-BE49-F238E27FC236}">
                <a16:creationId xmlns:a16="http://schemas.microsoft.com/office/drawing/2014/main" id="{12C49DBC-8195-41A2-8BA7-95BA4A87CCB2}"/>
              </a:ext>
            </a:extLst>
          </p:cNvPr>
          <p:cNvSpPr>
            <a:spLocks/>
          </p:cNvSpPr>
          <p:nvPr/>
        </p:nvSpPr>
        <p:spPr bwMode="auto">
          <a:xfrm>
            <a:off x="7562850" y="6126163"/>
            <a:ext cx="587375" cy="368300"/>
          </a:xfrm>
          <a:custGeom>
            <a:avLst/>
            <a:gdLst>
              <a:gd name="T0" fmla="*/ 0 w 370"/>
              <a:gd name="T1" fmla="*/ 2147483646 h 232"/>
              <a:gd name="T2" fmla="*/ 0 w 370"/>
              <a:gd name="T3" fmla="*/ 0 h 232"/>
              <a:gd name="T4" fmla="*/ 2147483646 w 370"/>
              <a:gd name="T5" fmla="*/ 0 h 232"/>
              <a:gd name="T6" fmla="*/ 2147483646 w 370"/>
              <a:gd name="T7" fmla="*/ 2147483646 h 232"/>
              <a:gd name="T8" fmla="*/ 0 w 370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0"/>
              <a:gd name="T16" fmla="*/ 0 h 232"/>
              <a:gd name="T17" fmla="*/ 370 w 370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7" name="Freeform 15">
            <a:extLst>
              <a:ext uri="{FF2B5EF4-FFF2-40B4-BE49-F238E27FC236}">
                <a16:creationId xmlns:a16="http://schemas.microsoft.com/office/drawing/2014/main" id="{7833E20B-27ED-4164-BBB7-1C9D01E76A9C}"/>
              </a:ext>
            </a:extLst>
          </p:cNvPr>
          <p:cNvSpPr>
            <a:spLocks/>
          </p:cNvSpPr>
          <p:nvPr/>
        </p:nvSpPr>
        <p:spPr bwMode="auto">
          <a:xfrm>
            <a:off x="7856538" y="6126163"/>
            <a:ext cx="1587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8" name="Freeform 16">
            <a:extLst>
              <a:ext uri="{FF2B5EF4-FFF2-40B4-BE49-F238E27FC236}">
                <a16:creationId xmlns:a16="http://schemas.microsoft.com/office/drawing/2014/main" id="{6C4CD738-EE06-4AE9-941B-72E1DEFBF728}"/>
              </a:ext>
            </a:extLst>
          </p:cNvPr>
          <p:cNvSpPr>
            <a:spLocks/>
          </p:cNvSpPr>
          <p:nvPr/>
        </p:nvSpPr>
        <p:spPr bwMode="auto">
          <a:xfrm>
            <a:off x="8266113" y="6126163"/>
            <a:ext cx="587375" cy="368300"/>
          </a:xfrm>
          <a:custGeom>
            <a:avLst/>
            <a:gdLst>
              <a:gd name="T0" fmla="*/ 0 w 370"/>
              <a:gd name="T1" fmla="*/ 2147483646 h 232"/>
              <a:gd name="T2" fmla="*/ 0 w 370"/>
              <a:gd name="T3" fmla="*/ 0 h 232"/>
              <a:gd name="T4" fmla="*/ 2147483646 w 370"/>
              <a:gd name="T5" fmla="*/ 0 h 232"/>
              <a:gd name="T6" fmla="*/ 2147483646 w 370"/>
              <a:gd name="T7" fmla="*/ 2147483646 h 232"/>
              <a:gd name="T8" fmla="*/ 0 w 370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70"/>
              <a:gd name="T16" fmla="*/ 0 h 232"/>
              <a:gd name="T17" fmla="*/ 370 w 370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70" h="232">
                <a:moveTo>
                  <a:pt x="0" y="231"/>
                </a:moveTo>
                <a:lnTo>
                  <a:pt x="0" y="0"/>
                </a:lnTo>
                <a:lnTo>
                  <a:pt x="369" y="0"/>
                </a:lnTo>
                <a:lnTo>
                  <a:pt x="369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69" name="Freeform 17">
            <a:extLst>
              <a:ext uri="{FF2B5EF4-FFF2-40B4-BE49-F238E27FC236}">
                <a16:creationId xmlns:a16="http://schemas.microsoft.com/office/drawing/2014/main" id="{E43E9C43-819E-446B-AE30-490F912E06C9}"/>
              </a:ext>
            </a:extLst>
          </p:cNvPr>
          <p:cNvSpPr>
            <a:spLocks/>
          </p:cNvSpPr>
          <p:nvPr/>
        </p:nvSpPr>
        <p:spPr bwMode="auto">
          <a:xfrm>
            <a:off x="8559800" y="6126163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0" name="Freeform 18">
            <a:extLst>
              <a:ext uri="{FF2B5EF4-FFF2-40B4-BE49-F238E27FC236}">
                <a16:creationId xmlns:a16="http://schemas.microsoft.com/office/drawing/2014/main" id="{C408CA63-E95C-4FAC-AED9-CBD752580337}"/>
              </a:ext>
            </a:extLst>
          </p:cNvPr>
          <p:cNvSpPr>
            <a:spLocks/>
          </p:cNvSpPr>
          <p:nvPr/>
        </p:nvSpPr>
        <p:spPr bwMode="auto">
          <a:xfrm>
            <a:off x="8956675" y="6126163"/>
            <a:ext cx="585788" cy="368300"/>
          </a:xfrm>
          <a:custGeom>
            <a:avLst/>
            <a:gdLst>
              <a:gd name="T0" fmla="*/ 0 w 369"/>
              <a:gd name="T1" fmla="*/ 2147483646 h 232"/>
              <a:gd name="T2" fmla="*/ 0 w 369"/>
              <a:gd name="T3" fmla="*/ 0 h 232"/>
              <a:gd name="T4" fmla="*/ 2147483646 w 369"/>
              <a:gd name="T5" fmla="*/ 0 h 232"/>
              <a:gd name="T6" fmla="*/ 2147483646 w 369"/>
              <a:gd name="T7" fmla="*/ 2147483646 h 232"/>
              <a:gd name="T8" fmla="*/ 0 w 369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9"/>
              <a:gd name="T16" fmla="*/ 0 h 232"/>
              <a:gd name="T17" fmla="*/ 369 w 369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1" name="Freeform 19">
            <a:extLst>
              <a:ext uri="{FF2B5EF4-FFF2-40B4-BE49-F238E27FC236}">
                <a16:creationId xmlns:a16="http://schemas.microsoft.com/office/drawing/2014/main" id="{3C54D760-6B4C-4D79-9BA6-AE3C15BF1A77}"/>
              </a:ext>
            </a:extLst>
          </p:cNvPr>
          <p:cNvSpPr>
            <a:spLocks/>
          </p:cNvSpPr>
          <p:nvPr/>
        </p:nvSpPr>
        <p:spPr bwMode="auto">
          <a:xfrm>
            <a:off x="9248775" y="6126163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2" name="Freeform 20">
            <a:extLst>
              <a:ext uri="{FF2B5EF4-FFF2-40B4-BE49-F238E27FC236}">
                <a16:creationId xmlns:a16="http://schemas.microsoft.com/office/drawing/2014/main" id="{00594535-DA82-4478-9038-E620BD795942}"/>
              </a:ext>
            </a:extLst>
          </p:cNvPr>
          <p:cNvSpPr>
            <a:spLocks/>
          </p:cNvSpPr>
          <p:nvPr/>
        </p:nvSpPr>
        <p:spPr bwMode="auto">
          <a:xfrm>
            <a:off x="9636125" y="6126163"/>
            <a:ext cx="585788" cy="368300"/>
          </a:xfrm>
          <a:custGeom>
            <a:avLst/>
            <a:gdLst>
              <a:gd name="T0" fmla="*/ 0 w 369"/>
              <a:gd name="T1" fmla="*/ 2147483646 h 232"/>
              <a:gd name="T2" fmla="*/ 0 w 369"/>
              <a:gd name="T3" fmla="*/ 0 h 232"/>
              <a:gd name="T4" fmla="*/ 2147483646 w 369"/>
              <a:gd name="T5" fmla="*/ 0 h 232"/>
              <a:gd name="T6" fmla="*/ 2147483646 w 369"/>
              <a:gd name="T7" fmla="*/ 2147483646 h 232"/>
              <a:gd name="T8" fmla="*/ 0 w 369"/>
              <a:gd name="T9" fmla="*/ 2147483646 h 2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69"/>
              <a:gd name="T16" fmla="*/ 0 h 232"/>
              <a:gd name="T17" fmla="*/ 369 w 369"/>
              <a:gd name="T18" fmla="*/ 232 h 2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69" h="232">
                <a:moveTo>
                  <a:pt x="0" y="231"/>
                </a:moveTo>
                <a:lnTo>
                  <a:pt x="0" y="0"/>
                </a:lnTo>
                <a:lnTo>
                  <a:pt x="368" y="0"/>
                </a:lnTo>
                <a:lnTo>
                  <a:pt x="368" y="231"/>
                </a:lnTo>
                <a:lnTo>
                  <a:pt x="0" y="23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3" name="Freeform 21">
            <a:extLst>
              <a:ext uri="{FF2B5EF4-FFF2-40B4-BE49-F238E27FC236}">
                <a16:creationId xmlns:a16="http://schemas.microsoft.com/office/drawing/2014/main" id="{AF242842-7406-4EE0-921B-E0DD5E1D856A}"/>
              </a:ext>
            </a:extLst>
          </p:cNvPr>
          <p:cNvSpPr>
            <a:spLocks/>
          </p:cNvSpPr>
          <p:nvPr/>
        </p:nvSpPr>
        <p:spPr bwMode="auto">
          <a:xfrm>
            <a:off x="9928225" y="6126163"/>
            <a:ext cx="1588" cy="368300"/>
          </a:xfrm>
          <a:custGeom>
            <a:avLst/>
            <a:gdLst>
              <a:gd name="T0" fmla="*/ 0 w 1"/>
              <a:gd name="T1" fmla="*/ 0 h 232"/>
              <a:gd name="T2" fmla="*/ 0 w 1"/>
              <a:gd name="T3" fmla="*/ 2147483646 h 232"/>
              <a:gd name="T4" fmla="*/ 0 w 1"/>
              <a:gd name="T5" fmla="*/ 0 h 232"/>
              <a:gd name="T6" fmla="*/ 0 60000 65536"/>
              <a:gd name="T7" fmla="*/ 0 60000 65536"/>
              <a:gd name="T8" fmla="*/ 0 60000 65536"/>
              <a:gd name="T9" fmla="*/ 0 w 1"/>
              <a:gd name="T10" fmla="*/ 0 h 232"/>
              <a:gd name="T11" fmla="*/ 1 w 1"/>
              <a:gd name="T12" fmla="*/ 232 h 2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32">
                <a:moveTo>
                  <a:pt x="0" y="0"/>
                </a:moveTo>
                <a:lnTo>
                  <a:pt x="0" y="23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4" name="Freeform 22">
            <a:extLst>
              <a:ext uri="{FF2B5EF4-FFF2-40B4-BE49-F238E27FC236}">
                <a16:creationId xmlns:a16="http://schemas.microsoft.com/office/drawing/2014/main" id="{7282B3E5-49D2-45D7-B6EB-9D1D41595186}"/>
              </a:ext>
            </a:extLst>
          </p:cNvPr>
          <p:cNvSpPr>
            <a:spLocks/>
          </p:cNvSpPr>
          <p:nvPr/>
        </p:nvSpPr>
        <p:spPr bwMode="auto">
          <a:xfrm>
            <a:off x="4695825" y="4884738"/>
            <a:ext cx="927100" cy="423862"/>
          </a:xfrm>
          <a:custGeom>
            <a:avLst/>
            <a:gdLst>
              <a:gd name="T0" fmla="*/ 0 w 584"/>
              <a:gd name="T1" fmla="*/ 2147483646 h 267"/>
              <a:gd name="T2" fmla="*/ 0 w 584"/>
              <a:gd name="T3" fmla="*/ 0 h 267"/>
              <a:gd name="T4" fmla="*/ 2147483646 w 584"/>
              <a:gd name="T5" fmla="*/ 0 h 267"/>
              <a:gd name="T6" fmla="*/ 2147483646 w 584"/>
              <a:gd name="T7" fmla="*/ 2147483646 h 267"/>
              <a:gd name="T8" fmla="*/ 0 w 584"/>
              <a:gd name="T9" fmla="*/ 2147483646 h 26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84"/>
              <a:gd name="T16" fmla="*/ 0 h 267"/>
              <a:gd name="T17" fmla="*/ 584 w 584"/>
              <a:gd name="T18" fmla="*/ 267 h 26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84" h="267">
                <a:moveTo>
                  <a:pt x="0" y="266"/>
                </a:moveTo>
                <a:lnTo>
                  <a:pt x="0" y="0"/>
                </a:lnTo>
                <a:lnTo>
                  <a:pt x="583" y="0"/>
                </a:lnTo>
                <a:lnTo>
                  <a:pt x="583" y="266"/>
                </a:lnTo>
                <a:lnTo>
                  <a:pt x="0" y="266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5" name="Freeform 23">
            <a:extLst>
              <a:ext uri="{FF2B5EF4-FFF2-40B4-BE49-F238E27FC236}">
                <a16:creationId xmlns:a16="http://schemas.microsoft.com/office/drawing/2014/main" id="{F9613A94-D134-448C-9B14-DA52AC157D3E}"/>
              </a:ext>
            </a:extLst>
          </p:cNvPr>
          <p:cNvSpPr>
            <a:spLocks/>
          </p:cNvSpPr>
          <p:nvPr/>
        </p:nvSpPr>
        <p:spPr bwMode="auto">
          <a:xfrm>
            <a:off x="5118100" y="4884738"/>
            <a:ext cx="1588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147483646 h 258"/>
              <a:gd name="T4" fmla="*/ 0 w 1"/>
              <a:gd name="T5" fmla="*/ 0 h 258"/>
              <a:gd name="T6" fmla="*/ 0 60000 65536"/>
              <a:gd name="T7" fmla="*/ 0 60000 65536"/>
              <a:gd name="T8" fmla="*/ 0 60000 65536"/>
              <a:gd name="T9" fmla="*/ 0 w 1"/>
              <a:gd name="T10" fmla="*/ 0 h 258"/>
              <a:gd name="T11" fmla="*/ 1 w 1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6" name="Freeform 24">
            <a:extLst>
              <a:ext uri="{FF2B5EF4-FFF2-40B4-BE49-F238E27FC236}">
                <a16:creationId xmlns:a16="http://schemas.microsoft.com/office/drawing/2014/main" id="{5672F3C3-F218-4EB0-812C-9F3690959388}"/>
              </a:ext>
            </a:extLst>
          </p:cNvPr>
          <p:cNvSpPr>
            <a:spLocks/>
          </p:cNvSpPr>
          <p:nvPr/>
        </p:nvSpPr>
        <p:spPr bwMode="auto">
          <a:xfrm>
            <a:off x="5526088" y="4897438"/>
            <a:ext cx="1587" cy="411162"/>
          </a:xfrm>
          <a:custGeom>
            <a:avLst/>
            <a:gdLst>
              <a:gd name="T0" fmla="*/ 0 w 1"/>
              <a:gd name="T1" fmla="*/ 0 h 259"/>
              <a:gd name="T2" fmla="*/ 0 w 1"/>
              <a:gd name="T3" fmla="*/ 2147483646 h 259"/>
              <a:gd name="T4" fmla="*/ 0 w 1"/>
              <a:gd name="T5" fmla="*/ 0 h 259"/>
              <a:gd name="T6" fmla="*/ 0 60000 65536"/>
              <a:gd name="T7" fmla="*/ 0 60000 65536"/>
              <a:gd name="T8" fmla="*/ 0 60000 65536"/>
              <a:gd name="T9" fmla="*/ 0 w 1"/>
              <a:gd name="T10" fmla="*/ 0 h 259"/>
              <a:gd name="T11" fmla="*/ 1 w 1"/>
              <a:gd name="T12" fmla="*/ 259 h 2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9">
                <a:moveTo>
                  <a:pt x="0" y="0"/>
                </a:moveTo>
                <a:lnTo>
                  <a:pt x="0" y="25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7" name="Freeform 25">
            <a:extLst>
              <a:ext uri="{FF2B5EF4-FFF2-40B4-BE49-F238E27FC236}">
                <a16:creationId xmlns:a16="http://schemas.microsoft.com/office/drawing/2014/main" id="{1CB3C64B-BD06-4548-B041-AFE4319CE814}"/>
              </a:ext>
            </a:extLst>
          </p:cNvPr>
          <p:cNvSpPr>
            <a:spLocks/>
          </p:cNvSpPr>
          <p:nvPr/>
        </p:nvSpPr>
        <p:spPr bwMode="auto">
          <a:xfrm>
            <a:off x="4802188" y="4878388"/>
            <a:ext cx="1587" cy="428625"/>
          </a:xfrm>
          <a:custGeom>
            <a:avLst/>
            <a:gdLst>
              <a:gd name="T0" fmla="*/ 0 w 1"/>
              <a:gd name="T1" fmla="*/ 0 h 270"/>
              <a:gd name="T2" fmla="*/ 0 w 1"/>
              <a:gd name="T3" fmla="*/ 2147483646 h 270"/>
              <a:gd name="T4" fmla="*/ 0 w 1"/>
              <a:gd name="T5" fmla="*/ 0 h 270"/>
              <a:gd name="T6" fmla="*/ 0 60000 65536"/>
              <a:gd name="T7" fmla="*/ 0 60000 65536"/>
              <a:gd name="T8" fmla="*/ 0 60000 65536"/>
              <a:gd name="T9" fmla="*/ 0 w 1"/>
              <a:gd name="T10" fmla="*/ 0 h 270"/>
              <a:gd name="T11" fmla="*/ 1 w 1"/>
              <a:gd name="T12" fmla="*/ 270 h 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70">
                <a:moveTo>
                  <a:pt x="0" y="0"/>
                </a:moveTo>
                <a:lnTo>
                  <a:pt x="0" y="26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8" name="Freeform 26">
            <a:extLst>
              <a:ext uri="{FF2B5EF4-FFF2-40B4-BE49-F238E27FC236}">
                <a16:creationId xmlns:a16="http://schemas.microsoft.com/office/drawing/2014/main" id="{EF2A003C-C70F-44AE-91C1-ED0338092C0F}"/>
              </a:ext>
            </a:extLst>
          </p:cNvPr>
          <p:cNvSpPr>
            <a:spLocks/>
          </p:cNvSpPr>
          <p:nvPr/>
        </p:nvSpPr>
        <p:spPr bwMode="auto">
          <a:xfrm>
            <a:off x="5211763" y="4884738"/>
            <a:ext cx="1587" cy="409575"/>
          </a:xfrm>
          <a:custGeom>
            <a:avLst/>
            <a:gdLst>
              <a:gd name="T0" fmla="*/ 0 w 1"/>
              <a:gd name="T1" fmla="*/ 0 h 258"/>
              <a:gd name="T2" fmla="*/ 0 w 1"/>
              <a:gd name="T3" fmla="*/ 2147483646 h 258"/>
              <a:gd name="T4" fmla="*/ 0 w 1"/>
              <a:gd name="T5" fmla="*/ 0 h 258"/>
              <a:gd name="T6" fmla="*/ 0 60000 65536"/>
              <a:gd name="T7" fmla="*/ 0 60000 65536"/>
              <a:gd name="T8" fmla="*/ 0 60000 65536"/>
              <a:gd name="T9" fmla="*/ 0 w 1"/>
              <a:gd name="T10" fmla="*/ 0 h 258"/>
              <a:gd name="T11" fmla="*/ 1 w 1"/>
              <a:gd name="T12" fmla="*/ 258 h 2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58">
                <a:moveTo>
                  <a:pt x="0" y="0"/>
                </a:moveTo>
                <a:lnTo>
                  <a:pt x="0" y="257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79" name="Freeform 27">
            <a:extLst>
              <a:ext uri="{FF2B5EF4-FFF2-40B4-BE49-F238E27FC236}">
                <a16:creationId xmlns:a16="http://schemas.microsoft.com/office/drawing/2014/main" id="{F5B0165F-62B8-49DE-B51F-CDF0D1E56DC5}"/>
              </a:ext>
            </a:extLst>
          </p:cNvPr>
          <p:cNvSpPr>
            <a:spLocks/>
          </p:cNvSpPr>
          <p:nvPr/>
        </p:nvSpPr>
        <p:spPr bwMode="auto">
          <a:xfrm>
            <a:off x="4368800" y="5232400"/>
            <a:ext cx="363538" cy="825500"/>
          </a:xfrm>
          <a:custGeom>
            <a:avLst/>
            <a:gdLst>
              <a:gd name="T0" fmla="*/ 2147483646 w 229"/>
              <a:gd name="T1" fmla="*/ 0 h 520"/>
              <a:gd name="T2" fmla="*/ 0 w 229"/>
              <a:gd name="T3" fmla="*/ 2147483646 h 520"/>
              <a:gd name="T4" fmla="*/ 2147483646 w 229"/>
              <a:gd name="T5" fmla="*/ 0 h 520"/>
              <a:gd name="T6" fmla="*/ 0 60000 65536"/>
              <a:gd name="T7" fmla="*/ 0 60000 65536"/>
              <a:gd name="T8" fmla="*/ 0 60000 65536"/>
              <a:gd name="T9" fmla="*/ 0 w 229"/>
              <a:gd name="T10" fmla="*/ 0 h 520"/>
              <a:gd name="T11" fmla="*/ 229 w 229"/>
              <a:gd name="T12" fmla="*/ 520 h 5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9" h="520">
                <a:moveTo>
                  <a:pt x="228" y="0"/>
                </a:moveTo>
                <a:lnTo>
                  <a:pt x="0" y="519"/>
                </a:lnTo>
                <a:lnTo>
                  <a:pt x="228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9180" name="Freeform 28">
            <a:extLst>
              <a:ext uri="{FF2B5EF4-FFF2-40B4-BE49-F238E27FC236}">
                <a16:creationId xmlns:a16="http://schemas.microsoft.com/office/drawing/2014/main" id="{62959AC4-F2F6-4DF6-A778-3D23DE1F2B48}"/>
              </a:ext>
            </a:extLst>
          </p:cNvPr>
          <p:cNvSpPr>
            <a:spLocks/>
          </p:cNvSpPr>
          <p:nvPr/>
        </p:nvSpPr>
        <p:spPr bwMode="auto">
          <a:xfrm>
            <a:off x="4368800" y="5910263"/>
            <a:ext cx="84138" cy="147637"/>
          </a:xfrm>
          <a:custGeom>
            <a:avLst/>
            <a:gdLst>
              <a:gd name="T0" fmla="*/ 2147483646 w 53"/>
              <a:gd name="T1" fmla="*/ 2147483646 h 93"/>
              <a:gd name="T2" fmla="*/ 0 w 53"/>
              <a:gd name="T3" fmla="*/ 2147483646 h 93"/>
              <a:gd name="T4" fmla="*/ 2147483646 w 53"/>
              <a:gd name="T5" fmla="*/ 0 h 93"/>
              <a:gd name="T6" fmla="*/ 2147483646 w 53"/>
              <a:gd name="T7" fmla="*/ 2147483646 h 93"/>
              <a:gd name="T8" fmla="*/ 0 60000 65536"/>
              <a:gd name="T9" fmla="*/ 0 60000 65536"/>
              <a:gd name="T10" fmla="*/ 0 60000 65536"/>
              <a:gd name="T11" fmla="*/ 0 60000 65536"/>
              <a:gd name="T12" fmla="*/ 0 w 53"/>
              <a:gd name="T13" fmla="*/ 0 h 93"/>
              <a:gd name="T14" fmla="*/ 53 w 53"/>
              <a:gd name="T15" fmla="*/ 93 h 9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3" h="93">
                <a:moveTo>
                  <a:pt x="52" y="21"/>
                </a:moveTo>
                <a:lnTo>
                  <a:pt x="0" y="92"/>
                </a:lnTo>
                <a:lnTo>
                  <a:pt x="19" y="0"/>
                </a:lnTo>
                <a:lnTo>
                  <a:pt x="52" y="21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9181" name="Freeform 29">
            <a:extLst>
              <a:ext uri="{FF2B5EF4-FFF2-40B4-BE49-F238E27FC236}">
                <a16:creationId xmlns:a16="http://schemas.microsoft.com/office/drawing/2014/main" id="{97AD52CA-0707-41DB-AB30-C693B2698493}"/>
              </a:ext>
            </a:extLst>
          </p:cNvPr>
          <p:cNvSpPr>
            <a:spLocks/>
          </p:cNvSpPr>
          <p:nvPr/>
        </p:nvSpPr>
        <p:spPr bwMode="auto">
          <a:xfrm>
            <a:off x="4706938" y="5981700"/>
            <a:ext cx="5597525" cy="647700"/>
          </a:xfrm>
          <a:custGeom>
            <a:avLst/>
            <a:gdLst>
              <a:gd name="T0" fmla="*/ 0 w 3526"/>
              <a:gd name="T1" fmla="*/ 2147483646 h 408"/>
              <a:gd name="T2" fmla="*/ 0 w 3526"/>
              <a:gd name="T3" fmla="*/ 0 h 408"/>
              <a:gd name="T4" fmla="*/ 2147483646 w 3526"/>
              <a:gd name="T5" fmla="*/ 0 h 408"/>
              <a:gd name="T6" fmla="*/ 2147483646 w 3526"/>
              <a:gd name="T7" fmla="*/ 2147483646 h 408"/>
              <a:gd name="T8" fmla="*/ 0 w 3526"/>
              <a:gd name="T9" fmla="*/ 2147483646 h 40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26"/>
              <a:gd name="T16" fmla="*/ 0 h 408"/>
              <a:gd name="T17" fmla="*/ 3526 w 3526"/>
              <a:gd name="T18" fmla="*/ 408 h 40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26" h="408">
                <a:moveTo>
                  <a:pt x="0" y="407"/>
                </a:moveTo>
                <a:lnTo>
                  <a:pt x="0" y="0"/>
                </a:lnTo>
                <a:lnTo>
                  <a:pt x="3525" y="0"/>
                </a:lnTo>
                <a:lnTo>
                  <a:pt x="3525" y="407"/>
                </a:lnTo>
                <a:lnTo>
                  <a:pt x="0" y="407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49182" name="Group 30">
            <a:extLst>
              <a:ext uri="{FF2B5EF4-FFF2-40B4-BE49-F238E27FC236}">
                <a16:creationId xmlns:a16="http://schemas.microsoft.com/office/drawing/2014/main" id="{4AE4560A-FE3E-45BF-9355-14557316FFC8}"/>
              </a:ext>
            </a:extLst>
          </p:cNvPr>
          <p:cNvGrpSpPr>
            <a:grpSpLocks/>
          </p:cNvGrpSpPr>
          <p:nvPr/>
        </p:nvGrpSpPr>
        <p:grpSpPr bwMode="auto">
          <a:xfrm>
            <a:off x="4057650" y="6175375"/>
            <a:ext cx="5957888" cy="306388"/>
            <a:chOff x="916" y="3723"/>
            <a:chExt cx="3753" cy="193"/>
          </a:xfrm>
        </p:grpSpPr>
        <p:sp>
          <p:nvSpPr>
            <p:cNvPr id="49187" name="Rectangle 31">
              <a:extLst>
                <a:ext uri="{FF2B5EF4-FFF2-40B4-BE49-F238E27FC236}">
                  <a16:creationId xmlns:a16="http://schemas.microsoft.com/office/drawing/2014/main" id="{BB7C72D1-4CDB-456E-9CBF-EA9A18E43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6" y="3723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3*</a:t>
              </a:r>
            </a:p>
          </p:txBody>
        </p:sp>
        <p:sp>
          <p:nvSpPr>
            <p:cNvPr id="49188" name="Rectangle 32">
              <a:extLst>
                <a:ext uri="{FF2B5EF4-FFF2-40B4-BE49-F238E27FC236}">
                  <a16:creationId xmlns:a16="http://schemas.microsoft.com/office/drawing/2014/main" id="{8EE72957-A3EC-483B-A5DD-1EBA9072F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3733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4*</a:t>
              </a:r>
            </a:p>
          </p:txBody>
        </p:sp>
        <p:sp>
          <p:nvSpPr>
            <p:cNvPr id="49189" name="Rectangle 33">
              <a:extLst>
                <a:ext uri="{FF2B5EF4-FFF2-40B4-BE49-F238E27FC236}">
                  <a16:creationId xmlns:a16="http://schemas.microsoft.com/office/drawing/2014/main" id="{6B78B0EC-C681-40F4-92F2-10CBEA569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7" y="3723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6*</a:t>
              </a:r>
            </a:p>
          </p:txBody>
        </p:sp>
        <p:sp>
          <p:nvSpPr>
            <p:cNvPr id="49190" name="Rectangle 34">
              <a:extLst>
                <a:ext uri="{FF2B5EF4-FFF2-40B4-BE49-F238E27FC236}">
                  <a16:creationId xmlns:a16="http://schemas.microsoft.com/office/drawing/2014/main" id="{C1B4C1F2-1ADB-438F-8723-0923B8FBF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2" y="3723"/>
              <a:ext cx="214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9*</a:t>
              </a:r>
            </a:p>
          </p:txBody>
        </p:sp>
        <p:sp>
          <p:nvSpPr>
            <p:cNvPr id="49191" name="Rectangle 35">
              <a:extLst>
                <a:ext uri="{FF2B5EF4-FFF2-40B4-BE49-F238E27FC236}">
                  <a16:creationId xmlns:a16="http://schemas.microsoft.com/office/drawing/2014/main" id="{6A918D6B-3B4B-4BB3-9DB4-F2E66FC92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1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10*</a:t>
              </a:r>
            </a:p>
          </p:txBody>
        </p:sp>
        <p:sp>
          <p:nvSpPr>
            <p:cNvPr id="49192" name="Rectangle 36">
              <a:extLst>
                <a:ext uri="{FF2B5EF4-FFF2-40B4-BE49-F238E27FC236}">
                  <a16:creationId xmlns:a16="http://schemas.microsoft.com/office/drawing/2014/main" id="{B17B7B86-69BE-4902-BC9B-C77550F1C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5" y="3723"/>
              <a:ext cx="270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11*</a:t>
              </a:r>
            </a:p>
          </p:txBody>
        </p:sp>
        <p:sp>
          <p:nvSpPr>
            <p:cNvPr id="49193" name="Rectangle 37">
              <a:extLst>
                <a:ext uri="{FF2B5EF4-FFF2-40B4-BE49-F238E27FC236}">
                  <a16:creationId xmlns:a16="http://schemas.microsoft.com/office/drawing/2014/main" id="{EFC58A8A-4DA2-46A6-B2C4-8ED68DD76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3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12*</a:t>
              </a:r>
            </a:p>
          </p:txBody>
        </p:sp>
        <p:sp>
          <p:nvSpPr>
            <p:cNvPr id="49194" name="Rectangle 38">
              <a:extLst>
                <a:ext uri="{FF2B5EF4-FFF2-40B4-BE49-F238E27FC236}">
                  <a16:creationId xmlns:a16="http://schemas.microsoft.com/office/drawing/2014/main" id="{A85264D1-2672-4F26-A7DD-EBFA78CAE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7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13*</a:t>
              </a:r>
            </a:p>
          </p:txBody>
        </p:sp>
        <p:sp>
          <p:nvSpPr>
            <p:cNvPr id="49195" name="Rectangle 39">
              <a:extLst>
                <a:ext uri="{FF2B5EF4-FFF2-40B4-BE49-F238E27FC236}">
                  <a16:creationId xmlns:a16="http://schemas.microsoft.com/office/drawing/2014/main" id="{5C9C55CA-2B0E-424A-A771-004F406AA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6" y="373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20*</a:t>
              </a:r>
            </a:p>
          </p:txBody>
        </p:sp>
        <p:sp>
          <p:nvSpPr>
            <p:cNvPr id="49196" name="Rectangle 40">
              <a:extLst>
                <a:ext uri="{FF2B5EF4-FFF2-40B4-BE49-F238E27FC236}">
                  <a16:creationId xmlns:a16="http://schemas.microsoft.com/office/drawing/2014/main" id="{96C08292-4E11-43FF-B2B0-2689AEC2F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3" y="373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22*</a:t>
              </a:r>
            </a:p>
          </p:txBody>
        </p:sp>
        <p:sp>
          <p:nvSpPr>
            <p:cNvPr id="49197" name="Rectangle 41">
              <a:extLst>
                <a:ext uri="{FF2B5EF4-FFF2-40B4-BE49-F238E27FC236}">
                  <a16:creationId xmlns:a16="http://schemas.microsoft.com/office/drawing/2014/main" id="{084ACF9D-B812-409C-8AC6-21B089B06E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1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23*</a:t>
              </a:r>
            </a:p>
          </p:txBody>
        </p:sp>
        <p:sp>
          <p:nvSpPr>
            <p:cNvPr id="49198" name="Rectangle 42">
              <a:extLst>
                <a:ext uri="{FF2B5EF4-FFF2-40B4-BE49-F238E27FC236}">
                  <a16:creationId xmlns:a16="http://schemas.microsoft.com/office/drawing/2014/main" id="{605FA83B-D017-4D2B-9EC5-95FA17775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2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31*</a:t>
              </a:r>
            </a:p>
          </p:txBody>
        </p:sp>
        <p:sp>
          <p:nvSpPr>
            <p:cNvPr id="49199" name="Rectangle 43">
              <a:extLst>
                <a:ext uri="{FF2B5EF4-FFF2-40B4-BE49-F238E27FC236}">
                  <a16:creationId xmlns:a16="http://schemas.microsoft.com/office/drawing/2014/main" id="{34BB0B44-A26A-4613-A2D7-194EA832F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2" y="373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35*</a:t>
              </a:r>
            </a:p>
          </p:txBody>
        </p:sp>
        <p:sp>
          <p:nvSpPr>
            <p:cNvPr id="49200" name="Rectangle 44">
              <a:extLst>
                <a:ext uri="{FF2B5EF4-FFF2-40B4-BE49-F238E27FC236}">
                  <a16:creationId xmlns:a16="http://schemas.microsoft.com/office/drawing/2014/main" id="{6C54A357-24DE-4480-8F8A-575133E99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36*</a:t>
              </a:r>
            </a:p>
          </p:txBody>
        </p:sp>
        <p:sp>
          <p:nvSpPr>
            <p:cNvPr id="49201" name="Rectangle 45">
              <a:extLst>
                <a:ext uri="{FF2B5EF4-FFF2-40B4-BE49-F238E27FC236}">
                  <a16:creationId xmlns:a16="http://schemas.microsoft.com/office/drawing/2014/main" id="{8F324284-8A26-48CA-B534-14A96CCD46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38*</a:t>
              </a:r>
            </a:p>
          </p:txBody>
        </p:sp>
        <p:sp>
          <p:nvSpPr>
            <p:cNvPr id="49202" name="Rectangle 46">
              <a:extLst>
                <a:ext uri="{FF2B5EF4-FFF2-40B4-BE49-F238E27FC236}">
                  <a16:creationId xmlns:a16="http://schemas.microsoft.com/office/drawing/2014/main" id="{D0CA79C5-1A6D-4756-9907-A544E653C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41*</a:t>
              </a:r>
            </a:p>
          </p:txBody>
        </p:sp>
        <p:sp>
          <p:nvSpPr>
            <p:cNvPr id="49203" name="Rectangle 47">
              <a:extLst>
                <a:ext uri="{FF2B5EF4-FFF2-40B4-BE49-F238E27FC236}">
                  <a16:creationId xmlns:a16="http://schemas.microsoft.com/office/drawing/2014/main" id="{2DA78088-D0B4-4154-8FFC-44DEB5EB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3723"/>
              <a:ext cx="273" cy="1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2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800">
                  <a:solidFill>
                    <a:schemeClr val="tx2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2"/>
                </a:buClr>
                <a:buChar char="•"/>
                <a:defRPr sz="2400">
                  <a:solidFill>
                    <a:schemeClr val="tx2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85000"/>
                <a:buChar char="•"/>
                <a:defRPr sz="2000">
                  <a:solidFill>
                    <a:schemeClr val="tx2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300" b="1">
                  <a:latin typeface="Arial" panose="020B0604020202020204" pitchFamily="34" charset="0"/>
                </a:rPr>
                <a:t>44*</a:t>
              </a:r>
            </a:p>
          </p:txBody>
        </p:sp>
      </p:grpSp>
      <p:sp>
        <p:nvSpPr>
          <p:cNvPr id="49183" name="Rectangle 48">
            <a:extLst>
              <a:ext uri="{FF2B5EF4-FFF2-40B4-BE49-F238E27FC236}">
                <a16:creationId xmlns:a16="http://schemas.microsoft.com/office/drawing/2014/main" id="{5F9D17D3-B611-41C2-A9A0-EE677402D3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0025" y="4884738"/>
            <a:ext cx="4772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Pagini cu </a:t>
            </a:r>
            <a:r>
              <a:rPr lang="ro-RO" altLang="en-US" sz="1400" b="1">
                <a:latin typeface="Arial" panose="020B0604020202020204" pitchFamily="34" charset="0"/>
              </a:rPr>
              <a:t>î</a:t>
            </a:r>
            <a:r>
              <a:rPr lang="en-US" altLang="en-US" sz="1400" b="1">
                <a:latin typeface="Arial" panose="020B0604020202020204" pitchFamily="34" charset="0"/>
              </a:rPr>
              <a:t>nregistr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ri sortate (neinserate </a:t>
            </a:r>
            <a:r>
              <a:rPr lang="ro-RO" altLang="en-US" sz="1400" b="1">
                <a:latin typeface="Arial" panose="020B0604020202020204" pitchFamily="34" charset="0"/>
              </a:rPr>
              <a:t>î</a:t>
            </a:r>
            <a:r>
              <a:rPr lang="en-US" altLang="en-US" sz="1400" b="1">
                <a:latin typeface="Arial" panose="020B0604020202020204" pitchFamily="34" charset="0"/>
              </a:rPr>
              <a:t>n arbore B+)</a:t>
            </a:r>
          </a:p>
        </p:txBody>
      </p:sp>
      <p:sp>
        <p:nvSpPr>
          <p:cNvPr id="49184" name="Rectangle 49">
            <a:extLst>
              <a:ext uri="{FF2B5EF4-FFF2-40B4-BE49-F238E27FC236}">
                <a16:creationId xmlns:a16="http://schemas.microsoft.com/office/drawing/2014/main" id="{CCC0B0F0-33A3-4D3A-8CD1-F8B027A2B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2988" y="4738688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R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d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cina</a:t>
            </a:r>
          </a:p>
        </p:txBody>
      </p:sp>
      <p:sp>
        <p:nvSpPr>
          <p:cNvPr id="49185" name="Line 50">
            <a:extLst>
              <a:ext uri="{FF2B5EF4-FFF2-40B4-BE49-F238E27FC236}">
                <a16:creationId xmlns:a16="http://schemas.microsoft.com/office/drawing/2014/main" id="{804251F5-8564-429B-A1DB-CDA4B0CDCC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4646613"/>
            <a:ext cx="381000" cy="304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9186" name="Arc 51">
            <a:extLst>
              <a:ext uri="{FF2B5EF4-FFF2-40B4-BE49-F238E27FC236}">
                <a16:creationId xmlns:a16="http://schemas.microsoft.com/office/drawing/2014/main" id="{F1A495C1-0116-4068-B23B-19E855955B5F}"/>
              </a:ext>
            </a:extLst>
          </p:cNvPr>
          <p:cNvSpPr>
            <a:spLocks/>
          </p:cNvSpPr>
          <p:nvPr/>
        </p:nvSpPr>
        <p:spPr bwMode="auto">
          <a:xfrm>
            <a:off x="5948363" y="5186363"/>
            <a:ext cx="914400" cy="762000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21465"/>
                </a:moveTo>
                <a:cubicBezTo>
                  <a:pt x="74" y="9603"/>
                  <a:pt x="9700" y="20"/>
                  <a:pt x="21562" y="0"/>
                </a:cubicBezTo>
              </a:path>
              <a:path w="21600" h="21600" stroke="0" extrusionOk="0">
                <a:moveTo>
                  <a:pt x="0" y="21465"/>
                </a:moveTo>
                <a:cubicBezTo>
                  <a:pt x="74" y="9603"/>
                  <a:pt x="9700" y="20"/>
                  <a:pt x="21562" y="0"/>
                </a:cubicBezTo>
                <a:lnTo>
                  <a:pt x="21600" y="21600"/>
                </a:lnTo>
                <a:lnTo>
                  <a:pt x="0" y="21465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52A8EAC-F320-4A7B-A035-2B9855C47780}"/>
              </a:ext>
            </a:extLst>
          </p:cNvPr>
          <p:cNvSpPr txBox="1">
            <a:spLocks noChangeArrowheads="1"/>
          </p:cNvSpPr>
          <p:nvPr/>
        </p:nvSpPr>
        <p:spPr>
          <a:xfrm>
            <a:off x="2590800" y="1539875"/>
            <a:ext cx="2971800" cy="525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kern="0" dirty="0" err="1"/>
              <a:t>Intr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rile din index sunt </a:t>
            </a:r>
            <a:r>
              <a:rPr lang="ro-RO" altLang="en-US" sz="2400" kern="0" dirty="0"/>
              <a:t>în</a:t>
            </a:r>
            <a:r>
              <a:rPr lang="en-US" altLang="en-US" sz="2400" kern="0" dirty="0" err="1"/>
              <a:t>totdeauna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inserate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</a:t>
            </a:r>
            <a:r>
              <a:rPr lang="en-US" altLang="en-US" sz="2400" kern="0" dirty="0" err="1"/>
              <a:t>cea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mai</a:t>
            </a:r>
            <a:r>
              <a:rPr lang="en-US" altLang="en-US" sz="2400" kern="0" dirty="0"/>
              <a:t> din </a:t>
            </a:r>
            <a:r>
              <a:rPr lang="en-US" altLang="en-US" sz="2400" kern="0" dirty="0" err="1"/>
              <a:t>dreapta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pagin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deasupra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ultimului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nivel</a:t>
            </a:r>
            <a:r>
              <a:rPr lang="en-US" altLang="en-US" sz="2400" kern="0" dirty="0"/>
              <a:t>.  C</a:t>
            </a:r>
            <a:r>
              <a:rPr lang="ro-RO" altLang="en-US" sz="2400" kern="0" dirty="0"/>
              <a:t>â</a:t>
            </a:r>
            <a:r>
              <a:rPr lang="en-US" altLang="en-US" sz="2400" kern="0" dirty="0" err="1"/>
              <a:t>nd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pagina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devine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plin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se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mparte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</a:t>
            </a:r>
            <a:r>
              <a:rPr lang="en-US" altLang="en-US" sz="2400" kern="0" dirty="0" err="1"/>
              <a:t>dou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.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lang="en-US" altLang="en-US" sz="2400" kern="0" dirty="0"/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400" kern="0" dirty="0" err="1"/>
              <a:t>Mult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mai</a:t>
            </a:r>
            <a:r>
              <a:rPr lang="en-US" altLang="en-US" sz="2400" kern="0" dirty="0"/>
              <a:t> rapid </a:t>
            </a:r>
            <a:r>
              <a:rPr lang="en-US" altLang="en-US" sz="2400" kern="0" dirty="0" err="1"/>
              <a:t>dec</a:t>
            </a:r>
            <a:r>
              <a:rPr lang="ro-RO" altLang="en-US" sz="2400" kern="0" dirty="0" err="1"/>
              <a:t>ât</a:t>
            </a:r>
            <a:r>
              <a:rPr lang="en-US" altLang="en-US" sz="2400" kern="0" dirty="0"/>
              <a:t> prin </a:t>
            </a:r>
            <a:r>
              <a:rPr lang="en-US" altLang="en-US" sz="2400" kern="0" dirty="0" err="1"/>
              <a:t>inser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ri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repetate</a:t>
            </a:r>
            <a:r>
              <a:rPr lang="en-US" altLang="en-US" sz="2400" kern="0" dirty="0"/>
              <a:t>!</a:t>
            </a:r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CD4E6C2A-6DB7-4765-8C37-4466BA9B3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5940425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Verdana" panose="020B0604030504040204" pitchFamily="34" charset="0"/>
            </a:endParaRPr>
          </a:p>
        </p:txBody>
      </p:sp>
      <p:sp>
        <p:nvSpPr>
          <p:cNvPr id="50180" name="Freeform 5">
            <a:extLst>
              <a:ext uri="{FF2B5EF4-FFF2-40B4-BE49-F238E27FC236}">
                <a16:creationId xmlns:a16="http://schemas.microsoft.com/office/drawing/2014/main" id="{185D05A8-1126-445A-BEC8-2EDB463C8722}"/>
              </a:ext>
            </a:extLst>
          </p:cNvPr>
          <p:cNvSpPr>
            <a:spLocks/>
          </p:cNvSpPr>
          <p:nvPr/>
        </p:nvSpPr>
        <p:spPr bwMode="auto">
          <a:xfrm>
            <a:off x="5473700" y="2981325"/>
            <a:ext cx="534988" cy="290513"/>
          </a:xfrm>
          <a:custGeom>
            <a:avLst/>
            <a:gdLst>
              <a:gd name="T0" fmla="*/ 0 w 337"/>
              <a:gd name="T1" fmla="*/ 2147483646 h 183"/>
              <a:gd name="T2" fmla="*/ 0 w 337"/>
              <a:gd name="T3" fmla="*/ 0 h 183"/>
              <a:gd name="T4" fmla="*/ 2147483646 w 337"/>
              <a:gd name="T5" fmla="*/ 0 h 183"/>
              <a:gd name="T6" fmla="*/ 2147483646 w 337"/>
              <a:gd name="T7" fmla="*/ 2147483646 h 183"/>
              <a:gd name="T8" fmla="*/ 0 w 337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7"/>
              <a:gd name="T16" fmla="*/ 0 h 183"/>
              <a:gd name="T17" fmla="*/ 337 w 337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1" name="Freeform 6">
            <a:extLst>
              <a:ext uri="{FF2B5EF4-FFF2-40B4-BE49-F238E27FC236}">
                <a16:creationId xmlns:a16="http://schemas.microsoft.com/office/drawing/2014/main" id="{C86396F2-7FE4-4E1B-B547-9B141DA80F78}"/>
              </a:ext>
            </a:extLst>
          </p:cNvPr>
          <p:cNvSpPr>
            <a:spLocks/>
          </p:cNvSpPr>
          <p:nvPr/>
        </p:nvSpPr>
        <p:spPr bwMode="auto">
          <a:xfrm>
            <a:off x="5740400" y="2981325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2" name="Freeform 7">
            <a:extLst>
              <a:ext uri="{FF2B5EF4-FFF2-40B4-BE49-F238E27FC236}">
                <a16:creationId xmlns:a16="http://schemas.microsoft.com/office/drawing/2014/main" id="{E31F08CD-425F-464D-85A9-0BB560FAAC00}"/>
              </a:ext>
            </a:extLst>
          </p:cNvPr>
          <p:cNvSpPr>
            <a:spLocks/>
          </p:cNvSpPr>
          <p:nvPr/>
        </p:nvSpPr>
        <p:spPr bwMode="auto">
          <a:xfrm>
            <a:off x="6113463" y="2981325"/>
            <a:ext cx="531812" cy="290513"/>
          </a:xfrm>
          <a:custGeom>
            <a:avLst/>
            <a:gdLst>
              <a:gd name="T0" fmla="*/ 0 w 335"/>
              <a:gd name="T1" fmla="*/ 2147483646 h 183"/>
              <a:gd name="T2" fmla="*/ 0 w 335"/>
              <a:gd name="T3" fmla="*/ 0 h 183"/>
              <a:gd name="T4" fmla="*/ 2147483646 w 335"/>
              <a:gd name="T5" fmla="*/ 0 h 183"/>
              <a:gd name="T6" fmla="*/ 2147483646 w 335"/>
              <a:gd name="T7" fmla="*/ 2147483646 h 183"/>
              <a:gd name="T8" fmla="*/ 0 w 335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5"/>
              <a:gd name="T16" fmla="*/ 0 h 183"/>
              <a:gd name="T17" fmla="*/ 335 w 335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5" h="183">
                <a:moveTo>
                  <a:pt x="0" y="182"/>
                </a:moveTo>
                <a:lnTo>
                  <a:pt x="0" y="0"/>
                </a:lnTo>
                <a:lnTo>
                  <a:pt x="334" y="0"/>
                </a:lnTo>
                <a:lnTo>
                  <a:pt x="334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3" name="Freeform 8">
            <a:extLst>
              <a:ext uri="{FF2B5EF4-FFF2-40B4-BE49-F238E27FC236}">
                <a16:creationId xmlns:a16="http://schemas.microsoft.com/office/drawing/2014/main" id="{2A064A4B-093B-433E-AB64-7768B3BB644D}"/>
              </a:ext>
            </a:extLst>
          </p:cNvPr>
          <p:cNvSpPr>
            <a:spLocks/>
          </p:cNvSpPr>
          <p:nvPr/>
        </p:nvSpPr>
        <p:spPr bwMode="auto">
          <a:xfrm>
            <a:off x="6378575" y="2981325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4" name="Freeform 9">
            <a:extLst>
              <a:ext uri="{FF2B5EF4-FFF2-40B4-BE49-F238E27FC236}">
                <a16:creationId xmlns:a16="http://schemas.microsoft.com/office/drawing/2014/main" id="{5D1E14F4-1B26-4F04-971F-011996050D2B}"/>
              </a:ext>
            </a:extLst>
          </p:cNvPr>
          <p:cNvSpPr>
            <a:spLocks/>
          </p:cNvSpPr>
          <p:nvPr/>
        </p:nvSpPr>
        <p:spPr bwMode="auto">
          <a:xfrm>
            <a:off x="6751638" y="2981325"/>
            <a:ext cx="534987" cy="290513"/>
          </a:xfrm>
          <a:custGeom>
            <a:avLst/>
            <a:gdLst>
              <a:gd name="T0" fmla="*/ 0 w 337"/>
              <a:gd name="T1" fmla="*/ 2147483646 h 183"/>
              <a:gd name="T2" fmla="*/ 0 w 337"/>
              <a:gd name="T3" fmla="*/ 0 h 183"/>
              <a:gd name="T4" fmla="*/ 2147483646 w 337"/>
              <a:gd name="T5" fmla="*/ 0 h 183"/>
              <a:gd name="T6" fmla="*/ 2147483646 w 337"/>
              <a:gd name="T7" fmla="*/ 2147483646 h 183"/>
              <a:gd name="T8" fmla="*/ 0 w 337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7"/>
              <a:gd name="T16" fmla="*/ 0 h 183"/>
              <a:gd name="T17" fmla="*/ 337 w 337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5" name="Freeform 10">
            <a:extLst>
              <a:ext uri="{FF2B5EF4-FFF2-40B4-BE49-F238E27FC236}">
                <a16:creationId xmlns:a16="http://schemas.microsoft.com/office/drawing/2014/main" id="{A07C0B29-566D-4418-9AA0-82D28CCCD698}"/>
              </a:ext>
            </a:extLst>
          </p:cNvPr>
          <p:cNvSpPr>
            <a:spLocks/>
          </p:cNvSpPr>
          <p:nvPr/>
        </p:nvSpPr>
        <p:spPr bwMode="auto">
          <a:xfrm>
            <a:off x="7016750" y="2981325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6" name="Freeform 11">
            <a:extLst>
              <a:ext uri="{FF2B5EF4-FFF2-40B4-BE49-F238E27FC236}">
                <a16:creationId xmlns:a16="http://schemas.microsoft.com/office/drawing/2014/main" id="{491EC73D-A99A-4CBE-90AF-BB736CED9FF7}"/>
              </a:ext>
            </a:extLst>
          </p:cNvPr>
          <p:cNvSpPr>
            <a:spLocks/>
          </p:cNvSpPr>
          <p:nvPr/>
        </p:nvSpPr>
        <p:spPr bwMode="auto">
          <a:xfrm>
            <a:off x="7378700" y="2981325"/>
            <a:ext cx="534988" cy="290513"/>
          </a:xfrm>
          <a:custGeom>
            <a:avLst/>
            <a:gdLst>
              <a:gd name="T0" fmla="*/ 0 w 337"/>
              <a:gd name="T1" fmla="*/ 2147483646 h 183"/>
              <a:gd name="T2" fmla="*/ 0 w 337"/>
              <a:gd name="T3" fmla="*/ 0 h 183"/>
              <a:gd name="T4" fmla="*/ 2147483646 w 337"/>
              <a:gd name="T5" fmla="*/ 0 h 183"/>
              <a:gd name="T6" fmla="*/ 2147483646 w 337"/>
              <a:gd name="T7" fmla="*/ 2147483646 h 183"/>
              <a:gd name="T8" fmla="*/ 0 w 337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7"/>
              <a:gd name="T16" fmla="*/ 0 h 183"/>
              <a:gd name="T17" fmla="*/ 337 w 337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7" name="Freeform 12">
            <a:extLst>
              <a:ext uri="{FF2B5EF4-FFF2-40B4-BE49-F238E27FC236}">
                <a16:creationId xmlns:a16="http://schemas.microsoft.com/office/drawing/2014/main" id="{9DFC2D53-BD4E-4DEB-BC8A-826D507F18EB}"/>
              </a:ext>
            </a:extLst>
          </p:cNvPr>
          <p:cNvSpPr>
            <a:spLocks/>
          </p:cNvSpPr>
          <p:nvPr/>
        </p:nvSpPr>
        <p:spPr bwMode="auto">
          <a:xfrm>
            <a:off x="7645400" y="2981325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8" name="Freeform 13">
            <a:extLst>
              <a:ext uri="{FF2B5EF4-FFF2-40B4-BE49-F238E27FC236}">
                <a16:creationId xmlns:a16="http://schemas.microsoft.com/office/drawing/2014/main" id="{79F64598-B047-4B39-8D4C-489AA0589AAA}"/>
              </a:ext>
            </a:extLst>
          </p:cNvPr>
          <p:cNvSpPr>
            <a:spLocks/>
          </p:cNvSpPr>
          <p:nvPr/>
        </p:nvSpPr>
        <p:spPr bwMode="auto">
          <a:xfrm>
            <a:off x="8016875" y="2981325"/>
            <a:ext cx="533400" cy="290513"/>
          </a:xfrm>
          <a:custGeom>
            <a:avLst/>
            <a:gdLst>
              <a:gd name="T0" fmla="*/ 0 w 336"/>
              <a:gd name="T1" fmla="*/ 2147483646 h 183"/>
              <a:gd name="T2" fmla="*/ 0 w 336"/>
              <a:gd name="T3" fmla="*/ 0 h 183"/>
              <a:gd name="T4" fmla="*/ 2147483646 w 336"/>
              <a:gd name="T5" fmla="*/ 0 h 183"/>
              <a:gd name="T6" fmla="*/ 2147483646 w 336"/>
              <a:gd name="T7" fmla="*/ 2147483646 h 183"/>
              <a:gd name="T8" fmla="*/ 0 w 336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183"/>
              <a:gd name="T17" fmla="*/ 336 w 336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183">
                <a:moveTo>
                  <a:pt x="0" y="182"/>
                </a:moveTo>
                <a:lnTo>
                  <a:pt x="0" y="0"/>
                </a:lnTo>
                <a:lnTo>
                  <a:pt x="335" y="0"/>
                </a:lnTo>
                <a:lnTo>
                  <a:pt x="335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89" name="Freeform 14">
            <a:extLst>
              <a:ext uri="{FF2B5EF4-FFF2-40B4-BE49-F238E27FC236}">
                <a16:creationId xmlns:a16="http://schemas.microsoft.com/office/drawing/2014/main" id="{35F1802A-7EC1-446C-B121-F377BE5CC508}"/>
              </a:ext>
            </a:extLst>
          </p:cNvPr>
          <p:cNvSpPr>
            <a:spLocks/>
          </p:cNvSpPr>
          <p:nvPr/>
        </p:nvSpPr>
        <p:spPr bwMode="auto">
          <a:xfrm>
            <a:off x="8283575" y="2981325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0" name="Freeform 15">
            <a:extLst>
              <a:ext uri="{FF2B5EF4-FFF2-40B4-BE49-F238E27FC236}">
                <a16:creationId xmlns:a16="http://schemas.microsoft.com/office/drawing/2014/main" id="{2FD3134F-B76D-4DDD-A9D6-F9DEED079889}"/>
              </a:ext>
            </a:extLst>
          </p:cNvPr>
          <p:cNvSpPr>
            <a:spLocks/>
          </p:cNvSpPr>
          <p:nvPr/>
        </p:nvSpPr>
        <p:spPr bwMode="auto">
          <a:xfrm>
            <a:off x="8655050" y="2981325"/>
            <a:ext cx="533400" cy="290513"/>
          </a:xfrm>
          <a:custGeom>
            <a:avLst/>
            <a:gdLst>
              <a:gd name="T0" fmla="*/ 0 w 336"/>
              <a:gd name="T1" fmla="*/ 2147483646 h 183"/>
              <a:gd name="T2" fmla="*/ 0 w 336"/>
              <a:gd name="T3" fmla="*/ 0 h 183"/>
              <a:gd name="T4" fmla="*/ 2147483646 w 336"/>
              <a:gd name="T5" fmla="*/ 0 h 183"/>
              <a:gd name="T6" fmla="*/ 2147483646 w 336"/>
              <a:gd name="T7" fmla="*/ 2147483646 h 183"/>
              <a:gd name="T8" fmla="*/ 0 w 336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183"/>
              <a:gd name="T17" fmla="*/ 336 w 336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183">
                <a:moveTo>
                  <a:pt x="0" y="182"/>
                </a:moveTo>
                <a:lnTo>
                  <a:pt x="0" y="0"/>
                </a:lnTo>
                <a:lnTo>
                  <a:pt x="335" y="0"/>
                </a:lnTo>
                <a:lnTo>
                  <a:pt x="335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1" name="Freeform 16">
            <a:extLst>
              <a:ext uri="{FF2B5EF4-FFF2-40B4-BE49-F238E27FC236}">
                <a16:creationId xmlns:a16="http://schemas.microsoft.com/office/drawing/2014/main" id="{1075466D-92E4-4FE9-A223-DF6AC3C1F2E0}"/>
              </a:ext>
            </a:extLst>
          </p:cNvPr>
          <p:cNvSpPr>
            <a:spLocks/>
          </p:cNvSpPr>
          <p:nvPr/>
        </p:nvSpPr>
        <p:spPr bwMode="auto">
          <a:xfrm>
            <a:off x="8923338" y="2981325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2" name="Freeform 17">
            <a:extLst>
              <a:ext uri="{FF2B5EF4-FFF2-40B4-BE49-F238E27FC236}">
                <a16:creationId xmlns:a16="http://schemas.microsoft.com/office/drawing/2014/main" id="{D7C75D6B-FE72-46CA-89E4-4D0363264EEC}"/>
              </a:ext>
            </a:extLst>
          </p:cNvPr>
          <p:cNvSpPr>
            <a:spLocks/>
          </p:cNvSpPr>
          <p:nvPr/>
        </p:nvSpPr>
        <p:spPr bwMode="auto">
          <a:xfrm>
            <a:off x="9294813" y="2981325"/>
            <a:ext cx="534987" cy="290513"/>
          </a:xfrm>
          <a:custGeom>
            <a:avLst/>
            <a:gdLst>
              <a:gd name="T0" fmla="*/ 0 w 337"/>
              <a:gd name="T1" fmla="*/ 2147483646 h 183"/>
              <a:gd name="T2" fmla="*/ 0 w 337"/>
              <a:gd name="T3" fmla="*/ 0 h 183"/>
              <a:gd name="T4" fmla="*/ 2147483646 w 337"/>
              <a:gd name="T5" fmla="*/ 0 h 183"/>
              <a:gd name="T6" fmla="*/ 2147483646 w 337"/>
              <a:gd name="T7" fmla="*/ 2147483646 h 183"/>
              <a:gd name="T8" fmla="*/ 0 w 337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7"/>
              <a:gd name="T16" fmla="*/ 0 h 183"/>
              <a:gd name="T17" fmla="*/ 337 w 337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3" name="Freeform 18">
            <a:extLst>
              <a:ext uri="{FF2B5EF4-FFF2-40B4-BE49-F238E27FC236}">
                <a16:creationId xmlns:a16="http://schemas.microsoft.com/office/drawing/2014/main" id="{D8460902-0959-4361-BEBE-E031BB910777}"/>
              </a:ext>
            </a:extLst>
          </p:cNvPr>
          <p:cNvSpPr>
            <a:spLocks/>
          </p:cNvSpPr>
          <p:nvPr/>
        </p:nvSpPr>
        <p:spPr bwMode="auto">
          <a:xfrm>
            <a:off x="9561513" y="2981325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4" name="Freeform 19">
            <a:extLst>
              <a:ext uri="{FF2B5EF4-FFF2-40B4-BE49-F238E27FC236}">
                <a16:creationId xmlns:a16="http://schemas.microsoft.com/office/drawing/2014/main" id="{33515AA3-CC9F-4A44-A47E-494DB4BE04D6}"/>
              </a:ext>
            </a:extLst>
          </p:cNvPr>
          <p:cNvSpPr>
            <a:spLocks/>
          </p:cNvSpPr>
          <p:nvPr/>
        </p:nvSpPr>
        <p:spPr bwMode="auto">
          <a:xfrm>
            <a:off x="9923463" y="2981325"/>
            <a:ext cx="533400" cy="290513"/>
          </a:xfrm>
          <a:custGeom>
            <a:avLst/>
            <a:gdLst>
              <a:gd name="T0" fmla="*/ 0 w 336"/>
              <a:gd name="T1" fmla="*/ 2147483646 h 183"/>
              <a:gd name="T2" fmla="*/ 0 w 336"/>
              <a:gd name="T3" fmla="*/ 0 h 183"/>
              <a:gd name="T4" fmla="*/ 2147483646 w 336"/>
              <a:gd name="T5" fmla="*/ 0 h 183"/>
              <a:gd name="T6" fmla="*/ 2147483646 w 336"/>
              <a:gd name="T7" fmla="*/ 2147483646 h 183"/>
              <a:gd name="T8" fmla="*/ 0 w 336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6"/>
              <a:gd name="T16" fmla="*/ 0 h 183"/>
              <a:gd name="T17" fmla="*/ 336 w 336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6" h="183">
                <a:moveTo>
                  <a:pt x="0" y="182"/>
                </a:moveTo>
                <a:lnTo>
                  <a:pt x="0" y="0"/>
                </a:lnTo>
                <a:lnTo>
                  <a:pt x="335" y="0"/>
                </a:lnTo>
                <a:lnTo>
                  <a:pt x="335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5" name="Freeform 20">
            <a:extLst>
              <a:ext uri="{FF2B5EF4-FFF2-40B4-BE49-F238E27FC236}">
                <a16:creationId xmlns:a16="http://schemas.microsoft.com/office/drawing/2014/main" id="{1B28B56A-E6B6-47B8-BF4F-1C0769255FAC}"/>
              </a:ext>
            </a:extLst>
          </p:cNvPr>
          <p:cNvSpPr>
            <a:spLocks/>
          </p:cNvSpPr>
          <p:nvPr/>
        </p:nvSpPr>
        <p:spPr bwMode="auto">
          <a:xfrm>
            <a:off x="10188575" y="2981325"/>
            <a:ext cx="1588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6" name="Freeform 21">
            <a:extLst>
              <a:ext uri="{FF2B5EF4-FFF2-40B4-BE49-F238E27FC236}">
                <a16:creationId xmlns:a16="http://schemas.microsoft.com/office/drawing/2014/main" id="{EC199F11-58A9-44F4-84DF-C51782A2AAF5}"/>
              </a:ext>
            </a:extLst>
          </p:cNvPr>
          <p:cNvSpPr>
            <a:spLocks/>
          </p:cNvSpPr>
          <p:nvPr/>
        </p:nvSpPr>
        <p:spPr bwMode="auto">
          <a:xfrm>
            <a:off x="10539413" y="2981325"/>
            <a:ext cx="534987" cy="290513"/>
          </a:xfrm>
          <a:custGeom>
            <a:avLst/>
            <a:gdLst>
              <a:gd name="T0" fmla="*/ 0 w 337"/>
              <a:gd name="T1" fmla="*/ 2147483646 h 183"/>
              <a:gd name="T2" fmla="*/ 0 w 337"/>
              <a:gd name="T3" fmla="*/ 0 h 183"/>
              <a:gd name="T4" fmla="*/ 2147483646 w 337"/>
              <a:gd name="T5" fmla="*/ 0 h 183"/>
              <a:gd name="T6" fmla="*/ 2147483646 w 337"/>
              <a:gd name="T7" fmla="*/ 2147483646 h 183"/>
              <a:gd name="T8" fmla="*/ 0 w 337"/>
              <a:gd name="T9" fmla="*/ 2147483646 h 1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7"/>
              <a:gd name="T16" fmla="*/ 0 h 183"/>
              <a:gd name="T17" fmla="*/ 337 w 337"/>
              <a:gd name="T18" fmla="*/ 183 h 1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7" h="183">
                <a:moveTo>
                  <a:pt x="0" y="182"/>
                </a:moveTo>
                <a:lnTo>
                  <a:pt x="0" y="0"/>
                </a:lnTo>
                <a:lnTo>
                  <a:pt x="336" y="0"/>
                </a:lnTo>
                <a:lnTo>
                  <a:pt x="336" y="182"/>
                </a:lnTo>
                <a:lnTo>
                  <a:pt x="0" y="182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7" name="Freeform 22">
            <a:extLst>
              <a:ext uri="{FF2B5EF4-FFF2-40B4-BE49-F238E27FC236}">
                <a16:creationId xmlns:a16="http://schemas.microsoft.com/office/drawing/2014/main" id="{9351DD1B-2D91-41DB-B685-B2E99D3DA895}"/>
              </a:ext>
            </a:extLst>
          </p:cNvPr>
          <p:cNvSpPr>
            <a:spLocks/>
          </p:cNvSpPr>
          <p:nvPr/>
        </p:nvSpPr>
        <p:spPr bwMode="auto">
          <a:xfrm>
            <a:off x="10806113" y="2981325"/>
            <a:ext cx="1587" cy="290513"/>
          </a:xfrm>
          <a:custGeom>
            <a:avLst/>
            <a:gdLst>
              <a:gd name="T0" fmla="*/ 0 w 1"/>
              <a:gd name="T1" fmla="*/ 0 h 183"/>
              <a:gd name="T2" fmla="*/ 0 w 1"/>
              <a:gd name="T3" fmla="*/ 2147483646 h 183"/>
              <a:gd name="T4" fmla="*/ 0 w 1"/>
              <a:gd name="T5" fmla="*/ 0 h 183"/>
              <a:gd name="T6" fmla="*/ 0 60000 65536"/>
              <a:gd name="T7" fmla="*/ 0 60000 65536"/>
              <a:gd name="T8" fmla="*/ 0 60000 65536"/>
              <a:gd name="T9" fmla="*/ 0 w 1"/>
              <a:gd name="T10" fmla="*/ 0 h 183"/>
              <a:gd name="T11" fmla="*/ 1 w 1"/>
              <a:gd name="T12" fmla="*/ 183 h 1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3">
                <a:moveTo>
                  <a:pt x="0" y="0"/>
                </a:moveTo>
                <a:lnTo>
                  <a:pt x="0" y="18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8" name="Freeform 23">
            <a:extLst>
              <a:ext uri="{FF2B5EF4-FFF2-40B4-BE49-F238E27FC236}">
                <a16:creationId xmlns:a16="http://schemas.microsoft.com/office/drawing/2014/main" id="{538B4FE0-ED57-4B77-BDB2-40B85419F6B2}"/>
              </a:ext>
            </a:extLst>
          </p:cNvPr>
          <p:cNvSpPr>
            <a:spLocks/>
          </p:cNvSpPr>
          <p:nvPr/>
        </p:nvSpPr>
        <p:spPr bwMode="auto">
          <a:xfrm>
            <a:off x="6049963" y="2003425"/>
            <a:ext cx="841375" cy="336550"/>
          </a:xfrm>
          <a:custGeom>
            <a:avLst/>
            <a:gdLst>
              <a:gd name="T0" fmla="*/ 0 w 530"/>
              <a:gd name="T1" fmla="*/ 2147483646 h 212"/>
              <a:gd name="T2" fmla="*/ 0 w 530"/>
              <a:gd name="T3" fmla="*/ 0 h 212"/>
              <a:gd name="T4" fmla="*/ 2147483646 w 530"/>
              <a:gd name="T5" fmla="*/ 0 h 212"/>
              <a:gd name="T6" fmla="*/ 2147483646 w 530"/>
              <a:gd name="T7" fmla="*/ 2147483646 h 212"/>
              <a:gd name="T8" fmla="*/ 0 w 530"/>
              <a:gd name="T9" fmla="*/ 2147483646 h 2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0"/>
              <a:gd name="T16" fmla="*/ 0 h 212"/>
              <a:gd name="T17" fmla="*/ 530 w 530"/>
              <a:gd name="T18" fmla="*/ 212 h 2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0" h="212">
                <a:moveTo>
                  <a:pt x="0" y="211"/>
                </a:moveTo>
                <a:lnTo>
                  <a:pt x="0" y="0"/>
                </a:lnTo>
                <a:lnTo>
                  <a:pt x="529" y="0"/>
                </a:lnTo>
                <a:lnTo>
                  <a:pt x="529" y="211"/>
                </a:lnTo>
                <a:lnTo>
                  <a:pt x="0" y="2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199" name="Freeform 24">
            <a:extLst>
              <a:ext uri="{FF2B5EF4-FFF2-40B4-BE49-F238E27FC236}">
                <a16:creationId xmlns:a16="http://schemas.microsoft.com/office/drawing/2014/main" id="{B1F3457F-D41B-47C5-B240-8826152C1C4E}"/>
              </a:ext>
            </a:extLst>
          </p:cNvPr>
          <p:cNvSpPr>
            <a:spLocks/>
          </p:cNvSpPr>
          <p:nvPr/>
        </p:nvSpPr>
        <p:spPr bwMode="auto">
          <a:xfrm>
            <a:off x="6430963" y="2003425"/>
            <a:ext cx="1587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147483646 h 204"/>
              <a:gd name="T4" fmla="*/ 0 w 1"/>
              <a:gd name="T5" fmla="*/ 0 h 204"/>
              <a:gd name="T6" fmla="*/ 0 60000 65536"/>
              <a:gd name="T7" fmla="*/ 0 60000 65536"/>
              <a:gd name="T8" fmla="*/ 0 60000 65536"/>
              <a:gd name="T9" fmla="*/ 0 w 1"/>
              <a:gd name="T10" fmla="*/ 0 h 204"/>
              <a:gd name="T11" fmla="*/ 1 w 1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0" name="Freeform 25">
            <a:extLst>
              <a:ext uri="{FF2B5EF4-FFF2-40B4-BE49-F238E27FC236}">
                <a16:creationId xmlns:a16="http://schemas.microsoft.com/office/drawing/2014/main" id="{DF2E2D1D-BD5C-43C4-8657-D0949C844B01}"/>
              </a:ext>
            </a:extLst>
          </p:cNvPr>
          <p:cNvSpPr>
            <a:spLocks/>
          </p:cNvSpPr>
          <p:nvPr/>
        </p:nvSpPr>
        <p:spPr bwMode="auto">
          <a:xfrm>
            <a:off x="6805613" y="2014538"/>
            <a:ext cx="1587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147483646 h 205"/>
              <a:gd name="T4" fmla="*/ 0 w 1"/>
              <a:gd name="T5" fmla="*/ 0 h 205"/>
              <a:gd name="T6" fmla="*/ 0 60000 65536"/>
              <a:gd name="T7" fmla="*/ 0 60000 65536"/>
              <a:gd name="T8" fmla="*/ 0 60000 65536"/>
              <a:gd name="T9" fmla="*/ 0 w 1"/>
              <a:gd name="T10" fmla="*/ 0 h 205"/>
              <a:gd name="T11" fmla="*/ 1 w 1"/>
              <a:gd name="T12" fmla="*/ 205 h 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1" name="Freeform 26">
            <a:extLst>
              <a:ext uri="{FF2B5EF4-FFF2-40B4-BE49-F238E27FC236}">
                <a16:creationId xmlns:a16="http://schemas.microsoft.com/office/drawing/2014/main" id="{9FA5A9C2-E131-4643-9A59-B68EDDC2238F}"/>
              </a:ext>
            </a:extLst>
          </p:cNvPr>
          <p:cNvSpPr>
            <a:spLocks/>
          </p:cNvSpPr>
          <p:nvPr/>
        </p:nvSpPr>
        <p:spPr bwMode="auto">
          <a:xfrm>
            <a:off x="6132513" y="1990725"/>
            <a:ext cx="1587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47483646 h 212"/>
              <a:gd name="T4" fmla="*/ 0 w 1"/>
              <a:gd name="T5" fmla="*/ 0 h 212"/>
              <a:gd name="T6" fmla="*/ 0 60000 65536"/>
              <a:gd name="T7" fmla="*/ 0 60000 65536"/>
              <a:gd name="T8" fmla="*/ 0 60000 65536"/>
              <a:gd name="T9" fmla="*/ 0 w 1"/>
              <a:gd name="T10" fmla="*/ 0 h 212"/>
              <a:gd name="T11" fmla="*/ 1 w 1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2" name="Freeform 27">
            <a:extLst>
              <a:ext uri="{FF2B5EF4-FFF2-40B4-BE49-F238E27FC236}">
                <a16:creationId xmlns:a16="http://schemas.microsoft.com/office/drawing/2014/main" id="{931F051D-86CA-4821-A914-BFC86A1C102B}"/>
              </a:ext>
            </a:extLst>
          </p:cNvPr>
          <p:cNvSpPr>
            <a:spLocks/>
          </p:cNvSpPr>
          <p:nvPr/>
        </p:nvSpPr>
        <p:spPr bwMode="auto">
          <a:xfrm>
            <a:off x="6518275" y="2003425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147483646 h 204"/>
              <a:gd name="T4" fmla="*/ 0 w 1"/>
              <a:gd name="T5" fmla="*/ 0 h 204"/>
              <a:gd name="T6" fmla="*/ 0 60000 65536"/>
              <a:gd name="T7" fmla="*/ 0 60000 65536"/>
              <a:gd name="T8" fmla="*/ 0 60000 65536"/>
              <a:gd name="T9" fmla="*/ 0 w 1"/>
              <a:gd name="T10" fmla="*/ 0 h 204"/>
              <a:gd name="T11" fmla="*/ 1 w 1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3" name="Freeform 28">
            <a:extLst>
              <a:ext uri="{FF2B5EF4-FFF2-40B4-BE49-F238E27FC236}">
                <a16:creationId xmlns:a16="http://schemas.microsoft.com/office/drawing/2014/main" id="{F90D5A11-61C3-49E6-8D80-187A63D29EBE}"/>
              </a:ext>
            </a:extLst>
          </p:cNvPr>
          <p:cNvSpPr>
            <a:spLocks/>
          </p:cNvSpPr>
          <p:nvPr/>
        </p:nvSpPr>
        <p:spPr bwMode="auto">
          <a:xfrm>
            <a:off x="5751513" y="2279650"/>
            <a:ext cx="331787" cy="646113"/>
          </a:xfrm>
          <a:custGeom>
            <a:avLst/>
            <a:gdLst>
              <a:gd name="T0" fmla="*/ 2147483646 w 209"/>
              <a:gd name="T1" fmla="*/ 0 h 407"/>
              <a:gd name="T2" fmla="*/ 0 w 209"/>
              <a:gd name="T3" fmla="*/ 2147483646 h 407"/>
              <a:gd name="T4" fmla="*/ 2147483646 w 209"/>
              <a:gd name="T5" fmla="*/ 0 h 407"/>
              <a:gd name="T6" fmla="*/ 0 60000 65536"/>
              <a:gd name="T7" fmla="*/ 0 60000 65536"/>
              <a:gd name="T8" fmla="*/ 0 60000 65536"/>
              <a:gd name="T9" fmla="*/ 0 w 209"/>
              <a:gd name="T10" fmla="*/ 0 h 407"/>
              <a:gd name="T11" fmla="*/ 209 w 209"/>
              <a:gd name="T12" fmla="*/ 407 h 4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" h="407">
                <a:moveTo>
                  <a:pt x="208" y="0"/>
                </a:moveTo>
                <a:lnTo>
                  <a:pt x="0" y="406"/>
                </a:lnTo>
                <a:lnTo>
                  <a:pt x="208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04" name="Freeform 29">
            <a:extLst>
              <a:ext uri="{FF2B5EF4-FFF2-40B4-BE49-F238E27FC236}">
                <a16:creationId xmlns:a16="http://schemas.microsoft.com/office/drawing/2014/main" id="{C24882A8-65F2-4365-9E00-F4E19DF8EA22}"/>
              </a:ext>
            </a:extLst>
          </p:cNvPr>
          <p:cNvSpPr>
            <a:spLocks/>
          </p:cNvSpPr>
          <p:nvPr/>
        </p:nvSpPr>
        <p:spPr bwMode="auto">
          <a:xfrm>
            <a:off x="5751513" y="2811463"/>
            <a:ext cx="74612" cy="114300"/>
          </a:xfrm>
          <a:custGeom>
            <a:avLst/>
            <a:gdLst>
              <a:gd name="T0" fmla="*/ 2147483646 w 47"/>
              <a:gd name="T1" fmla="*/ 2147483646 h 72"/>
              <a:gd name="T2" fmla="*/ 0 w 47"/>
              <a:gd name="T3" fmla="*/ 2147483646 h 72"/>
              <a:gd name="T4" fmla="*/ 2147483646 w 47"/>
              <a:gd name="T5" fmla="*/ 0 h 72"/>
              <a:gd name="T6" fmla="*/ 2147483646 w 47"/>
              <a:gd name="T7" fmla="*/ 2147483646 h 72"/>
              <a:gd name="T8" fmla="*/ 0 60000 65536"/>
              <a:gd name="T9" fmla="*/ 0 60000 65536"/>
              <a:gd name="T10" fmla="*/ 0 60000 65536"/>
              <a:gd name="T11" fmla="*/ 0 60000 65536"/>
              <a:gd name="T12" fmla="*/ 0 w 47"/>
              <a:gd name="T13" fmla="*/ 0 h 72"/>
              <a:gd name="T14" fmla="*/ 47 w 47"/>
              <a:gd name="T15" fmla="*/ 72 h 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7" h="72">
                <a:moveTo>
                  <a:pt x="46" y="18"/>
                </a:moveTo>
                <a:lnTo>
                  <a:pt x="0" y="71"/>
                </a:lnTo>
                <a:lnTo>
                  <a:pt x="17" y="0"/>
                </a:lnTo>
                <a:lnTo>
                  <a:pt x="46" y="18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5" name="Freeform 30">
            <a:extLst>
              <a:ext uri="{FF2B5EF4-FFF2-40B4-BE49-F238E27FC236}">
                <a16:creationId xmlns:a16="http://schemas.microsoft.com/office/drawing/2014/main" id="{FA015DD0-5A07-482E-82D6-AD0CDDF1469E}"/>
              </a:ext>
            </a:extLst>
          </p:cNvPr>
          <p:cNvSpPr>
            <a:spLocks/>
          </p:cNvSpPr>
          <p:nvPr/>
        </p:nvSpPr>
        <p:spPr bwMode="auto">
          <a:xfrm>
            <a:off x="6389688" y="2292350"/>
            <a:ext cx="76200" cy="657225"/>
          </a:xfrm>
          <a:custGeom>
            <a:avLst/>
            <a:gdLst>
              <a:gd name="T0" fmla="*/ 2147483646 w 48"/>
              <a:gd name="T1" fmla="*/ 0 h 414"/>
              <a:gd name="T2" fmla="*/ 0 w 48"/>
              <a:gd name="T3" fmla="*/ 2147483646 h 414"/>
              <a:gd name="T4" fmla="*/ 2147483646 w 48"/>
              <a:gd name="T5" fmla="*/ 0 h 414"/>
              <a:gd name="T6" fmla="*/ 0 60000 65536"/>
              <a:gd name="T7" fmla="*/ 0 60000 65536"/>
              <a:gd name="T8" fmla="*/ 0 60000 65536"/>
              <a:gd name="T9" fmla="*/ 0 w 48"/>
              <a:gd name="T10" fmla="*/ 0 h 414"/>
              <a:gd name="T11" fmla="*/ 48 w 48"/>
              <a:gd name="T12" fmla="*/ 414 h 4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" h="414">
                <a:moveTo>
                  <a:pt x="47" y="0"/>
                </a:moveTo>
                <a:lnTo>
                  <a:pt x="0" y="413"/>
                </a:lnTo>
                <a:lnTo>
                  <a:pt x="47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06" name="Freeform 31">
            <a:extLst>
              <a:ext uri="{FF2B5EF4-FFF2-40B4-BE49-F238E27FC236}">
                <a16:creationId xmlns:a16="http://schemas.microsoft.com/office/drawing/2014/main" id="{A21CA690-98DC-4CB6-94DA-7085BD5147C7}"/>
              </a:ext>
            </a:extLst>
          </p:cNvPr>
          <p:cNvSpPr>
            <a:spLocks/>
          </p:cNvSpPr>
          <p:nvPr/>
        </p:nvSpPr>
        <p:spPr bwMode="auto">
          <a:xfrm>
            <a:off x="6375400" y="2830513"/>
            <a:ext cx="53975" cy="119062"/>
          </a:xfrm>
          <a:custGeom>
            <a:avLst/>
            <a:gdLst>
              <a:gd name="T0" fmla="*/ 2147483646 w 34"/>
              <a:gd name="T1" fmla="*/ 2147483646 h 75"/>
              <a:gd name="T2" fmla="*/ 2147483646 w 34"/>
              <a:gd name="T3" fmla="*/ 2147483646 h 75"/>
              <a:gd name="T4" fmla="*/ 0 w 34"/>
              <a:gd name="T5" fmla="*/ 0 h 75"/>
              <a:gd name="T6" fmla="*/ 2147483646 w 34"/>
              <a:gd name="T7" fmla="*/ 2147483646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75"/>
              <a:gd name="T14" fmla="*/ 34 w 34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75">
                <a:moveTo>
                  <a:pt x="33" y="5"/>
                </a:moveTo>
                <a:lnTo>
                  <a:pt x="8" y="74"/>
                </a:lnTo>
                <a:lnTo>
                  <a:pt x="0" y="0"/>
                </a:lnTo>
                <a:lnTo>
                  <a:pt x="33" y="5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7" name="Freeform 32">
            <a:extLst>
              <a:ext uri="{FF2B5EF4-FFF2-40B4-BE49-F238E27FC236}">
                <a16:creationId xmlns:a16="http://schemas.microsoft.com/office/drawing/2014/main" id="{A3A3A642-3C30-40CC-A23B-EA9B06F306AE}"/>
              </a:ext>
            </a:extLst>
          </p:cNvPr>
          <p:cNvSpPr>
            <a:spLocks/>
          </p:cNvSpPr>
          <p:nvPr/>
        </p:nvSpPr>
        <p:spPr bwMode="auto">
          <a:xfrm>
            <a:off x="7027863" y="2292350"/>
            <a:ext cx="214312" cy="646113"/>
          </a:xfrm>
          <a:custGeom>
            <a:avLst/>
            <a:gdLst>
              <a:gd name="T0" fmla="*/ 2147483646 w 135"/>
              <a:gd name="T1" fmla="*/ 0 h 407"/>
              <a:gd name="T2" fmla="*/ 0 w 135"/>
              <a:gd name="T3" fmla="*/ 2147483646 h 407"/>
              <a:gd name="T4" fmla="*/ 2147483646 w 135"/>
              <a:gd name="T5" fmla="*/ 0 h 407"/>
              <a:gd name="T6" fmla="*/ 0 60000 65536"/>
              <a:gd name="T7" fmla="*/ 0 60000 65536"/>
              <a:gd name="T8" fmla="*/ 0 60000 65536"/>
              <a:gd name="T9" fmla="*/ 0 w 135"/>
              <a:gd name="T10" fmla="*/ 0 h 407"/>
              <a:gd name="T11" fmla="*/ 135 w 135"/>
              <a:gd name="T12" fmla="*/ 407 h 4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5" h="407">
                <a:moveTo>
                  <a:pt x="134" y="0"/>
                </a:moveTo>
                <a:lnTo>
                  <a:pt x="0" y="406"/>
                </a:lnTo>
                <a:lnTo>
                  <a:pt x="134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08" name="Freeform 33">
            <a:extLst>
              <a:ext uri="{FF2B5EF4-FFF2-40B4-BE49-F238E27FC236}">
                <a16:creationId xmlns:a16="http://schemas.microsoft.com/office/drawing/2014/main" id="{2E5F3E91-AA23-4803-A899-280A7177D0E7}"/>
              </a:ext>
            </a:extLst>
          </p:cNvPr>
          <p:cNvSpPr>
            <a:spLocks/>
          </p:cNvSpPr>
          <p:nvPr/>
        </p:nvSpPr>
        <p:spPr bwMode="auto">
          <a:xfrm>
            <a:off x="7027863" y="2819400"/>
            <a:ext cx="61912" cy="119063"/>
          </a:xfrm>
          <a:custGeom>
            <a:avLst/>
            <a:gdLst>
              <a:gd name="T0" fmla="*/ 2147483646 w 39"/>
              <a:gd name="T1" fmla="*/ 2147483646 h 75"/>
              <a:gd name="T2" fmla="*/ 0 w 39"/>
              <a:gd name="T3" fmla="*/ 2147483646 h 75"/>
              <a:gd name="T4" fmla="*/ 2147483646 w 39"/>
              <a:gd name="T5" fmla="*/ 0 h 75"/>
              <a:gd name="T6" fmla="*/ 2147483646 w 39"/>
              <a:gd name="T7" fmla="*/ 2147483646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75"/>
              <a:gd name="T14" fmla="*/ 39 w 39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75">
                <a:moveTo>
                  <a:pt x="38" y="12"/>
                </a:moveTo>
                <a:lnTo>
                  <a:pt x="0" y="74"/>
                </a:lnTo>
                <a:lnTo>
                  <a:pt x="7" y="0"/>
                </a:lnTo>
                <a:lnTo>
                  <a:pt x="38" y="12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09" name="Freeform 34">
            <a:extLst>
              <a:ext uri="{FF2B5EF4-FFF2-40B4-BE49-F238E27FC236}">
                <a16:creationId xmlns:a16="http://schemas.microsoft.com/office/drawing/2014/main" id="{EC7A1394-CBAF-4BE1-BCDF-1F462D5FFC52}"/>
              </a:ext>
            </a:extLst>
          </p:cNvPr>
          <p:cNvSpPr>
            <a:spLocks/>
          </p:cNvSpPr>
          <p:nvPr/>
        </p:nvSpPr>
        <p:spPr bwMode="auto">
          <a:xfrm>
            <a:off x="7624763" y="2292350"/>
            <a:ext cx="1587" cy="646113"/>
          </a:xfrm>
          <a:custGeom>
            <a:avLst/>
            <a:gdLst>
              <a:gd name="T0" fmla="*/ 0 w 1"/>
              <a:gd name="T1" fmla="*/ 0 h 407"/>
              <a:gd name="T2" fmla="*/ 0 w 1"/>
              <a:gd name="T3" fmla="*/ 2147483646 h 407"/>
              <a:gd name="T4" fmla="*/ 0 w 1"/>
              <a:gd name="T5" fmla="*/ 0 h 407"/>
              <a:gd name="T6" fmla="*/ 0 60000 65536"/>
              <a:gd name="T7" fmla="*/ 0 60000 65536"/>
              <a:gd name="T8" fmla="*/ 0 60000 65536"/>
              <a:gd name="T9" fmla="*/ 0 w 1"/>
              <a:gd name="T10" fmla="*/ 0 h 407"/>
              <a:gd name="T11" fmla="*/ 1 w 1"/>
              <a:gd name="T12" fmla="*/ 407 h 4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07">
                <a:moveTo>
                  <a:pt x="0" y="0"/>
                </a:moveTo>
                <a:lnTo>
                  <a:pt x="0" y="406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10" name="Freeform 35">
            <a:extLst>
              <a:ext uri="{FF2B5EF4-FFF2-40B4-BE49-F238E27FC236}">
                <a16:creationId xmlns:a16="http://schemas.microsoft.com/office/drawing/2014/main" id="{7553C959-B130-4B59-9195-18ABD5F6AF61}"/>
              </a:ext>
            </a:extLst>
          </p:cNvPr>
          <p:cNvSpPr>
            <a:spLocks/>
          </p:cNvSpPr>
          <p:nvPr/>
        </p:nvSpPr>
        <p:spPr bwMode="auto">
          <a:xfrm>
            <a:off x="7597775" y="2822575"/>
            <a:ext cx="53975" cy="115888"/>
          </a:xfrm>
          <a:custGeom>
            <a:avLst/>
            <a:gdLst>
              <a:gd name="T0" fmla="*/ 2147483646 w 34"/>
              <a:gd name="T1" fmla="*/ 0 h 73"/>
              <a:gd name="T2" fmla="*/ 2147483646 w 34"/>
              <a:gd name="T3" fmla="*/ 2147483646 h 73"/>
              <a:gd name="T4" fmla="*/ 0 w 34"/>
              <a:gd name="T5" fmla="*/ 0 h 73"/>
              <a:gd name="T6" fmla="*/ 2147483646 w 34"/>
              <a:gd name="T7" fmla="*/ 0 h 73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73"/>
              <a:gd name="T14" fmla="*/ 34 w 34"/>
              <a:gd name="T15" fmla="*/ 73 h 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73">
                <a:moveTo>
                  <a:pt x="33" y="0"/>
                </a:moveTo>
                <a:lnTo>
                  <a:pt x="17" y="72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1" name="Freeform 36">
            <a:extLst>
              <a:ext uri="{FF2B5EF4-FFF2-40B4-BE49-F238E27FC236}">
                <a16:creationId xmlns:a16="http://schemas.microsoft.com/office/drawing/2014/main" id="{77F641D3-FCB0-49D5-A764-190C30CA8143}"/>
              </a:ext>
            </a:extLst>
          </p:cNvPr>
          <p:cNvSpPr>
            <a:spLocks/>
          </p:cNvSpPr>
          <p:nvPr/>
        </p:nvSpPr>
        <p:spPr bwMode="auto">
          <a:xfrm>
            <a:off x="7175500" y="1176338"/>
            <a:ext cx="842963" cy="333375"/>
          </a:xfrm>
          <a:custGeom>
            <a:avLst/>
            <a:gdLst>
              <a:gd name="T0" fmla="*/ 0 w 531"/>
              <a:gd name="T1" fmla="*/ 2147483646 h 210"/>
              <a:gd name="T2" fmla="*/ 0 w 531"/>
              <a:gd name="T3" fmla="*/ 0 h 210"/>
              <a:gd name="T4" fmla="*/ 2147483646 w 531"/>
              <a:gd name="T5" fmla="*/ 0 h 210"/>
              <a:gd name="T6" fmla="*/ 2147483646 w 531"/>
              <a:gd name="T7" fmla="*/ 2147483646 h 210"/>
              <a:gd name="T8" fmla="*/ 0 w 531"/>
              <a:gd name="T9" fmla="*/ 2147483646 h 21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1"/>
              <a:gd name="T16" fmla="*/ 0 h 210"/>
              <a:gd name="T17" fmla="*/ 531 w 531"/>
              <a:gd name="T18" fmla="*/ 210 h 21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1" h="210">
                <a:moveTo>
                  <a:pt x="0" y="209"/>
                </a:moveTo>
                <a:lnTo>
                  <a:pt x="0" y="0"/>
                </a:lnTo>
                <a:lnTo>
                  <a:pt x="530" y="0"/>
                </a:lnTo>
                <a:lnTo>
                  <a:pt x="530" y="209"/>
                </a:lnTo>
                <a:lnTo>
                  <a:pt x="0" y="209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2" name="Freeform 37">
            <a:extLst>
              <a:ext uri="{FF2B5EF4-FFF2-40B4-BE49-F238E27FC236}">
                <a16:creationId xmlns:a16="http://schemas.microsoft.com/office/drawing/2014/main" id="{FB0147F0-840D-492E-9E6F-2A5B1AB23011}"/>
              </a:ext>
            </a:extLst>
          </p:cNvPr>
          <p:cNvSpPr>
            <a:spLocks/>
          </p:cNvSpPr>
          <p:nvPr/>
        </p:nvSpPr>
        <p:spPr bwMode="auto">
          <a:xfrm>
            <a:off x="7559675" y="1176338"/>
            <a:ext cx="1588" cy="322262"/>
          </a:xfrm>
          <a:custGeom>
            <a:avLst/>
            <a:gdLst>
              <a:gd name="T0" fmla="*/ 0 w 1"/>
              <a:gd name="T1" fmla="*/ 0 h 203"/>
              <a:gd name="T2" fmla="*/ 0 w 1"/>
              <a:gd name="T3" fmla="*/ 2147483646 h 203"/>
              <a:gd name="T4" fmla="*/ 0 w 1"/>
              <a:gd name="T5" fmla="*/ 0 h 203"/>
              <a:gd name="T6" fmla="*/ 0 60000 65536"/>
              <a:gd name="T7" fmla="*/ 0 60000 65536"/>
              <a:gd name="T8" fmla="*/ 0 60000 65536"/>
              <a:gd name="T9" fmla="*/ 0 w 1"/>
              <a:gd name="T10" fmla="*/ 0 h 203"/>
              <a:gd name="T11" fmla="*/ 1 w 1"/>
              <a:gd name="T12" fmla="*/ 203 h 2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3">
                <a:moveTo>
                  <a:pt x="0" y="0"/>
                </a:moveTo>
                <a:lnTo>
                  <a:pt x="0" y="20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3" name="Freeform 38">
            <a:extLst>
              <a:ext uri="{FF2B5EF4-FFF2-40B4-BE49-F238E27FC236}">
                <a16:creationId xmlns:a16="http://schemas.microsoft.com/office/drawing/2014/main" id="{0DA87143-AEA5-499B-AB9E-D8677983EDF7}"/>
              </a:ext>
            </a:extLst>
          </p:cNvPr>
          <p:cNvSpPr>
            <a:spLocks/>
          </p:cNvSpPr>
          <p:nvPr/>
        </p:nvSpPr>
        <p:spPr bwMode="auto">
          <a:xfrm>
            <a:off x="7932738" y="1187450"/>
            <a:ext cx="1587" cy="322263"/>
          </a:xfrm>
          <a:custGeom>
            <a:avLst/>
            <a:gdLst>
              <a:gd name="T0" fmla="*/ 0 w 1"/>
              <a:gd name="T1" fmla="*/ 0 h 203"/>
              <a:gd name="T2" fmla="*/ 0 w 1"/>
              <a:gd name="T3" fmla="*/ 2147483646 h 203"/>
              <a:gd name="T4" fmla="*/ 0 w 1"/>
              <a:gd name="T5" fmla="*/ 0 h 203"/>
              <a:gd name="T6" fmla="*/ 0 60000 65536"/>
              <a:gd name="T7" fmla="*/ 0 60000 65536"/>
              <a:gd name="T8" fmla="*/ 0 60000 65536"/>
              <a:gd name="T9" fmla="*/ 0 w 1"/>
              <a:gd name="T10" fmla="*/ 0 h 203"/>
              <a:gd name="T11" fmla="*/ 1 w 1"/>
              <a:gd name="T12" fmla="*/ 203 h 2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3">
                <a:moveTo>
                  <a:pt x="0" y="0"/>
                </a:moveTo>
                <a:lnTo>
                  <a:pt x="0" y="20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4" name="Freeform 39">
            <a:extLst>
              <a:ext uri="{FF2B5EF4-FFF2-40B4-BE49-F238E27FC236}">
                <a16:creationId xmlns:a16="http://schemas.microsoft.com/office/drawing/2014/main" id="{19A102FD-3422-4475-A487-1D097EC4F557}"/>
              </a:ext>
            </a:extLst>
          </p:cNvPr>
          <p:cNvSpPr>
            <a:spLocks/>
          </p:cNvSpPr>
          <p:nvPr/>
        </p:nvSpPr>
        <p:spPr bwMode="auto">
          <a:xfrm>
            <a:off x="7262813" y="1162050"/>
            <a:ext cx="1587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47483646 h 212"/>
              <a:gd name="T4" fmla="*/ 0 w 1"/>
              <a:gd name="T5" fmla="*/ 0 h 212"/>
              <a:gd name="T6" fmla="*/ 0 60000 65536"/>
              <a:gd name="T7" fmla="*/ 0 60000 65536"/>
              <a:gd name="T8" fmla="*/ 0 60000 65536"/>
              <a:gd name="T9" fmla="*/ 0 w 1"/>
              <a:gd name="T10" fmla="*/ 0 h 212"/>
              <a:gd name="T11" fmla="*/ 1 w 1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5" name="Freeform 40">
            <a:extLst>
              <a:ext uri="{FF2B5EF4-FFF2-40B4-BE49-F238E27FC236}">
                <a16:creationId xmlns:a16="http://schemas.microsoft.com/office/drawing/2014/main" id="{128BD003-6DC9-4A60-8577-A483230CD9B2}"/>
              </a:ext>
            </a:extLst>
          </p:cNvPr>
          <p:cNvSpPr>
            <a:spLocks/>
          </p:cNvSpPr>
          <p:nvPr/>
        </p:nvSpPr>
        <p:spPr bwMode="auto">
          <a:xfrm>
            <a:off x="7645400" y="1176338"/>
            <a:ext cx="1588" cy="322262"/>
          </a:xfrm>
          <a:custGeom>
            <a:avLst/>
            <a:gdLst>
              <a:gd name="T0" fmla="*/ 0 w 1"/>
              <a:gd name="T1" fmla="*/ 0 h 203"/>
              <a:gd name="T2" fmla="*/ 0 w 1"/>
              <a:gd name="T3" fmla="*/ 2147483646 h 203"/>
              <a:gd name="T4" fmla="*/ 0 w 1"/>
              <a:gd name="T5" fmla="*/ 0 h 203"/>
              <a:gd name="T6" fmla="*/ 0 60000 65536"/>
              <a:gd name="T7" fmla="*/ 0 60000 65536"/>
              <a:gd name="T8" fmla="*/ 0 60000 65536"/>
              <a:gd name="T9" fmla="*/ 0 w 1"/>
              <a:gd name="T10" fmla="*/ 0 h 203"/>
              <a:gd name="T11" fmla="*/ 1 w 1"/>
              <a:gd name="T12" fmla="*/ 203 h 2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3">
                <a:moveTo>
                  <a:pt x="0" y="0"/>
                </a:moveTo>
                <a:lnTo>
                  <a:pt x="0" y="20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6" name="Freeform 41">
            <a:extLst>
              <a:ext uri="{FF2B5EF4-FFF2-40B4-BE49-F238E27FC236}">
                <a16:creationId xmlns:a16="http://schemas.microsoft.com/office/drawing/2014/main" id="{ACC77DC6-A0E1-4EA7-B9C9-58EA894BF94F}"/>
              </a:ext>
            </a:extLst>
          </p:cNvPr>
          <p:cNvSpPr>
            <a:spLocks/>
          </p:cNvSpPr>
          <p:nvPr/>
        </p:nvSpPr>
        <p:spPr bwMode="auto">
          <a:xfrm>
            <a:off x="7199313" y="2014538"/>
            <a:ext cx="841375" cy="336550"/>
          </a:xfrm>
          <a:custGeom>
            <a:avLst/>
            <a:gdLst>
              <a:gd name="T0" fmla="*/ 0 w 530"/>
              <a:gd name="T1" fmla="*/ 2147483646 h 212"/>
              <a:gd name="T2" fmla="*/ 0 w 530"/>
              <a:gd name="T3" fmla="*/ 0 h 212"/>
              <a:gd name="T4" fmla="*/ 2147483646 w 530"/>
              <a:gd name="T5" fmla="*/ 0 h 212"/>
              <a:gd name="T6" fmla="*/ 2147483646 w 530"/>
              <a:gd name="T7" fmla="*/ 2147483646 h 212"/>
              <a:gd name="T8" fmla="*/ 0 w 530"/>
              <a:gd name="T9" fmla="*/ 2147483646 h 2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0"/>
              <a:gd name="T16" fmla="*/ 0 h 212"/>
              <a:gd name="T17" fmla="*/ 530 w 530"/>
              <a:gd name="T18" fmla="*/ 212 h 2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0" h="212">
                <a:moveTo>
                  <a:pt x="0" y="211"/>
                </a:moveTo>
                <a:lnTo>
                  <a:pt x="0" y="0"/>
                </a:lnTo>
                <a:lnTo>
                  <a:pt x="529" y="0"/>
                </a:lnTo>
                <a:lnTo>
                  <a:pt x="529" y="211"/>
                </a:lnTo>
                <a:lnTo>
                  <a:pt x="0" y="2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7" name="Freeform 42">
            <a:extLst>
              <a:ext uri="{FF2B5EF4-FFF2-40B4-BE49-F238E27FC236}">
                <a16:creationId xmlns:a16="http://schemas.microsoft.com/office/drawing/2014/main" id="{CF05DC88-57D7-467F-B213-917B73EAB273}"/>
              </a:ext>
            </a:extLst>
          </p:cNvPr>
          <p:cNvSpPr>
            <a:spLocks/>
          </p:cNvSpPr>
          <p:nvPr/>
        </p:nvSpPr>
        <p:spPr bwMode="auto">
          <a:xfrm>
            <a:off x="7581900" y="2014538"/>
            <a:ext cx="1588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147483646 h 205"/>
              <a:gd name="T4" fmla="*/ 0 w 1"/>
              <a:gd name="T5" fmla="*/ 0 h 205"/>
              <a:gd name="T6" fmla="*/ 0 60000 65536"/>
              <a:gd name="T7" fmla="*/ 0 60000 65536"/>
              <a:gd name="T8" fmla="*/ 0 60000 65536"/>
              <a:gd name="T9" fmla="*/ 0 w 1"/>
              <a:gd name="T10" fmla="*/ 0 h 205"/>
              <a:gd name="T11" fmla="*/ 1 w 1"/>
              <a:gd name="T12" fmla="*/ 205 h 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8" name="Freeform 43">
            <a:extLst>
              <a:ext uri="{FF2B5EF4-FFF2-40B4-BE49-F238E27FC236}">
                <a16:creationId xmlns:a16="http://schemas.microsoft.com/office/drawing/2014/main" id="{8CAC8FB5-167D-49A4-8718-AB9CCE870330}"/>
              </a:ext>
            </a:extLst>
          </p:cNvPr>
          <p:cNvSpPr>
            <a:spLocks/>
          </p:cNvSpPr>
          <p:nvPr/>
        </p:nvSpPr>
        <p:spPr bwMode="auto">
          <a:xfrm>
            <a:off x="7953375" y="2027238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147483646 h 204"/>
              <a:gd name="T4" fmla="*/ 0 w 1"/>
              <a:gd name="T5" fmla="*/ 0 h 204"/>
              <a:gd name="T6" fmla="*/ 0 60000 65536"/>
              <a:gd name="T7" fmla="*/ 0 60000 65536"/>
              <a:gd name="T8" fmla="*/ 0 60000 65536"/>
              <a:gd name="T9" fmla="*/ 0 w 1"/>
              <a:gd name="T10" fmla="*/ 0 h 204"/>
              <a:gd name="T11" fmla="*/ 1 w 1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19" name="Freeform 44">
            <a:extLst>
              <a:ext uri="{FF2B5EF4-FFF2-40B4-BE49-F238E27FC236}">
                <a16:creationId xmlns:a16="http://schemas.microsoft.com/office/drawing/2014/main" id="{70690B7A-AF2D-4485-AEDA-30D5442F109C}"/>
              </a:ext>
            </a:extLst>
          </p:cNvPr>
          <p:cNvSpPr>
            <a:spLocks/>
          </p:cNvSpPr>
          <p:nvPr/>
        </p:nvSpPr>
        <p:spPr bwMode="auto">
          <a:xfrm>
            <a:off x="7285038" y="2003425"/>
            <a:ext cx="1587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47483646 h 212"/>
              <a:gd name="T4" fmla="*/ 0 w 1"/>
              <a:gd name="T5" fmla="*/ 0 h 212"/>
              <a:gd name="T6" fmla="*/ 0 60000 65536"/>
              <a:gd name="T7" fmla="*/ 0 60000 65536"/>
              <a:gd name="T8" fmla="*/ 0 60000 65536"/>
              <a:gd name="T9" fmla="*/ 0 w 1"/>
              <a:gd name="T10" fmla="*/ 0 h 212"/>
              <a:gd name="T11" fmla="*/ 1 w 1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0" name="Freeform 45">
            <a:extLst>
              <a:ext uri="{FF2B5EF4-FFF2-40B4-BE49-F238E27FC236}">
                <a16:creationId xmlns:a16="http://schemas.microsoft.com/office/drawing/2014/main" id="{7EDA5AF5-A7AE-4E9D-97F8-F6E37DE84530}"/>
              </a:ext>
            </a:extLst>
          </p:cNvPr>
          <p:cNvSpPr>
            <a:spLocks/>
          </p:cNvSpPr>
          <p:nvPr/>
        </p:nvSpPr>
        <p:spPr bwMode="auto">
          <a:xfrm>
            <a:off x="7666038" y="2014538"/>
            <a:ext cx="1587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147483646 h 205"/>
              <a:gd name="T4" fmla="*/ 0 w 1"/>
              <a:gd name="T5" fmla="*/ 0 h 205"/>
              <a:gd name="T6" fmla="*/ 0 60000 65536"/>
              <a:gd name="T7" fmla="*/ 0 60000 65536"/>
              <a:gd name="T8" fmla="*/ 0 60000 65536"/>
              <a:gd name="T9" fmla="*/ 0 w 1"/>
              <a:gd name="T10" fmla="*/ 0 h 205"/>
              <a:gd name="T11" fmla="*/ 1 w 1"/>
              <a:gd name="T12" fmla="*/ 205 h 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1" name="Freeform 46">
            <a:extLst>
              <a:ext uri="{FF2B5EF4-FFF2-40B4-BE49-F238E27FC236}">
                <a16:creationId xmlns:a16="http://schemas.microsoft.com/office/drawing/2014/main" id="{95CF8E46-3130-4D16-9690-EA83C4593F59}"/>
              </a:ext>
            </a:extLst>
          </p:cNvPr>
          <p:cNvSpPr>
            <a:spLocks/>
          </p:cNvSpPr>
          <p:nvPr/>
        </p:nvSpPr>
        <p:spPr bwMode="auto">
          <a:xfrm>
            <a:off x="9871075" y="2879725"/>
            <a:ext cx="1266825" cy="484188"/>
          </a:xfrm>
          <a:custGeom>
            <a:avLst/>
            <a:gdLst>
              <a:gd name="T0" fmla="*/ 0 w 798"/>
              <a:gd name="T1" fmla="*/ 2147483646 h 305"/>
              <a:gd name="T2" fmla="*/ 0 w 798"/>
              <a:gd name="T3" fmla="*/ 0 h 305"/>
              <a:gd name="T4" fmla="*/ 2147483646 w 798"/>
              <a:gd name="T5" fmla="*/ 0 h 305"/>
              <a:gd name="T6" fmla="*/ 2147483646 w 798"/>
              <a:gd name="T7" fmla="*/ 2147483646 h 305"/>
              <a:gd name="T8" fmla="*/ 0 w 798"/>
              <a:gd name="T9" fmla="*/ 2147483646 h 30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8"/>
              <a:gd name="T16" fmla="*/ 0 h 305"/>
              <a:gd name="T17" fmla="*/ 798 w 798"/>
              <a:gd name="T18" fmla="*/ 305 h 30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8" h="305">
                <a:moveTo>
                  <a:pt x="0" y="304"/>
                </a:moveTo>
                <a:lnTo>
                  <a:pt x="0" y="0"/>
                </a:lnTo>
                <a:lnTo>
                  <a:pt x="797" y="0"/>
                </a:lnTo>
                <a:lnTo>
                  <a:pt x="797" y="304"/>
                </a:lnTo>
                <a:lnTo>
                  <a:pt x="0" y="304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22" name="Freeform 47">
            <a:extLst>
              <a:ext uri="{FF2B5EF4-FFF2-40B4-BE49-F238E27FC236}">
                <a16:creationId xmlns:a16="http://schemas.microsoft.com/office/drawing/2014/main" id="{7393A638-5EFF-46D6-90DD-48062EF6FA65}"/>
              </a:ext>
            </a:extLst>
          </p:cNvPr>
          <p:cNvSpPr>
            <a:spLocks/>
          </p:cNvSpPr>
          <p:nvPr/>
        </p:nvSpPr>
        <p:spPr bwMode="auto">
          <a:xfrm>
            <a:off x="8358188" y="2003425"/>
            <a:ext cx="841375" cy="336550"/>
          </a:xfrm>
          <a:custGeom>
            <a:avLst/>
            <a:gdLst>
              <a:gd name="T0" fmla="*/ 0 w 530"/>
              <a:gd name="T1" fmla="*/ 2147483646 h 212"/>
              <a:gd name="T2" fmla="*/ 0 w 530"/>
              <a:gd name="T3" fmla="*/ 0 h 212"/>
              <a:gd name="T4" fmla="*/ 2147483646 w 530"/>
              <a:gd name="T5" fmla="*/ 0 h 212"/>
              <a:gd name="T6" fmla="*/ 2147483646 w 530"/>
              <a:gd name="T7" fmla="*/ 2147483646 h 212"/>
              <a:gd name="T8" fmla="*/ 0 w 530"/>
              <a:gd name="T9" fmla="*/ 2147483646 h 2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0"/>
              <a:gd name="T16" fmla="*/ 0 h 212"/>
              <a:gd name="T17" fmla="*/ 530 w 530"/>
              <a:gd name="T18" fmla="*/ 212 h 2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0" h="212">
                <a:moveTo>
                  <a:pt x="0" y="211"/>
                </a:moveTo>
                <a:lnTo>
                  <a:pt x="0" y="0"/>
                </a:lnTo>
                <a:lnTo>
                  <a:pt x="529" y="0"/>
                </a:lnTo>
                <a:lnTo>
                  <a:pt x="529" y="211"/>
                </a:lnTo>
                <a:lnTo>
                  <a:pt x="0" y="21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3" name="Freeform 48">
            <a:extLst>
              <a:ext uri="{FF2B5EF4-FFF2-40B4-BE49-F238E27FC236}">
                <a16:creationId xmlns:a16="http://schemas.microsoft.com/office/drawing/2014/main" id="{7AA50701-711E-4811-8FD2-C3DB92F5E640}"/>
              </a:ext>
            </a:extLst>
          </p:cNvPr>
          <p:cNvSpPr>
            <a:spLocks/>
          </p:cNvSpPr>
          <p:nvPr/>
        </p:nvSpPr>
        <p:spPr bwMode="auto">
          <a:xfrm>
            <a:off x="8742363" y="2003425"/>
            <a:ext cx="1587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147483646 h 204"/>
              <a:gd name="T4" fmla="*/ 0 w 1"/>
              <a:gd name="T5" fmla="*/ 0 h 204"/>
              <a:gd name="T6" fmla="*/ 0 60000 65536"/>
              <a:gd name="T7" fmla="*/ 0 60000 65536"/>
              <a:gd name="T8" fmla="*/ 0 60000 65536"/>
              <a:gd name="T9" fmla="*/ 0 w 1"/>
              <a:gd name="T10" fmla="*/ 0 h 204"/>
              <a:gd name="T11" fmla="*/ 1 w 1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4" name="Freeform 49">
            <a:extLst>
              <a:ext uri="{FF2B5EF4-FFF2-40B4-BE49-F238E27FC236}">
                <a16:creationId xmlns:a16="http://schemas.microsoft.com/office/drawing/2014/main" id="{C3A849F0-C9F2-4FA1-B035-1EB92385413B}"/>
              </a:ext>
            </a:extLst>
          </p:cNvPr>
          <p:cNvSpPr>
            <a:spLocks/>
          </p:cNvSpPr>
          <p:nvPr/>
        </p:nvSpPr>
        <p:spPr bwMode="auto">
          <a:xfrm>
            <a:off x="9113838" y="2014538"/>
            <a:ext cx="1587" cy="325437"/>
          </a:xfrm>
          <a:custGeom>
            <a:avLst/>
            <a:gdLst>
              <a:gd name="T0" fmla="*/ 0 w 1"/>
              <a:gd name="T1" fmla="*/ 0 h 205"/>
              <a:gd name="T2" fmla="*/ 0 w 1"/>
              <a:gd name="T3" fmla="*/ 2147483646 h 205"/>
              <a:gd name="T4" fmla="*/ 0 w 1"/>
              <a:gd name="T5" fmla="*/ 0 h 205"/>
              <a:gd name="T6" fmla="*/ 0 60000 65536"/>
              <a:gd name="T7" fmla="*/ 0 60000 65536"/>
              <a:gd name="T8" fmla="*/ 0 60000 65536"/>
              <a:gd name="T9" fmla="*/ 0 w 1"/>
              <a:gd name="T10" fmla="*/ 0 h 205"/>
              <a:gd name="T11" fmla="*/ 1 w 1"/>
              <a:gd name="T12" fmla="*/ 205 h 2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5">
                <a:moveTo>
                  <a:pt x="0" y="0"/>
                </a:moveTo>
                <a:lnTo>
                  <a:pt x="0" y="204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5" name="Freeform 50">
            <a:extLst>
              <a:ext uri="{FF2B5EF4-FFF2-40B4-BE49-F238E27FC236}">
                <a16:creationId xmlns:a16="http://schemas.microsoft.com/office/drawing/2014/main" id="{D4BA5B24-04D8-41EB-9407-A5B5211D1DA3}"/>
              </a:ext>
            </a:extLst>
          </p:cNvPr>
          <p:cNvSpPr>
            <a:spLocks/>
          </p:cNvSpPr>
          <p:nvPr/>
        </p:nvSpPr>
        <p:spPr bwMode="auto">
          <a:xfrm>
            <a:off x="8443913" y="1990725"/>
            <a:ext cx="1587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2147483646 h 212"/>
              <a:gd name="T4" fmla="*/ 0 w 1"/>
              <a:gd name="T5" fmla="*/ 0 h 212"/>
              <a:gd name="T6" fmla="*/ 0 60000 65536"/>
              <a:gd name="T7" fmla="*/ 0 60000 65536"/>
              <a:gd name="T8" fmla="*/ 0 60000 65536"/>
              <a:gd name="T9" fmla="*/ 0 w 1"/>
              <a:gd name="T10" fmla="*/ 0 h 212"/>
              <a:gd name="T11" fmla="*/ 1 w 1"/>
              <a:gd name="T12" fmla="*/ 212 h 21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2">
                <a:moveTo>
                  <a:pt x="0" y="0"/>
                </a:moveTo>
                <a:lnTo>
                  <a:pt x="0" y="21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6" name="Freeform 51">
            <a:extLst>
              <a:ext uri="{FF2B5EF4-FFF2-40B4-BE49-F238E27FC236}">
                <a16:creationId xmlns:a16="http://schemas.microsoft.com/office/drawing/2014/main" id="{CC79EE04-B104-49DB-A502-0462DF29BEDD}"/>
              </a:ext>
            </a:extLst>
          </p:cNvPr>
          <p:cNvSpPr>
            <a:spLocks/>
          </p:cNvSpPr>
          <p:nvPr/>
        </p:nvSpPr>
        <p:spPr bwMode="auto">
          <a:xfrm>
            <a:off x="8826500" y="2003425"/>
            <a:ext cx="1588" cy="323850"/>
          </a:xfrm>
          <a:custGeom>
            <a:avLst/>
            <a:gdLst>
              <a:gd name="T0" fmla="*/ 0 w 1"/>
              <a:gd name="T1" fmla="*/ 0 h 204"/>
              <a:gd name="T2" fmla="*/ 0 w 1"/>
              <a:gd name="T3" fmla="*/ 2147483646 h 204"/>
              <a:gd name="T4" fmla="*/ 0 w 1"/>
              <a:gd name="T5" fmla="*/ 0 h 204"/>
              <a:gd name="T6" fmla="*/ 0 60000 65536"/>
              <a:gd name="T7" fmla="*/ 0 60000 65536"/>
              <a:gd name="T8" fmla="*/ 0 60000 65536"/>
              <a:gd name="T9" fmla="*/ 0 w 1"/>
              <a:gd name="T10" fmla="*/ 0 h 204"/>
              <a:gd name="T11" fmla="*/ 1 w 1"/>
              <a:gd name="T12" fmla="*/ 204 h 2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4">
                <a:moveTo>
                  <a:pt x="0" y="0"/>
                </a:moveTo>
                <a:lnTo>
                  <a:pt x="0" y="203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7" name="Freeform 52">
            <a:extLst>
              <a:ext uri="{FF2B5EF4-FFF2-40B4-BE49-F238E27FC236}">
                <a16:creationId xmlns:a16="http://schemas.microsoft.com/office/drawing/2014/main" id="{D18F73EB-DC1B-4B6F-93E3-862CD003F4D3}"/>
              </a:ext>
            </a:extLst>
          </p:cNvPr>
          <p:cNvSpPr>
            <a:spLocks/>
          </p:cNvSpPr>
          <p:nvPr/>
        </p:nvSpPr>
        <p:spPr bwMode="auto">
          <a:xfrm>
            <a:off x="8262938" y="2292350"/>
            <a:ext cx="130175" cy="668338"/>
          </a:xfrm>
          <a:custGeom>
            <a:avLst/>
            <a:gdLst>
              <a:gd name="T0" fmla="*/ 2147483646 w 82"/>
              <a:gd name="T1" fmla="*/ 0 h 421"/>
              <a:gd name="T2" fmla="*/ 0 w 82"/>
              <a:gd name="T3" fmla="*/ 2147483646 h 421"/>
              <a:gd name="T4" fmla="*/ 2147483646 w 82"/>
              <a:gd name="T5" fmla="*/ 0 h 421"/>
              <a:gd name="T6" fmla="*/ 0 60000 65536"/>
              <a:gd name="T7" fmla="*/ 0 60000 65536"/>
              <a:gd name="T8" fmla="*/ 0 60000 65536"/>
              <a:gd name="T9" fmla="*/ 0 w 82"/>
              <a:gd name="T10" fmla="*/ 0 h 421"/>
              <a:gd name="T11" fmla="*/ 82 w 82"/>
              <a:gd name="T12" fmla="*/ 421 h 4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2" h="421">
                <a:moveTo>
                  <a:pt x="81" y="0"/>
                </a:moveTo>
                <a:lnTo>
                  <a:pt x="0" y="420"/>
                </a:lnTo>
                <a:lnTo>
                  <a:pt x="81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28" name="Freeform 53">
            <a:extLst>
              <a:ext uri="{FF2B5EF4-FFF2-40B4-BE49-F238E27FC236}">
                <a16:creationId xmlns:a16="http://schemas.microsoft.com/office/drawing/2014/main" id="{9DC1BD1E-FD02-4B54-A227-BF1E18AAAAD6}"/>
              </a:ext>
            </a:extLst>
          </p:cNvPr>
          <p:cNvSpPr>
            <a:spLocks/>
          </p:cNvSpPr>
          <p:nvPr/>
        </p:nvSpPr>
        <p:spPr bwMode="auto">
          <a:xfrm>
            <a:off x="8258175" y="2841625"/>
            <a:ext cx="53975" cy="119063"/>
          </a:xfrm>
          <a:custGeom>
            <a:avLst/>
            <a:gdLst>
              <a:gd name="T0" fmla="*/ 2147483646 w 34"/>
              <a:gd name="T1" fmla="*/ 2147483646 h 75"/>
              <a:gd name="T2" fmla="*/ 2147483646 w 34"/>
              <a:gd name="T3" fmla="*/ 2147483646 h 75"/>
              <a:gd name="T4" fmla="*/ 0 w 34"/>
              <a:gd name="T5" fmla="*/ 0 h 75"/>
              <a:gd name="T6" fmla="*/ 2147483646 w 34"/>
              <a:gd name="T7" fmla="*/ 2147483646 h 75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75"/>
              <a:gd name="T14" fmla="*/ 34 w 34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75">
                <a:moveTo>
                  <a:pt x="33" y="7"/>
                </a:moveTo>
                <a:lnTo>
                  <a:pt x="3" y="74"/>
                </a:lnTo>
                <a:lnTo>
                  <a:pt x="0" y="0"/>
                </a:lnTo>
                <a:lnTo>
                  <a:pt x="33" y="7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29" name="Freeform 54">
            <a:extLst>
              <a:ext uri="{FF2B5EF4-FFF2-40B4-BE49-F238E27FC236}">
                <a16:creationId xmlns:a16="http://schemas.microsoft.com/office/drawing/2014/main" id="{E03BF260-C493-40CD-8DED-FF51AF9CBC72}"/>
              </a:ext>
            </a:extLst>
          </p:cNvPr>
          <p:cNvSpPr>
            <a:spLocks/>
          </p:cNvSpPr>
          <p:nvPr/>
        </p:nvSpPr>
        <p:spPr bwMode="auto">
          <a:xfrm>
            <a:off x="8785225" y="2279650"/>
            <a:ext cx="1588" cy="669925"/>
          </a:xfrm>
          <a:custGeom>
            <a:avLst/>
            <a:gdLst>
              <a:gd name="T0" fmla="*/ 0 w 1"/>
              <a:gd name="T1" fmla="*/ 0 h 422"/>
              <a:gd name="T2" fmla="*/ 0 w 1"/>
              <a:gd name="T3" fmla="*/ 2147483646 h 422"/>
              <a:gd name="T4" fmla="*/ 0 w 1"/>
              <a:gd name="T5" fmla="*/ 0 h 422"/>
              <a:gd name="T6" fmla="*/ 0 60000 65536"/>
              <a:gd name="T7" fmla="*/ 0 60000 65536"/>
              <a:gd name="T8" fmla="*/ 0 60000 65536"/>
              <a:gd name="T9" fmla="*/ 0 w 1"/>
              <a:gd name="T10" fmla="*/ 0 h 422"/>
              <a:gd name="T11" fmla="*/ 1 w 1"/>
              <a:gd name="T12" fmla="*/ 422 h 4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22">
                <a:moveTo>
                  <a:pt x="0" y="0"/>
                </a:moveTo>
                <a:lnTo>
                  <a:pt x="0" y="421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30" name="Freeform 55">
            <a:extLst>
              <a:ext uri="{FF2B5EF4-FFF2-40B4-BE49-F238E27FC236}">
                <a16:creationId xmlns:a16="http://schemas.microsoft.com/office/drawing/2014/main" id="{F60237C6-99FE-42D0-91F0-7B4A5F9C0D96}"/>
              </a:ext>
            </a:extLst>
          </p:cNvPr>
          <p:cNvSpPr>
            <a:spLocks/>
          </p:cNvSpPr>
          <p:nvPr/>
        </p:nvSpPr>
        <p:spPr bwMode="auto">
          <a:xfrm>
            <a:off x="8758238" y="2833688"/>
            <a:ext cx="53975" cy="115887"/>
          </a:xfrm>
          <a:custGeom>
            <a:avLst/>
            <a:gdLst>
              <a:gd name="T0" fmla="*/ 2147483646 w 34"/>
              <a:gd name="T1" fmla="*/ 0 h 73"/>
              <a:gd name="T2" fmla="*/ 2147483646 w 34"/>
              <a:gd name="T3" fmla="*/ 2147483646 h 73"/>
              <a:gd name="T4" fmla="*/ 0 w 34"/>
              <a:gd name="T5" fmla="*/ 0 h 73"/>
              <a:gd name="T6" fmla="*/ 2147483646 w 34"/>
              <a:gd name="T7" fmla="*/ 0 h 73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73"/>
              <a:gd name="T14" fmla="*/ 34 w 34"/>
              <a:gd name="T15" fmla="*/ 73 h 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73">
                <a:moveTo>
                  <a:pt x="33" y="0"/>
                </a:moveTo>
                <a:lnTo>
                  <a:pt x="17" y="72"/>
                </a:lnTo>
                <a:lnTo>
                  <a:pt x="0" y="0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31" name="Freeform 56">
            <a:extLst>
              <a:ext uri="{FF2B5EF4-FFF2-40B4-BE49-F238E27FC236}">
                <a16:creationId xmlns:a16="http://schemas.microsoft.com/office/drawing/2014/main" id="{948AA8C7-E63C-4153-828C-77AFE977C0D3}"/>
              </a:ext>
            </a:extLst>
          </p:cNvPr>
          <p:cNvSpPr>
            <a:spLocks/>
          </p:cNvSpPr>
          <p:nvPr/>
        </p:nvSpPr>
        <p:spPr bwMode="auto">
          <a:xfrm>
            <a:off x="9156700" y="2279650"/>
            <a:ext cx="225425" cy="658813"/>
          </a:xfrm>
          <a:custGeom>
            <a:avLst/>
            <a:gdLst>
              <a:gd name="T0" fmla="*/ 0 w 142"/>
              <a:gd name="T1" fmla="*/ 0 h 415"/>
              <a:gd name="T2" fmla="*/ 2147483646 w 142"/>
              <a:gd name="T3" fmla="*/ 2147483646 h 415"/>
              <a:gd name="T4" fmla="*/ 0 w 142"/>
              <a:gd name="T5" fmla="*/ 0 h 415"/>
              <a:gd name="T6" fmla="*/ 0 60000 65536"/>
              <a:gd name="T7" fmla="*/ 0 60000 65536"/>
              <a:gd name="T8" fmla="*/ 0 60000 65536"/>
              <a:gd name="T9" fmla="*/ 0 w 142"/>
              <a:gd name="T10" fmla="*/ 0 h 415"/>
              <a:gd name="T11" fmla="*/ 142 w 142"/>
              <a:gd name="T12" fmla="*/ 415 h 41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2" h="415">
                <a:moveTo>
                  <a:pt x="0" y="0"/>
                </a:moveTo>
                <a:lnTo>
                  <a:pt x="141" y="414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32" name="Freeform 57">
            <a:extLst>
              <a:ext uri="{FF2B5EF4-FFF2-40B4-BE49-F238E27FC236}">
                <a16:creationId xmlns:a16="http://schemas.microsoft.com/office/drawing/2014/main" id="{302C74D8-291C-410A-A872-224E7FD6EAA5}"/>
              </a:ext>
            </a:extLst>
          </p:cNvPr>
          <p:cNvSpPr>
            <a:spLocks/>
          </p:cNvSpPr>
          <p:nvPr/>
        </p:nvSpPr>
        <p:spPr bwMode="auto">
          <a:xfrm>
            <a:off x="9318625" y="2819400"/>
            <a:ext cx="63500" cy="119063"/>
          </a:xfrm>
          <a:custGeom>
            <a:avLst/>
            <a:gdLst>
              <a:gd name="T0" fmla="*/ 2147483646 w 40"/>
              <a:gd name="T1" fmla="*/ 0 h 75"/>
              <a:gd name="T2" fmla="*/ 2147483646 w 40"/>
              <a:gd name="T3" fmla="*/ 2147483646 h 75"/>
              <a:gd name="T4" fmla="*/ 0 w 40"/>
              <a:gd name="T5" fmla="*/ 2147483646 h 75"/>
              <a:gd name="T6" fmla="*/ 2147483646 w 40"/>
              <a:gd name="T7" fmla="*/ 0 h 75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75"/>
              <a:gd name="T14" fmla="*/ 40 w 40"/>
              <a:gd name="T15" fmla="*/ 75 h 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75">
                <a:moveTo>
                  <a:pt x="31" y="0"/>
                </a:moveTo>
                <a:lnTo>
                  <a:pt x="39" y="74"/>
                </a:lnTo>
                <a:lnTo>
                  <a:pt x="0" y="13"/>
                </a:lnTo>
                <a:lnTo>
                  <a:pt x="31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33" name="Freeform 58">
            <a:extLst>
              <a:ext uri="{FF2B5EF4-FFF2-40B4-BE49-F238E27FC236}">
                <a16:creationId xmlns:a16="http://schemas.microsoft.com/office/drawing/2014/main" id="{9BFFD7FA-DBEC-4DCA-ABAA-5091706F775B}"/>
              </a:ext>
            </a:extLst>
          </p:cNvPr>
          <p:cNvSpPr>
            <a:spLocks/>
          </p:cNvSpPr>
          <p:nvPr/>
        </p:nvSpPr>
        <p:spPr bwMode="auto">
          <a:xfrm>
            <a:off x="6507163" y="1439863"/>
            <a:ext cx="703262" cy="541337"/>
          </a:xfrm>
          <a:custGeom>
            <a:avLst/>
            <a:gdLst>
              <a:gd name="T0" fmla="*/ 2147483646 w 443"/>
              <a:gd name="T1" fmla="*/ 0 h 341"/>
              <a:gd name="T2" fmla="*/ 0 w 443"/>
              <a:gd name="T3" fmla="*/ 2147483646 h 341"/>
              <a:gd name="T4" fmla="*/ 2147483646 w 443"/>
              <a:gd name="T5" fmla="*/ 0 h 341"/>
              <a:gd name="T6" fmla="*/ 0 60000 65536"/>
              <a:gd name="T7" fmla="*/ 0 60000 65536"/>
              <a:gd name="T8" fmla="*/ 0 60000 65536"/>
              <a:gd name="T9" fmla="*/ 0 w 443"/>
              <a:gd name="T10" fmla="*/ 0 h 341"/>
              <a:gd name="T11" fmla="*/ 443 w 443"/>
              <a:gd name="T12" fmla="*/ 341 h 3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3" h="341">
                <a:moveTo>
                  <a:pt x="442" y="0"/>
                </a:moveTo>
                <a:lnTo>
                  <a:pt x="0" y="340"/>
                </a:lnTo>
                <a:lnTo>
                  <a:pt x="44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34" name="Freeform 59">
            <a:extLst>
              <a:ext uri="{FF2B5EF4-FFF2-40B4-BE49-F238E27FC236}">
                <a16:creationId xmlns:a16="http://schemas.microsoft.com/office/drawing/2014/main" id="{FE0CF4F1-678F-4159-9839-5E94272A3D17}"/>
              </a:ext>
            </a:extLst>
          </p:cNvPr>
          <p:cNvSpPr>
            <a:spLocks/>
          </p:cNvSpPr>
          <p:nvPr/>
        </p:nvSpPr>
        <p:spPr bwMode="auto">
          <a:xfrm>
            <a:off x="6507163" y="1890713"/>
            <a:ext cx="103187" cy="90487"/>
          </a:xfrm>
          <a:custGeom>
            <a:avLst/>
            <a:gdLst>
              <a:gd name="T0" fmla="*/ 2147483646 w 65"/>
              <a:gd name="T1" fmla="*/ 2147483646 h 57"/>
              <a:gd name="T2" fmla="*/ 0 w 65"/>
              <a:gd name="T3" fmla="*/ 2147483646 h 57"/>
              <a:gd name="T4" fmla="*/ 2147483646 w 65"/>
              <a:gd name="T5" fmla="*/ 0 h 57"/>
              <a:gd name="T6" fmla="*/ 2147483646 w 65"/>
              <a:gd name="T7" fmla="*/ 2147483646 h 57"/>
              <a:gd name="T8" fmla="*/ 0 60000 65536"/>
              <a:gd name="T9" fmla="*/ 0 60000 65536"/>
              <a:gd name="T10" fmla="*/ 0 60000 65536"/>
              <a:gd name="T11" fmla="*/ 0 60000 65536"/>
              <a:gd name="T12" fmla="*/ 0 w 65"/>
              <a:gd name="T13" fmla="*/ 0 h 57"/>
              <a:gd name="T14" fmla="*/ 65 w 65"/>
              <a:gd name="T15" fmla="*/ 57 h 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" h="57">
                <a:moveTo>
                  <a:pt x="64" y="29"/>
                </a:moveTo>
                <a:lnTo>
                  <a:pt x="0" y="56"/>
                </a:lnTo>
                <a:lnTo>
                  <a:pt x="45" y="0"/>
                </a:lnTo>
                <a:lnTo>
                  <a:pt x="64" y="29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35" name="Freeform 60">
            <a:extLst>
              <a:ext uri="{FF2B5EF4-FFF2-40B4-BE49-F238E27FC236}">
                <a16:creationId xmlns:a16="http://schemas.microsoft.com/office/drawing/2014/main" id="{823A3762-E990-489A-AB83-029FE0567F77}"/>
              </a:ext>
            </a:extLst>
          </p:cNvPr>
          <p:cNvSpPr>
            <a:spLocks/>
          </p:cNvSpPr>
          <p:nvPr/>
        </p:nvSpPr>
        <p:spPr bwMode="auto">
          <a:xfrm>
            <a:off x="7593013" y="1462088"/>
            <a:ext cx="1587" cy="519112"/>
          </a:xfrm>
          <a:custGeom>
            <a:avLst/>
            <a:gdLst>
              <a:gd name="T0" fmla="*/ 0 w 1"/>
              <a:gd name="T1" fmla="*/ 0 h 327"/>
              <a:gd name="T2" fmla="*/ 0 w 1"/>
              <a:gd name="T3" fmla="*/ 2147483646 h 327"/>
              <a:gd name="T4" fmla="*/ 0 w 1"/>
              <a:gd name="T5" fmla="*/ 0 h 327"/>
              <a:gd name="T6" fmla="*/ 0 60000 65536"/>
              <a:gd name="T7" fmla="*/ 0 60000 65536"/>
              <a:gd name="T8" fmla="*/ 0 60000 65536"/>
              <a:gd name="T9" fmla="*/ 0 w 1"/>
              <a:gd name="T10" fmla="*/ 0 h 327"/>
              <a:gd name="T11" fmla="*/ 1 w 1"/>
              <a:gd name="T12" fmla="*/ 327 h 3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27">
                <a:moveTo>
                  <a:pt x="0" y="0"/>
                </a:moveTo>
                <a:lnTo>
                  <a:pt x="0" y="326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36" name="Freeform 61">
            <a:extLst>
              <a:ext uri="{FF2B5EF4-FFF2-40B4-BE49-F238E27FC236}">
                <a16:creationId xmlns:a16="http://schemas.microsoft.com/office/drawing/2014/main" id="{80B93D94-A648-4FC0-921D-7A372AAA7212}"/>
              </a:ext>
            </a:extLst>
          </p:cNvPr>
          <p:cNvSpPr>
            <a:spLocks/>
          </p:cNvSpPr>
          <p:nvPr/>
        </p:nvSpPr>
        <p:spPr bwMode="auto">
          <a:xfrm>
            <a:off x="7564438" y="1865313"/>
            <a:ext cx="55562" cy="115887"/>
          </a:xfrm>
          <a:custGeom>
            <a:avLst/>
            <a:gdLst>
              <a:gd name="T0" fmla="*/ 2147483646 w 35"/>
              <a:gd name="T1" fmla="*/ 0 h 73"/>
              <a:gd name="T2" fmla="*/ 2147483646 w 35"/>
              <a:gd name="T3" fmla="*/ 2147483646 h 73"/>
              <a:gd name="T4" fmla="*/ 0 w 35"/>
              <a:gd name="T5" fmla="*/ 0 h 73"/>
              <a:gd name="T6" fmla="*/ 2147483646 w 35"/>
              <a:gd name="T7" fmla="*/ 0 h 73"/>
              <a:gd name="T8" fmla="*/ 0 60000 65536"/>
              <a:gd name="T9" fmla="*/ 0 60000 65536"/>
              <a:gd name="T10" fmla="*/ 0 60000 65536"/>
              <a:gd name="T11" fmla="*/ 0 60000 65536"/>
              <a:gd name="T12" fmla="*/ 0 w 35"/>
              <a:gd name="T13" fmla="*/ 0 h 73"/>
              <a:gd name="T14" fmla="*/ 35 w 35"/>
              <a:gd name="T15" fmla="*/ 73 h 7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" h="73">
                <a:moveTo>
                  <a:pt x="34" y="0"/>
                </a:moveTo>
                <a:lnTo>
                  <a:pt x="18" y="72"/>
                </a:lnTo>
                <a:lnTo>
                  <a:pt x="0" y="0"/>
                </a:lnTo>
                <a:lnTo>
                  <a:pt x="34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37" name="Freeform 62">
            <a:extLst>
              <a:ext uri="{FF2B5EF4-FFF2-40B4-BE49-F238E27FC236}">
                <a16:creationId xmlns:a16="http://schemas.microsoft.com/office/drawing/2014/main" id="{44F7713E-01E8-451A-BEF2-6CA1A4E85D12}"/>
              </a:ext>
            </a:extLst>
          </p:cNvPr>
          <p:cNvSpPr>
            <a:spLocks/>
          </p:cNvSpPr>
          <p:nvPr/>
        </p:nvSpPr>
        <p:spPr bwMode="auto">
          <a:xfrm>
            <a:off x="7974013" y="1462088"/>
            <a:ext cx="769937" cy="530225"/>
          </a:xfrm>
          <a:custGeom>
            <a:avLst/>
            <a:gdLst>
              <a:gd name="T0" fmla="*/ 0 w 485"/>
              <a:gd name="T1" fmla="*/ 0 h 334"/>
              <a:gd name="T2" fmla="*/ 2147483646 w 485"/>
              <a:gd name="T3" fmla="*/ 2147483646 h 334"/>
              <a:gd name="T4" fmla="*/ 0 w 485"/>
              <a:gd name="T5" fmla="*/ 0 h 334"/>
              <a:gd name="T6" fmla="*/ 0 60000 65536"/>
              <a:gd name="T7" fmla="*/ 0 60000 65536"/>
              <a:gd name="T8" fmla="*/ 0 60000 65536"/>
              <a:gd name="T9" fmla="*/ 0 w 485"/>
              <a:gd name="T10" fmla="*/ 0 h 334"/>
              <a:gd name="T11" fmla="*/ 485 w 485"/>
              <a:gd name="T12" fmla="*/ 334 h 33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5" h="334">
                <a:moveTo>
                  <a:pt x="0" y="0"/>
                </a:moveTo>
                <a:lnTo>
                  <a:pt x="484" y="33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38" name="Freeform 63">
            <a:extLst>
              <a:ext uri="{FF2B5EF4-FFF2-40B4-BE49-F238E27FC236}">
                <a16:creationId xmlns:a16="http://schemas.microsoft.com/office/drawing/2014/main" id="{6193D70D-8C91-4678-8685-169ADBA972D2}"/>
              </a:ext>
            </a:extLst>
          </p:cNvPr>
          <p:cNvSpPr>
            <a:spLocks/>
          </p:cNvSpPr>
          <p:nvPr/>
        </p:nvSpPr>
        <p:spPr bwMode="auto">
          <a:xfrm>
            <a:off x="8637588" y="1905000"/>
            <a:ext cx="106362" cy="87313"/>
          </a:xfrm>
          <a:custGeom>
            <a:avLst/>
            <a:gdLst>
              <a:gd name="T0" fmla="*/ 2147483646 w 67"/>
              <a:gd name="T1" fmla="*/ 0 h 55"/>
              <a:gd name="T2" fmla="*/ 2147483646 w 67"/>
              <a:gd name="T3" fmla="*/ 2147483646 h 55"/>
              <a:gd name="T4" fmla="*/ 0 w 67"/>
              <a:gd name="T5" fmla="*/ 2147483646 h 55"/>
              <a:gd name="T6" fmla="*/ 2147483646 w 67"/>
              <a:gd name="T7" fmla="*/ 0 h 55"/>
              <a:gd name="T8" fmla="*/ 0 60000 65536"/>
              <a:gd name="T9" fmla="*/ 0 60000 65536"/>
              <a:gd name="T10" fmla="*/ 0 60000 65536"/>
              <a:gd name="T11" fmla="*/ 0 60000 65536"/>
              <a:gd name="T12" fmla="*/ 0 w 67"/>
              <a:gd name="T13" fmla="*/ 0 h 55"/>
              <a:gd name="T14" fmla="*/ 67 w 67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" h="55">
                <a:moveTo>
                  <a:pt x="17" y="0"/>
                </a:moveTo>
                <a:lnTo>
                  <a:pt x="66" y="54"/>
                </a:lnTo>
                <a:lnTo>
                  <a:pt x="0" y="31"/>
                </a:lnTo>
                <a:lnTo>
                  <a:pt x="17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239" name="Freeform 64">
            <a:extLst>
              <a:ext uri="{FF2B5EF4-FFF2-40B4-BE49-F238E27FC236}">
                <a16:creationId xmlns:a16="http://schemas.microsoft.com/office/drawing/2014/main" id="{EAD9A15D-855E-4B50-8CED-34ED63E9C894}"/>
              </a:ext>
            </a:extLst>
          </p:cNvPr>
          <p:cNvSpPr>
            <a:spLocks/>
          </p:cNvSpPr>
          <p:nvPr/>
        </p:nvSpPr>
        <p:spPr bwMode="auto">
          <a:xfrm>
            <a:off x="5946775" y="2890838"/>
            <a:ext cx="85725" cy="93662"/>
          </a:xfrm>
          <a:custGeom>
            <a:avLst/>
            <a:gdLst>
              <a:gd name="T0" fmla="*/ 2147483646 w 54"/>
              <a:gd name="T1" fmla="*/ 2147483646 h 59"/>
              <a:gd name="T2" fmla="*/ 0 w 54"/>
              <a:gd name="T3" fmla="*/ 2147483646 h 59"/>
              <a:gd name="T4" fmla="*/ 2147483646 w 54"/>
              <a:gd name="T5" fmla="*/ 0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0" name="Line 65">
            <a:extLst>
              <a:ext uri="{FF2B5EF4-FFF2-40B4-BE49-F238E27FC236}">
                <a16:creationId xmlns:a16="http://schemas.microsoft.com/office/drawing/2014/main" id="{8464B941-DB8E-4908-B27B-4CDE19DC78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42013" y="2913063"/>
            <a:ext cx="58737" cy="650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1" name="Line 66">
            <a:extLst>
              <a:ext uri="{FF2B5EF4-FFF2-40B4-BE49-F238E27FC236}">
                <a16:creationId xmlns:a16="http://schemas.microsoft.com/office/drawing/2014/main" id="{D95B2F9D-BFD2-459B-ACC2-86BB3D1328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00750" y="2889250"/>
            <a:ext cx="30163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2" name="Line 67">
            <a:extLst>
              <a:ext uri="{FF2B5EF4-FFF2-40B4-BE49-F238E27FC236}">
                <a16:creationId xmlns:a16="http://schemas.microsoft.com/office/drawing/2014/main" id="{F5BD414E-7B22-471A-86AF-2A138C65154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35675" y="2881313"/>
            <a:ext cx="31750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3" name="Line 68">
            <a:extLst>
              <a:ext uri="{FF2B5EF4-FFF2-40B4-BE49-F238E27FC236}">
                <a16:creationId xmlns:a16="http://schemas.microsoft.com/office/drawing/2014/main" id="{A706004F-3BE3-4D8F-A337-5DB76927E187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425" y="2886075"/>
            <a:ext cx="26988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4" name="Line 69">
            <a:extLst>
              <a:ext uri="{FF2B5EF4-FFF2-40B4-BE49-F238E27FC236}">
                <a16:creationId xmlns:a16="http://schemas.microsoft.com/office/drawing/2014/main" id="{6838A3F4-59B7-491C-9A4A-7345D79AA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4413" y="2894013"/>
            <a:ext cx="31750" cy="23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5" name="Line 70">
            <a:extLst>
              <a:ext uri="{FF2B5EF4-FFF2-40B4-BE49-F238E27FC236}">
                <a16:creationId xmlns:a16="http://schemas.microsoft.com/office/drawing/2014/main" id="{1234C153-6EA7-4AC4-A841-0D90FC1F0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6163" y="2917825"/>
            <a:ext cx="60325" cy="6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6" name="Freeform 71">
            <a:extLst>
              <a:ext uri="{FF2B5EF4-FFF2-40B4-BE49-F238E27FC236}">
                <a16:creationId xmlns:a16="http://schemas.microsoft.com/office/drawing/2014/main" id="{F63E38F9-FB10-4140-AAFD-7E62CA931C07}"/>
              </a:ext>
            </a:extLst>
          </p:cNvPr>
          <p:cNvSpPr>
            <a:spLocks/>
          </p:cNvSpPr>
          <p:nvPr/>
        </p:nvSpPr>
        <p:spPr bwMode="auto">
          <a:xfrm>
            <a:off x="6102350" y="2890838"/>
            <a:ext cx="85725" cy="93662"/>
          </a:xfrm>
          <a:custGeom>
            <a:avLst/>
            <a:gdLst>
              <a:gd name="T0" fmla="*/ 2147483646 w 54"/>
              <a:gd name="T1" fmla="*/ 0 h 59"/>
              <a:gd name="T2" fmla="*/ 2147483646 w 54"/>
              <a:gd name="T3" fmla="*/ 2147483646 h 59"/>
              <a:gd name="T4" fmla="*/ 0 w 54"/>
              <a:gd name="T5" fmla="*/ 2147483646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21" y="0"/>
                </a:moveTo>
                <a:lnTo>
                  <a:pt x="53" y="58"/>
                </a:lnTo>
                <a:lnTo>
                  <a:pt x="0" y="23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7" name="Freeform 72">
            <a:extLst>
              <a:ext uri="{FF2B5EF4-FFF2-40B4-BE49-F238E27FC236}">
                <a16:creationId xmlns:a16="http://schemas.microsoft.com/office/drawing/2014/main" id="{BD7B788A-05DC-49C6-8347-9514F459D721}"/>
              </a:ext>
            </a:extLst>
          </p:cNvPr>
          <p:cNvSpPr>
            <a:spLocks/>
          </p:cNvSpPr>
          <p:nvPr/>
        </p:nvSpPr>
        <p:spPr bwMode="auto">
          <a:xfrm>
            <a:off x="6607175" y="2890838"/>
            <a:ext cx="85725" cy="93662"/>
          </a:xfrm>
          <a:custGeom>
            <a:avLst/>
            <a:gdLst>
              <a:gd name="T0" fmla="*/ 2147483646 w 54"/>
              <a:gd name="T1" fmla="*/ 2147483646 h 59"/>
              <a:gd name="T2" fmla="*/ 0 w 54"/>
              <a:gd name="T3" fmla="*/ 2147483646 h 59"/>
              <a:gd name="T4" fmla="*/ 2147483646 w 54"/>
              <a:gd name="T5" fmla="*/ 0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8" name="Line 73">
            <a:extLst>
              <a:ext uri="{FF2B5EF4-FFF2-40B4-BE49-F238E27FC236}">
                <a16:creationId xmlns:a16="http://schemas.microsoft.com/office/drawing/2014/main" id="{15B16407-4D4D-4644-9548-B9F935768F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7175" y="2913063"/>
            <a:ext cx="60325" cy="650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49" name="Line 74">
            <a:extLst>
              <a:ext uri="{FF2B5EF4-FFF2-40B4-BE49-F238E27FC236}">
                <a16:creationId xmlns:a16="http://schemas.microsoft.com/office/drawing/2014/main" id="{97E6399C-26AC-42F3-A4F3-FC4AB5B278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2738" y="2889250"/>
            <a:ext cx="30162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0" name="Line 75">
            <a:extLst>
              <a:ext uri="{FF2B5EF4-FFF2-40B4-BE49-F238E27FC236}">
                <a16:creationId xmlns:a16="http://schemas.microsoft.com/office/drawing/2014/main" id="{80DAF3A9-1752-4756-B80C-B09019A59F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7663" y="2881313"/>
            <a:ext cx="28575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1" name="Line 76">
            <a:extLst>
              <a:ext uri="{FF2B5EF4-FFF2-40B4-BE49-F238E27FC236}">
                <a16:creationId xmlns:a16="http://schemas.microsoft.com/office/drawing/2014/main" id="{414B4554-2319-432C-AB62-9F9BDBABE9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26238" y="2886075"/>
            <a:ext cx="31750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2" name="Line 77">
            <a:extLst>
              <a:ext uri="{FF2B5EF4-FFF2-40B4-BE49-F238E27FC236}">
                <a16:creationId xmlns:a16="http://schemas.microsoft.com/office/drawing/2014/main" id="{48EF5803-3A7A-4BA5-91E6-6139965C30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57988" y="2894013"/>
            <a:ext cx="30162" cy="23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3" name="Line 78">
            <a:extLst>
              <a:ext uri="{FF2B5EF4-FFF2-40B4-BE49-F238E27FC236}">
                <a16:creationId xmlns:a16="http://schemas.microsoft.com/office/drawing/2014/main" id="{48BA17F6-AAC9-437B-946E-DD2349ABE4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788150" y="2917825"/>
            <a:ext cx="58738" cy="6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4" name="Freeform 79">
            <a:extLst>
              <a:ext uri="{FF2B5EF4-FFF2-40B4-BE49-F238E27FC236}">
                <a16:creationId xmlns:a16="http://schemas.microsoft.com/office/drawing/2014/main" id="{B9A09E43-A799-4E03-B300-16831708A9AE}"/>
              </a:ext>
            </a:extLst>
          </p:cNvPr>
          <p:cNvSpPr>
            <a:spLocks/>
          </p:cNvSpPr>
          <p:nvPr/>
        </p:nvSpPr>
        <p:spPr bwMode="auto">
          <a:xfrm>
            <a:off x="6761163" y="2890838"/>
            <a:ext cx="87312" cy="93662"/>
          </a:xfrm>
          <a:custGeom>
            <a:avLst/>
            <a:gdLst>
              <a:gd name="T0" fmla="*/ 2147483646 w 55"/>
              <a:gd name="T1" fmla="*/ 0 h 59"/>
              <a:gd name="T2" fmla="*/ 2147483646 w 55"/>
              <a:gd name="T3" fmla="*/ 2147483646 h 59"/>
              <a:gd name="T4" fmla="*/ 0 w 55"/>
              <a:gd name="T5" fmla="*/ 2147483646 h 59"/>
              <a:gd name="T6" fmla="*/ 0 60000 65536"/>
              <a:gd name="T7" fmla="*/ 0 60000 65536"/>
              <a:gd name="T8" fmla="*/ 0 60000 65536"/>
              <a:gd name="T9" fmla="*/ 0 w 55"/>
              <a:gd name="T10" fmla="*/ 0 h 59"/>
              <a:gd name="T11" fmla="*/ 55 w 55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5" name="Freeform 80">
            <a:extLst>
              <a:ext uri="{FF2B5EF4-FFF2-40B4-BE49-F238E27FC236}">
                <a16:creationId xmlns:a16="http://schemas.microsoft.com/office/drawing/2014/main" id="{58EA298D-C82D-4806-9823-76579BFA7F11}"/>
              </a:ext>
            </a:extLst>
          </p:cNvPr>
          <p:cNvSpPr>
            <a:spLocks/>
          </p:cNvSpPr>
          <p:nvPr/>
        </p:nvSpPr>
        <p:spPr bwMode="auto">
          <a:xfrm>
            <a:off x="7208838" y="2890838"/>
            <a:ext cx="85725" cy="93662"/>
          </a:xfrm>
          <a:custGeom>
            <a:avLst/>
            <a:gdLst>
              <a:gd name="T0" fmla="*/ 2147483646 w 54"/>
              <a:gd name="T1" fmla="*/ 2147483646 h 59"/>
              <a:gd name="T2" fmla="*/ 0 w 54"/>
              <a:gd name="T3" fmla="*/ 2147483646 h 59"/>
              <a:gd name="T4" fmla="*/ 2147483646 w 54"/>
              <a:gd name="T5" fmla="*/ 0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1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6" name="Line 81">
            <a:extLst>
              <a:ext uri="{FF2B5EF4-FFF2-40B4-BE49-F238E27FC236}">
                <a16:creationId xmlns:a16="http://schemas.microsoft.com/office/drawing/2014/main" id="{9CCEE270-50EC-47FF-BDE4-34C7D8C5C4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04075" y="2913063"/>
            <a:ext cx="58738" cy="650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7" name="Line 82">
            <a:extLst>
              <a:ext uri="{FF2B5EF4-FFF2-40B4-BE49-F238E27FC236}">
                <a16:creationId xmlns:a16="http://schemas.microsoft.com/office/drawing/2014/main" id="{E450B478-D433-4720-A995-BAEB3BE8AA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62813" y="2889250"/>
            <a:ext cx="30162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8" name="Line 83">
            <a:extLst>
              <a:ext uri="{FF2B5EF4-FFF2-40B4-BE49-F238E27FC236}">
                <a16:creationId xmlns:a16="http://schemas.microsoft.com/office/drawing/2014/main" id="{79F9E684-8516-4F56-BCAD-CB198784CD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2975" y="2881313"/>
            <a:ext cx="30163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59" name="Line 84">
            <a:extLst>
              <a:ext uri="{FF2B5EF4-FFF2-40B4-BE49-F238E27FC236}">
                <a16:creationId xmlns:a16="http://schemas.microsoft.com/office/drawing/2014/main" id="{D0B2D481-4E69-4B56-94EE-DA8E88486C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327900" y="2886075"/>
            <a:ext cx="30163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0" name="Line 85">
            <a:extLst>
              <a:ext uri="{FF2B5EF4-FFF2-40B4-BE49-F238E27FC236}">
                <a16:creationId xmlns:a16="http://schemas.microsoft.com/office/drawing/2014/main" id="{815571C7-B399-4377-A839-FDA09DBB4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8063" y="2894013"/>
            <a:ext cx="30162" cy="23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1" name="Line 86">
            <a:extLst>
              <a:ext uri="{FF2B5EF4-FFF2-40B4-BE49-F238E27FC236}">
                <a16:creationId xmlns:a16="http://schemas.microsoft.com/office/drawing/2014/main" id="{4C03CB49-18A3-4D97-A1B4-CE7BF2EC39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8225" y="2917825"/>
            <a:ext cx="58738" cy="6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2" name="Freeform 87">
            <a:extLst>
              <a:ext uri="{FF2B5EF4-FFF2-40B4-BE49-F238E27FC236}">
                <a16:creationId xmlns:a16="http://schemas.microsoft.com/office/drawing/2014/main" id="{0A0E7977-6B5F-4178-BA4D-897F493783CC}"/>
              </a:ext>
            </a:extLst>
          </p:cNvPr>
          <p:cNvSpPr>
            <a:spLocks/>
          </p:cNvSpPr>
          <p:nvPr/>
        </p:nvSpPr>
        <p:spPr bwMode="auto">
          <a:xfrm>
            <a:off x="7362825" y="2890838"/>
            <a:ext cx="85725" cy="93662"/>
          </a:xfrm>
          <a:custGeom>
            <a:avLst/>
            <a:gdLst>
              <a:gd name="T0" fmla="*/ 2147483646 w 54"/>
              <a:gd name="T1" fmla="*/ 0 h 59"/>
              <a:gd name="T2" fmla="*/ 2147483646 w 54"/>
              <a:gd name="T3" fmla="*/ 2147483646 h 59"/>
              <a:gd name="T4" fmla="*/ 0 w 54"/>
              <a:gd name="T5" fmla="*/ 2147483646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22" y="0"/>
                </a:moveTo>
                <a:lnTo>
                  <a:pt x="53" y="58"/>
                </a:lnTo>
                <a:lnTo>
                  <a:pt x="0" y="23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3" name="Freeform 88">
            <a:extLst>
              <a:ext uri="{FF2B5EF4-FFF2-40B4-BE49-F238E27FC236}">
                <a16:creationId xmlns:a16="http://schemas.microsoft.com/office/drawing/2014/main" id="{F72F3406-29B0-4A76-8D4D-3048D9D331BC}"/>
              </a:ext>
            </a:extLst>
          </p:cNvPr>
          <p:cNvSpPr>
            <a:spLocks/>
          </p:cNvSpPr>
          <p:nvPr/>
        </p:nvSpPr>
        <p:spPr bwMode="auto">
          <a:xfrm>
            <a:off x="7869238" y="2890838"/>
            <a:ext cx="85725" cy="93662"/>
          </a:xfrm>
          <a:custGeom>
            <a:avLst/>
            <a:gdLst>
              <a:gd name="T0" fmla="*/ 2147483646 w 54"/>
              <a:gd name="T1" fmla="*/ 2147483646 h 59"/>
              <a:gd name="T2" fmla="*/ 0 w 54"/>
              <a:gd name="T3" fmla="*/ 2147483646 h 59"/>
              <a:gd name="T4" fmla="*/ 2147483646 w 54"/>
              <a:gd name="T5" fmla="*/ 0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4" name="Line 89">
            <a:extLst>
              <a:ext uri="{FF2B5EF4-FFF2-40B4-BE49-F238E27FC236}">
                <a16:creationId xmlns:a16="http://schemas.microsoft.com/office/drawing/2014/main" id="{04E31DF0-A672-4A91-82E6-E8B058C331C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9238" y="2913063"/>
            <a:ext cx="60325" cy="650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5" name="Line 90">
            <a:extLst>
              <a:ext uri="{FF2B5EF4-FFF2-40B4-BE49-F238E27FC236}">
                <a16:creationId xmlns:a16="http://schemas.microsoft.com/office/drawing/2014/main" id="{F6151FFE-CE8B-466D-8DCF-25C9485FE9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24800" y="2889250"/>
            <a:ext cx="30163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6" name="Line 91">
            <a:extLst>
              <a:ext uri="{FF2B5EF4-FFF2-40B4-BE49-F238E27FC236}">
                <a16:creationId xmlns:a16="http://schemas.microsoft.com/office/drawing/2014/main" id="{6A0F8D08-7214-4D36-8A2D-FFE48DBD9D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54963" y="2881313"/>
            <a:ext cx="30162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7" name="Line 92">
            <a:extLst>
              <a:ext uri="{FF2B5EF4-FFF2-40B4-BE49-F238E27FC236}">
                <a16:creationId xmlns:a16="http://schemas.microsoft.com/office/drawing/2014/main" id="{2D4606B8-6D6F-482E-83CF-C0735C8F2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9888" y="2886075"/>
            <a:ext cx="28575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8" name="Line 93">
            <a:extLst>
              <a:ext uri="{FF2B5EF4-FFF2-40B4-BE49-F238E27FC236}">
                <a16:creationId xmlns:a16="http://schemas.microsoft.com/office/drawing/2014/main" id="{65B7DE38-2231-4254-81D8-B53B479EEA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018463" y="2894013"/>
            <a:ext cx="31750" cy="23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69" name="Line 94">
            <a:extLst>
              <a:ext uri="{FF2B5EF4-FFF2-40B4-BE49-F238E27FC236}">
                <a16:creationId xmlns:a16="http://schemas.microsoft.com/office/drawing/2014/main" id="{56F50764-F83B-4534-96B3-C6B6BEABFB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0213" y="2917825"/>
            <a:ext cx="60325" cy="6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0" name="Freeform 95">
            <a:extLst>
              <a:ext uri="{FF2B5EF4-FFF2-40B4-BE49-F238E27FC236}">
                <a16:creationId xmlns:a16="http://schemas.microsoft.com/office/drawing/2014/main" id="{C0DBE103-BFE5-48DF-A6B5-2DB15AF095F6}"/>
              </a:ext>
            </a:extLst>
          </p:cNvPr>
          <p:cNvSpPr>
            <a:spLocks/>
          </p:cNvSpPr>
          <p:nvPr/>
        </p:nvSpPr>
        <p:spPr bwMode="auto">
          <a:xfrm>
            <a:off x="8024813" y="2890838"/>
            <a:ext cx="87312" cy="93662"/>
          </a:xfrm>
          <a:custGeom>
            <a:avLst/>
            <a:gdLst>
              <a:gd name="T0" fmla="*/ 2147483646 w 55"/>
              <a:gd name="T1" fmla="*/ 0 h 59"/>
              <a:gd name="T2" fmla="*/ 2147483646 w 55"/>
              <a:gd name="T3" fmla="*/ 2147483646 h 59"/>
              <a:gd name="T4" fmla="*/ 0 w 55"/>
              <a:gd name="T5" fmla="*/ 2147483646 h 59"/>
              <a:gd name="T6" fmla="*/ 0 60000 65536"/>
              <a:gd name="T7" fmla="*/ 0 60000 65536"/>
              <a:gd name="T8" fmla="*/ 0 60000 65536"/>
              <a:gd name="T9" fmla="*/ 0 w 55"/>
              <a:gd name="T10" fmla="*/ 0 h 59"/>
              <a:gd name="T11" fmla="*/ 55 w 55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1" name="Freeform 96">
            <a:extLst>
              <a:ext uri="{FF2B5EF4-FFF2-40B4-BE49-F238E27FC236}">
                <a16:creationId xmlns:a16="http://schemas.microsoft.com/office/drawing/2014/main" id="{F10956AD-529B-4859-8DCE-A6B24823B3A6}"/>
              </a:ext>
            </a:extLst>
          </p:cNvPr>
          <p:cNvSpPr>
            <a:spLocks/>
          </p:cNvSpPr>
          <p:nvPr/>
        </p:nvSpPr>
        <p:spPr bwMode="auto">
          <a:xfrm>
            <a:off x="8470900" y="2890838"/>
            <a:ext cx="85725" cy="93662"/>
          </a:xfrm>
          <a:custGeom>
            <a:avLst/>
            <a:gdLst>
              <a:gd name="T0" fmla="*/ 2147483646 w 54"/>
              <a:gd name="T1" fmla="*/ 2147483646 h 59"/>
              <a:gd name="T2" fmla="*/ 0 w 54"/>
              <a:gd name="T3" fmla="*/ 2147483646 h 59"/>
              <a:gd name="T4" fmla="*/ 2147483646 w 54"/>
              <a:gd name="T5" fmla="*/ 0 h 59"/>
              <a:gd name="T6" fmla="*/ 0 60000 65536"/>
              <a:gd name="T7" fmla="*/ 0 60000 65536"/>
              <a:gd name="T8" fmla="*/ 0 60000 65536"/>
              <a:gd name="T9" fmla="*/ 0 w 54"/>
              <a:gd name="T10" fmla="*/ 0 h 59"/>
              <a:gd name="T11" fmla="*/ 54 w 54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9">
                <a:moveTo>
                  <a:pt x="53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2" name="Line 97">
            <a:extLst>
              <a:ext uri="{FF2B5EF4-FFF2-40B4-BE49-F238E27FC236}">
                <a16:creationId xmlns:a16="http://schemas.microsoft.com/office/drawing/2014/main" id="{02F9CF15-0027-4A77-9783-0C28D0C147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6138" y="2913063"/>
            <a:ext cx="58737" cy="650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3" name="Line 98">
            <a:extLst>
              <a:ext uri="{FF2B5EF4-FFF2-40B4-BE49-F238E27FC236}">
                <a16:creationId xmlns:a16="http://schemas.microsoft.com/office/drawing/2014/main" id="{41A9F06D-2AFC-4D92-B030-163E48539D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29638" y="2889250"/>
            <a:ext cx="31750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4" name="Line 99">
            <a:extLst>
              <a:ext uri="{FF2B5EF4-FFF2-40B4-BE49-F238E27FC236}">
                <a16:creationId xmlns:a16="http://schemas.microsoft.com/office/drawing/2014/main" id="{467B082A-028D-4B0C-BE06-CE882B14C2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6625" y="2881313"/>
            <a:ext cx="30163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5" name="Line 100">
            <a:extLst>
              <a:ext uri="{FF2B5EF4-FFF2-40B4-BE49-F238E27FC236}">
                <a16:creationId xmlns:a16="http://schemas.microsoft.com/office/drawing/2014/main" id="{1DCB4198-FAF0-4A17-99AA-4F4FAD0489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91550" y="2886075"/>
            <a:ext cx="28575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6" name="Line 101">
            <a:extLst>
              <a:ext uri="{FF2B5EF4-FFF2-40B4-BE49-F238E27FC236}">
                <a16:creationId xmlns:a16="http://schemas.microsoft.com/office/drawing/2014/main" id="{C92BF4EF-9CE7-48C8-AF06-342A581AA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20125" y="2894013"/>
            <a:ext cx="30163" cy="23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7" name="Line 102">
            <a:extLst>
              <a:ext uri="{FF2B5EF4-FFF2-40B4-BE49-F238E27FC236}">
                <a16:creationId xmlns:a16="http://schemas.microsoft.com/office/drawing/2014/main" id="{30EE41F7-7576-4797-B7E1-27FD256194A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0288" y="2917825"/>
            <a:ext cx="61912" cy="6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8" name="Freeform 103">
            <a:extLst>
              <a:ext uri="{FF2B5EF4-FFF2-40B4-BE49-F238E27FC236}">
                <a16:creationId xmlns:a16="http://schemas.microsoft.com/office/drawing/2014/main" id="{DDEEEA5E-8439-403A-8FB2-C3F5793AFCED}"/>
              </a:ext>
            </a:extLst>
          </p:cNvPr>
          <p:cNvSpPr>
            <a:spLocks/>
          </p:cNvSpPr>
          <p:nvPr/>
        </p:nvSpPr>
        <p:spPr bwMode="auto">
          <a:xfrm>
            <a:off x="8626475" y="2890838"/>
            <a:ext cx="87313" cy="93662"/>
          </a:xfrm>
          <a:custGeom>
            <a:avLst/>
            <a:gdLst>
              <a:gd name="T0" fmla="*/ 2147483646 w 55"/>
              <a:gd name="T1" fmla="*/ 0 h 59"/>
              <a:gd name="T2" fmla="*/ 2147483646 w 55"/>
              <a:gd name="T3" fmla="*/ 2147483646 h 59"/>
              <a:gd name="T4" fmla="*/ 0 w 55"/>
              <a:gd name="T5" fmla="*/ 2147483646 h 59"/>
              <a:gd name="T6" fmla="*/ 0 60000 65536"/>
              <a:gd name="T7" fmla="*/ 0 60000 65536"/>
              <a:gd name="T8" fmla="*/ 0 60000 65536"/>
              <a:gd name="T9" fmla="*/ 0 w 55"/>
              <a:gd name="T10" fmla="*/ 0 h 59"/>
              <a:gd name="T11" fmla="*/ 55 w 55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79" name="Freeform 104">
            <a:extLst>
              <a:ext uri="{FF2B5EF4-FFF2-40B4-BE49-F238E27FC236}">
                <a16:creationId xmlns:a16="http://schemas.microsoft.com/office/drawing/2014/main" id="{1BE200D2-D29D-485A-813F-94388F61C0D5}"/>
              </a:ext>
            </a:extLst>
          </p:cNvPr>
          <p:cNvSpPr>
            <a:spLocks/>
          </p:cNvSpPr>
          <p:nvPr/>
        </p:nvSpPr>
        <p:spPr bwMode="auto">
          <a:xfrm>
            <a:off x="9131300" y="2890838"/>
            <a:ext cx="87313" cy="93662"/>
          </a:xfrm>
          <a:custGeom>
            <a:avLst/>
            <a:gdLst>
              <a:gd name="T0" fmla="*/ 2147483646 w 55"/>
              <a:gd name="T1" fmla="*/ 2147483646 h 59"/>
              <a:gd name="T2" fmla="*/ 0 w 55"/>
              <a:gd name="T3" fmla="*/ 2147483646 h 59"/>
              <a:gd name="T4" fmla="*/ 2147483646 w 55"/>
              <a:gd name="T5" fmla="*/ 0 h 59"/>
              <a:gd name="T6" fmla="*/ 0 60000 65536"/>
              <a:gd name="T7" fmla="*/ 0 60000 65536"/>
              <a:gd name="T8" fmla="*/ 0 60000 65536"/>
              <a:gd name="T9" fmla="*/ 0 w 55"/>
              <a:gd name="T10" fmla="*/ 0 h 59"/>
              <a:gd name="T11" fmla="*/ 55 w 55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9">
                <a:moveTo>
                  <a:pt x="54" y="23"/>
                </a:moveTo>
                <a:lnTo>
                  <a:pt x="0" y="58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0" name="Line 105">
            <a:extLst>
              <a:ext uri="{FF2B5EF4-FFF2-40B4-BE49-F238E27FC236}">
                <a16:creationId xmlns:a16="http://schemas.microsoft.com/office/drawing/2014/main" id="{ADE51BEF-4C7F-473E-A637-06F3F5C361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1300" y="2913063"/>
            <a:ext cx="60325" cy="650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1" name="Line 106">
            <a:extLst>
              <a:ext uri="{FF2B5EF4-FFF2-40B4-BE49-F238E27FC236}">
                <a16:creationId xmlns:a16="http://schemas.microsoft.com/office/drawing/2014/main" id="{064C27F6-720A-4ABF-98BC-A68FED7C1C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86863" y="2889250"/>
            <a:ext cx="30162" cy="2381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2" name="Line 107">
            <a:extLst>
              <a:ext uri="{FF2B5EF4-FFF2-40B4-BE49-F238E27FC236}">
                <a16:creationId xmlns:a16="http://schemas.microsoft.com/office/drawing/2014/main" id="{5793AE69-42DC-4CD7-9C14-48E37867EB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217025" y="2881313"/>
            <a:ext cx="30163" cy="79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3" name="Line 108">
            <a:extLst>
              <a:ext uri="{FF2B5EF4-FFF2-40B4-BE49-F238E27FC236}">
                <a16:creationId xmlns:a16="http://schemas.microsoft.com/office/drawing/2014/main" id="{97123ADE-0C65-40D6-B005-30E391502269}"/>
              </a:ext>
            </a:extLst>
          </p:cNvPr>
          <p:cNvSpPr>
            <a:spLocks noChangeShapeType="1"/>
          </p:cNvSpPr>
          <p:nvPr/>
        </p:nvSpPr>
        <p:spPr bwMode="auto">
          <a:xfrm>
            <a:off x="9251950" y="2886075"/>
            <a:ext cx="31750" cy="793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4" name="Line 109">
            <a:extLst>
              <a:ext uri="{FF2B5EF4-FFF2-40B4-BE49-F238E27FC236}">
                <a16:creationId xmlns:a16="http://schemas.microsoft.com/office/drawing/2014/main" id="{C85E8B2F-46F9-49F7-A6B6-DFB8D3DDC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9283700" y="2894013"/>
            <a:ext cx="28575" cy="238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5" name="Line 110">
            <a:extLst>
              <a:ext uri="{FF2B5EF4-FFF2-40B4-BE49-F238E27FC236}">
                <a16:creationId xmlns:a16="http://schemas.microsoft.com/office/drawing/2014/main" id="{EE1B2ECE-2234-4ADB-9417-B9B87BFBB83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12275" y="2917825"/>
            <a:ext cx="60325" cy="650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6" name="Freeform 111">
            <a:extLst>
              <a:ext uri="{FF2B5EF4-FFF2-40B4-BE49-F238E27FC236}">
                <a16:creationId xmlns:a16="http://schemas.microsoft.com/office/drawing/2014/main" id="{7538D1E3-D5B7-49A8-BB64-FFAE782B12B7}"/>
              </a:ext>
            </a:extLst>
          </p:cNvPr>
          <p:cNvSpPr>
            <a:spLocks/>
          </p:cNvSpPr>
          <p:nvPr/>
        </p:nvSpPr>
        <p:spPr bwMode="auto">
          <a:xfrm>
            <a:off x="9286875" y="2890838"/>
            <a:ext cx="87313" cy="93662"/>
          </a:xfrm>
          <a:custGeom>
            <a:avLst/>
            <a:gdLst>
              <a:gd name="T0" fmla="*/ 2147483646 w 55"/>
              <a:gd name="T1" fmla="*/ 0 h 59"/>
              <a:gd name="T2" fmla="*/ 2147483646 w 55"/>
              <a:gd name="T3" fmla="*/ 2147483646 h 59"/>
              <a:gd name="T4" fmla="*/ 0 w 55"/>
              <a:gd name="T5" fmla="*/ 2147483646 h 59"/>
              <a:gd name="T6" fmla="*/ 0 60000 65536"/>
              <a:gd name="T7" fmla="*/ 0 60000 65536"/>
              <a:gd name="T8" fmla="*/ 0 60000 65536"/>
              <a:gd name="T9" fmla="*/ 0 w 55"/>
              <a:gd name="T10" fmla="*/ 0 h 59"/>
              <a:gd name="T11" fmla="*/ 55 w 55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9">
                <a:moveTo>
                  <a:pt x="21" y="0"/>
                </a:moveTo>
                <a:lnTo>
                  <a:pt x="54" y="58"/>
                </a:lnTo>
                <a:lnTo>
                  <a:pt x="0" y="23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287" name="Rectangle 112">
            <a:extLst>
              <a:ext uri="{FF2B5EF4-FFF2-40B4-BE49-F238E27FC236}">
                <a16:creationId xmlns:a16="http://schemas.microsoft.com/office/drawing/2014/main" id="{F33E7D7A-4C9B-420E-843E-59146C533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3000375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50288" name="Rectangle 113">
            <a:extLst>
              <a:ext uri="{FF2B5EF4-FFF2-40B4-BE49-F238E27FC236}">
                <a16:creationId xmlns:a16="http://schemas.microsoft.com/office/drawing/2014/main" id="{04A687B6-ACB3-4C8E-9830-5144B5F05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3413" y="3009900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4*</a:t>
            </a:r>
          </a:p>
        </p:txBody>
      </p:sp>
      <p:sp>
        <p:nvSpPr>
          <p:cNvPr id="50289" name="Rectangle 114">
            <a:extLst>
              <a:ext uri="{FF2B5EF4-FFF2-40B4-BE49-F238E27FC236}">
                <a16:creationId xmlns:a16="http://schemas.microsoft.com/office/drawing/2014/main" id="{12CFF539-0CA4-4A85-BFF7-2AE005CF6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000375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6*</a:t>
            </a:r>
          </a:p>
        </p:txBody>
      </p:sp>
      <p:sp>
        <p:nvSpPr>
          <p:cNvPr id="50290" name="Rectangle 115">
            <a:extLst>
              <a:ext uri="{FF2B5EF4-FFF2-40B4-BE49-F238E27FC236}">
                <a16:creationId xmlns:a16="http://schemas.microsoft.com/office/drawing/2014/main" id="{84E25427-AA84-45C1-BCE0-1B49046B8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1588" y="3000375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9*</a:t>
            </a:r>
          </a:p>
        </p:txBody>
      </p:sp>
      <p:sp>
        <p:nvSpPr>
          <p:cNvPr id="50291" name="Rectangle 116">
            <a:extLst>
              <a:ext uri="{FF2B5EF4-FFF2-40B4-BE49-F238E27FC236}">
                <a16:creationId xmlns:a16="http://schemas.microsoft.com/office/drawing/2014/main" id="{CC1F120F-AA1A-4239-BAF4-C74125D18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1788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10*</a:t>
            </a:r>
          </a:p>
        </p:txBody>
      </p:sp>
      <p:sp>
        <p:nvSpPr>
          <p:cNvPr id="50292" name="Rectangle 117">
            <a:extLst>
              <a:ext uri="{FF2B5EF4-FFF2-40B4-BE49-F238E27FC236}">
                <a16:creationId xmlns:a16="http://schemas.microsoft.com/office/drawing/2014/main" id="{8B1C937D-6CC9-4793-9340-3958EF55D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000375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11*</a:t>
            </a:r>
          </a:p>
        </p:txBody>
      </p:sp>
      <p:sp>
        <p:nvSpPr>
          <p:cNvPr id="50293" name="Rectangle 118">
            <a:extLst>
              <a:ext uri="{FF2B5EF4-FFF2-40B4-BE49-F238E27FC236}">
                <a16:creationId xmlns:a16="http://schemas.microsoft.com/office/drawing/2014/main" id="{9BEC61C0-5B00-45BC-A816-7D9AD6F55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9963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12*</a:t>
            </a:r>
          </a:p>
        </p:txBody>
      </p:sp>
      <p:sp>
        <p:nvSpPr>
          <p:cNvPr id="50294" name="Rectangle 119">
            <a:extLst>
              <a:ext uri="{FF2B5EF4-FFF2-40B4-BE49-F238E27FC236}">
                <a16:creationId xmlns:a16="http://schemas.microsoft.com/office/drawing/2014/main" id="{0EF91F95-38E3-4A6F-9061-54686A0C1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663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13*</a:t>
            </a:r>
          </a:p>
        </p:txBody>
      </p:sp>
      <p:sp>
        <p:nvSpPr>
          <p:cNvPr id="50295" name="Rectangle 120">
            <a:extLst>
              <a:ext uri="{FF2B5EF4-FFF2-40B4-BE49-F238E27FC236}">
                <a16:creationId xmlns:a16="http://schemas.microsoft.com/office/drawing/2014/main" id="{D3277ACE-A69E-4D4E-AB51-1C1FA60B6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9725" y="300990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20*</a:t>
            </a:r>
          </a:p>
        </p:txBody>
      </p:sp>
      <p:sp>
        <p:nvSpPr>
          <p:cNvPr id="50296" name="Rectangle 121">
            <a:extLst>
              <a:ext uri="{FF2B5EF4-FFF2-40B4-BE49-F238E27FC236}">
                <a16:creationId xmlns:a16="http://schemas.microsoft.com/office/drawing/2014/main" id="{13DC58EE-7AF6-4D9E-B2F5-C0DCDCD0F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5313" y="300990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50297" name="Rectangle 122">
            <a:extLst>
              <a:ext uri="{FF2B5EF4-FFF2-40B4-BE49-F238E27FC236}">
                <a16:creationId xmlns:a16="http://schemas.microsoft.com/office/drawing/2014/main" id="{3028EDFD-619F-404F-BB92-FFF735546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86788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23*</a:t>
            </a:r>
          </a:p>
        </p:txBody>
      </p:sp>
      <p:sp>
        <p:nvSpPr>
          <p:cNvPr id="50298" name="Rectangle 123">
            <a:extLst>
              <a:ext uri="{FF2B5EF4-FFF2-40B4-BE49-F238E27FC236}">
                <a16:creationId xmlns:a16="http://schemas.microsoft.com/office/drawing/2014/main" id="{9F555231-51DE-46F9-ADF8-36502BBDB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4600" y="3000375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31*</a:t>
            </a:r>
          </a:p>
        </p:txBody>
      </p:sp>
      <p:sp>
        <p:nvSpPr>
          <p:cNvPr id="50299" name="Rectangle 124">
            <a:extLst>
              <a:ext uri="{FF2B5EF4-FFF2-40B4-BE49-F238E27FC236}">
                <a16:creationId xmlns:a16="http://schemas.microsoft.com/office/drawing/2014/main" id="{F58B3C6C-C71C-4BA1-8B13-DD8C86512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550" y="300990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35*</a:t>
            </a:r>
          </a:p>
        </p:txBody>
      </p:sp>
      <p:sp>
        <p:nvSpPr>
          <p:cNvPr id="50300" name="Rectangle 125">
            <a:extLst>
              <a:ext uri="{FF2B5EF4-FFF2-40B4-BE49-F238E27FC236}">
                <a16:creationId xmlns:a16="http://schemas.microsoft.com/office/drawing/2014/main" id="{D588EAB8-87DE-43C8-9B2B-6F08F4BB2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82138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36*</a:t>
            </a:r>
          </a:p>
        </p:txBody>
      </p:sp>
      <p:sp>
        <p:nvSpPr>
          <p:cNvPr id="50301" name="Rectangle 126">
            <a:extLst>
              <a:ext uri="{FF2B5EF4-FFF2-40B4-BE49-F238E27FC236}">
                <a16:creationId xmlns:a16="http://schemas.microsoft.com/office/drawing/2014/main" id="{67F659C9-2C0C-4295-B954-44D1BAB17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64725" y="3000375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50302" name="Rectangle 127">
            <a:extLst>
              <a:ext uri="{FF2B5EF4-FFF2-40B4-BE49-F238E27FC236}">
                <a16:creationId xmlns:a16="http://schemas.microsoft.com/office/drawing/2014/main" id="{4CBC51F4-E3EC-450F-89C8-86F404DD4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0313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41*</a:t>
            </a:r>
          </a:p>
        </p:txBody>
      </p:sp>
      <p:sp>
        <p:nvSpPr>
          <p:cNvPr id="50303" name="Rectangle 128">
            <a:extLst>
              <a:ext uri="{FF2B5EF4-FFF2-40B4-BE49-F238E27FC236}">
                <a16:creationId xmlns:a16="http://schemas.microsoft.com/office/drawing/2014/main" id="{23EAE819-06C9-4B58-9428-9E05954E5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2738" y="3000375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44*</a:t>
            </a:r>
          </a:p>
        </p:txBody>
      </p:sp>
      <p:sp>
        <p:nvSpPr>
          <p:cNvPr id="50304" name="Rectangle 129">
            <a:extLst>
              <a:ext uri="{FF2B5EF4-FFF2-40B4-BE49-F238E27FC236}">
                <a16:creationId xmlns:a16="http://schemas.microsoft.com/office/drawing/2014/main" id="{95555914-0F1A-40CD-89CD-DC8D5928E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9138" y="1155700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R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d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cina</a:t>
            </a:r>
          </a:p>
        </p:txBody>
      </p:sp>
      <p:sp>
        <p:nvSpPr>
          <p:cNvPr id="50305" name="Rectangle 130">
            <a:extLst>
              <a:ext uri="{FF2B5EF4-FFF2-40B4-BE49-F238E27FC236}">
                <a16:creationId xmlns:a16="http://schemas.microsoft.com/office/drawing/2014/main" id="{22A38F0D-34F8-42EB-93DD-16B432810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58363" y="1843088"/>
            <a:ext cx="1393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Pagini de date</a:t>
            </a:r>
          </a:p>
        </p:txBody>
      </p:sp>
      <p:sp>
        <p:nvSpPr>
          <p:cNvPr id="50306" name="Rectangle 131">
            <a:extLst>
              <a:ext uri="{FF2B5EF4-FFF2-40B4-BE49-F238E27FC236}">
                <a16:creationId xmlns:a16="http://schemas.microsoft.com/office/drawing/2014/main" id="{E94EA790-582B-482D-97AE-15F9C58D29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6888" y="2119313"/>
            <a:ext cx="2176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neinserate </a:t>
            </a:r>
            <a:r>
              <a:rPr lang="ro-RO" altLang="en-US" sz="1400" b="1">
                <a:latin typeface="Arial" panose="020B0604020202020204" pitchFamily="34" charset="0"/>
              </a:rPr>
              <a:t>î</a:t>
            </a:r>
            <a:r>
              <a:rPr lang="en-US" altLang="en-US" sz="1400" b="1">
                <a:latin typeface="Arial" panose="020B0604020202020204" pitchFamily="34" charset="0"/>
              </a:rPr>
              <a:t>n arbore B+</a:t>
            </a:r>
          </a:p>
        </p:txBody>
      </p:sp>
      <p:sp>
        <p:nvSpPr>
          <p:cNvPr id="50307" name="Rectangle 132">
            <a:extLst>
              <a:ext uri="{FF2B5EF4-FFF2-40B4-BE49-F238E27FC236}">
                <a16:creationId xmlns:a16="http://schemas.microsoft.com/office/drawing/2014/main" id="{E700D33F-08BB-48E3-B7C5-61E6DF2A1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1100" y="20208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50308" name="Rectangle 133">
            <a:extLst>
              <a:ext uri="{FF2B5EF4-FFF2-40B4-BE49-F238E27FC236}">
                <a16:creationId xmlns:a16="http://schemas.microsoft.com/office/drawing/2014/main" id="{D6F92D98-5E22-4363-93FC-B4605051D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39150" y="20208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50309" name="Rectangle 134">
            <a:extLst>
              <a:ext uri="{FF2B5EF4-FFF2-40B4-BE49-F238E27FC236}">
                <a16:creationId xmlns:a16="http://schemas.microsoft.com/office/drawing/2014/main" id="{5229734F-2C9B-41B1-83ED-4CCDC264E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2020888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50310" name="Rectangle 135">
            <a:extLst>
              <a:ext uri="{FF2B5EF4-FFF2-40B4-BE49-F238E27FC236}">
                <a16:creationId xmlns:a16="http://schemas.microsoft.com/office/drawing/2014/main" id="{E8DE4B7A-7F3E-43D5-960B-9AC28AA09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6325" y="2020888"/>
            <a:ext cx="2762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0311" name="Rectangle 136">
            <a:extLst>
              <a:ext uri="{FF2B5EF4-FFF2-40B4-BE49-F238E27FC236}">
                <a16:creationId xmlns:a16="http://schemas.microsoft.com/office/drawing/2014/main" id="{93F2C6C3-37E3-4554-8E8D-8B857375E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7413" y="1173163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50312" name="Rectangle 137">
            <a:extLst>
              <a:ext uri="{FF2B5EF4-FFF2-40B4-BE49-F238E27FC236}">
                <a16:creationId xmlns:a16="http://schemas.microsoft.com/office/drawing/2014/main" id="{9F845D50-47A1-43A2-B3B7-ABE3C9FF0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9363" y="1173163"/>
            <a:ext cx="368300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50313" name="Line 138">
            <a:extLst>
              <a:ext uri="{FF2B5EF4-FFF2-40B4-BE49-F238E27FC236}">
                <a16:creationId xmlns:a16="http://schemas.microsoft.com/office/drawing/2014/main" id="{BE386DBE-F187-4B5D-9DC3-F2B264ABCE66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4013" y="1304925"/>
            <a:ext cx="4572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14" name="Arc 139">
            <a:extLst>
              <a:ext uri="{FF2B5EF4-FFF2-40B4-BE49-F238E27FC236}">
                <a16:creationId xmlns:a16="http://schemas.microsoft.com/office/drawing/2014/main" id="{2BC55945-B733-4FCF-BFB9-5C9CFC70170B}"/>
              </a:ext>
            </a:extLst>
          </p:cNvPr>
          <p:cNvSpPr>
            <a:spLocks/>
          </p:cNvSpPr>
          <p:nvPr/>
        </p:nvSpPr>
        <p:spPr bwMode="auto">
          <a:xfrm>
            <a:off x="9959975" y="2452688"/>
            <a:ext cx="228600" cy="457200"/>
          </a:xfrm>
          <a:custGeom>
            <a:avLst/>
            <a:gdLst>
              <a:gd name="T0" fmla="*/ 0 w 21599"/>
              <a:gd name="T1" fmla="*/ 2147483646 h 21599"/>
              <a:gd name="T2" fmla="*/ 2147483646 w 21599"/>
              <a:gd name="T3" fmla="*/ 0 h 21599"/>
              <a:gd name="T4" fmla="*/ 2147483646 w 21599"/>
              <a:gd name="T5" fmla="*/ 2147483646 h 21599"/>
              <a:gd name="T6" fmla="*/ 0 60000 65536"/>
              <a:gd name="T7" fmla="*/ 0 60000 65536"/>
              <a:gd name="T8" fmla="*/ 0 60000 65536"/>
              <a:gd name="T9" fmla="*/ 0 w 21599"/>
              <a:gd name="T10" fmla="*/ 0 h 21599"/>
              <a:gd name="T11" fmla="*/ 21599 w 21599"/>
              <a:gd name="T12" fmla="*/ 21599 h 2159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9" h="21599" fill="none" extrusionOk="0">
                <a:moveTo>
                  <a:pt x="0" y="21374"/>
                </a:moveTo>
                <a:cubicBezTo>
                  <a:pt x="122" y="9591"/>
                  <a:pt x="9666" y="81"/>
                  <a:pt x="21448" y="-1"/>
                </a:cubicBezTo>
              </a:path>
              <a:path w="21599" h="21599" stroke="0" extrusionOk="0">
                <a:moveTo>
                  <a:pt x="0" y="21374"/>
                </a:moveTo>
                <a:cubicBezTo>
                  <a:pt x="122" y="9591"/>
                  <a:pt x="9666" y="81"/>
                  <a:pt x="21448" y="-1"/>
                </a:cubicBezTo>
                <a:lnTo>
                  <a:pt x="21599" y="21599"/>
                </a:lnTo>
                <a:lnTo>
                  <a:pt x="0" y="21374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15" name="Freeform 140">
            <a:extLst>
              <a:ext uri="{FF2B5EF4-FFF2-40B4-BE49-F238E27FC236}">
                <a16:creationId xmlns:a16="http://schemas.microsoft.com/office/drawing/2014/main" id="{7A2DD2AC-FE5D-46A9-82F4-2B9F86A2EC99}"/>
              </a:ext>
            </a:extLst>
          </p:cNvPr>
          <p:cNvSpPr>
            <a:spLocks/>
          </p:cNvSpPr>
          <p:nvPr/>
        </p:nvSpPr>
        <p:spPr bwMode="auto">
          <a:xfrm>
            <a:off x="5329238" y="6102350"/>
            <a:ext cx="542925" cy="257175"/>
          </a:xfrm>
          <a:custGeom>
            <a:avLst/>
            <a:gdLst>
              <a:gd name="T0" fmla="*/ 0 w 342"/>
              <a:gd name="T1" fmla="*/ 2147483646 h 162"/>
              <a:gd name="T2" fmla="*/ 0 w 342"/>
              <a:gd name="T3" fmla="*/ 0 h 162"/>
              <a:gd name="T4" fmla="*/ 2147483646 w 342"/>
              <a:gd name="T5" fmla="*/ 0 h 162"/>
              <a:gd name="T6" fmla="*/ 2147483646 w 342"/>
              <a:gd name="T7" fmla="*/ 2147483646 h 162"/>
              <a:gd name="T8" fmla="*/ 0 w 342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2"/>
              <a:gd name="T16" fmla="*/ 0 h 162"/>
              <a:gd name="T17" fmla="*/ 342 w 342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2" h="162">
                <a:moveTo>
                  <a:pt x="0" y="161"/>
                </a:moveTo>
                <a:lnTo>
                  <a:pt x="0" y="0"/>
                </a:lnTo>
                <a:lnTo>
                  <a:pt x="341" y="0"/>
                </a:lnTo>
                <a:lnTo>
                  <a:pt x="341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16" name="Freeform 141">
            <a:extLst>
              <a:ext uri="{FF2B5EF4-FFF2-40B4-BE49-F238E27FC236}">
                <a16:creationId xmlns:a16="http://schemas.microsoft.com/office/drawing/2014/main" id="{F543283D-6E2F-463D-B933-BA980ECD363E}"/>
              </a:ext>
            </a:extLst>
          </p:cNvPr>
          <p:cNvSpPr>
            <a:spLocks/>
          </p:cNvSpPr>
          <p:nvPr/>
        </p:nvSpPr>
        <p:spPr bwMode="auto">
          <a:xfrm>
            <a:off x="5600700" y="6102350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17" name="Freeform 142">
            <a:extLst>
              <a:ext uri="{FF2B5EF4-FFF2-40B4-BE49-F238E27FC236}">
                <a16:creationId xmlns:a16="http://schemas.microsoft.com/office/drawing/2014/main" id="{D91E1746-83CB-4797-BB13-66B48979E0BF}"/>
              </a:ext>
            </a:extLst>
          </p:cNvPr>
          <p:cNvSpPr>
            <a:spLocks/>
          </p:cNvSpPr>
          <p:nvPr/>
        </p:nvSpPr>
        <p:spPr bwMode="auto">
          <a:xfrm>
            <a:off x="5978525" y="6102350"/>
            <a:ext cx="542925" cy="257175"/>
          </a:xfrm>
          <a:custGeom>
            <a:avLst/>
            <a:gdLst>
              <a:gd name="T0" fmla="*/ 0 w 342"/>
              <a:gd name="T1" fmla="*/ 2147483646 h 162"/>
              <a:gd name="T2" fmla="*/ 0 w 342"/>
              <a:gd name="T3" fmla="*/ 0 h 162"/>
              <a:gd name="T4" fmla="*/ 2147483646 w 342"/>
              <a:gd name="T5" fmla="*/ 0 h 162"/>
              <a:gd name="T6" fmla="*/ 2147483646 w 342"/>
              <a:gd name="T7" fmla="*/ 2147483646 h 162"/>
              <a:gd name="T8" fmla="*/ 0 w 342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2"/>
              <a:gd name="T16" fmla="*/ 0 h 162"/>
              <a:gd name="T17" fmla="*/ 342 w 342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2" h="162">
                <a:moveTo>
                  <a:pt x="0" y="161"/>
                </a:moveTo>
                <a:lnTo>
                  <a:pt x="0" y="0"/>
                </a:lnTo>
                <a:lnTo>
                  <a:pt x="341" y="0"/>
                </a:lnTo>
                <a:lnTo>
                  <a:pt x="341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18" name="Freeform 143">
            <a:extLst>
              <a:ext uri="{FF2B5EF4-FFF2-40B4-BE49-F238E27FC236}">
                <a16:creationId xmlns:a16="http://schemas.microsoft.com/office/drawing/2014/main" id="{F8BEC979-C7F4-4797-9E7E-DE635B1AA286}"/>
              </a:ext>
            </a:extLst>
          </p:cNvPr>
          <p:cNvSpPr>
            <a:spLocks/>
          </p:cNvSpPr>
          <p:nvPr/>
        </p:nvSpPr>
        <p:spPr bwMode="auto">
          <a:xfrm>
            <a:off x="6249988" y="6102350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19" name="Freeform 144">
            <a:extLst>
              <a:ext uri="{FF2B5EF4-FFF2-40B4-BE49-F238E27FC236}">
                <a16:creationId xmlns:a16="http://schemas.microsoft.com/office/drawing/2014/main" id="{E0E95648-D9EB-4CD8-9134-47C5706AF854}"/>
              </a:ext>
            </a:extLst>
          </p:cNvPr>
          <p:cNvSpPr>
            <a:spLocks/>
          </p:cNvSpPr>
          <p:nvPr/>
        </p:nvSpPr>
        <p:spPr bwMode="auto">
          <a:xfrm>
            <a:off x="6626225" y="6102350"/>
            <a:ext cx="544513" cy="257175"/>
          </a:xfrm>
          <a:custGeom>
            <a:avLst/>
            <a:gdLst>
              <a:gd name="T0" fmla="*/ 0 w 343"/>
              <a:gd name="T1" fmla="*/ 2147483646 h 162"/>
              <a:gd name="T2" fmla="*/ 0 w 343"/>
              <a:gd name="T3" fmla="*/ 0 h 162"/>
              <a:gd name="T4" fmla="*/ 2147483646 w 343"/>
              <a:gd name="T5" fmla="*/ 0 h 162"/>
              <a:gd name="T6" fmla="*/ 2147483646 w 343"/>
              <a:gd name="T7" fmla="*/ 2147483646 h 162"/>
              <a:gd name="T8" fmla="*/ 0 w 343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3"/>
              <a:gd name="T16" fmla="*/ 0 h 162"/>
              <a:gd name="T17" fmla="*/ 343 w 343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3" h="162">
                <a:moveTo>
                  <a:pt x="0" y="161"/>
                </a:moveTo>
                <a:lnTo>
                  <a:pt x="0" y="0"/>
                </a:lnTo>
                <a:lnTo>
                  <a:pt x="342" y="0"/>
                </a:lnTo>
                <a:lnTo>
                  <a:pt x="342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0" name="Freeform 145">
            <a:extLst>
              <a:ext uri="{FF2B5EF4-FFF2-40B4-BE49-F238E27FC236}">
                <a16:creationId xmlns:a16="http://schemas.microsoft.com/office/drawing/2014/main" id="{D4D97105-535D-47AA-80FC-6BE0955804F4}"/>
              </a:ext>
            </a:extLst>
          </p:cNvPr>
          <p:cNvSpPr>
            <a:spLocks/>
          </p:cNvSpPr>
          <p:nvPr/>
        </p:nvSpPr>
        <p:spPr bwMode="auto">
          <a:xfrm>
            <a:off x="6899275" y="6102350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1" name="Freeform 146">
            <a:extLst>
              <a:ext uri="{FF2B5EF4-FFF2-40B4-BE49-F238E27FC236}">
                <a16:creationId xmlns:a16="http://schemas.microsoft.com/office/drawing/2014/main" id="{40C4D504-611F-4737-8C87-C42F4D6CE95E}"/>
              </a:ext>
            </a:extLst>
          </p:cNvPr>
          <p:cNvSpPr>
            <a:spLocks/>
          </p:cNvSpPr>
          <p:nvPr/>
        </p:nvSpPr>
        <p:spPr bwMode="auto">
          <a:xfrm>
            <a:off x="7265988" y="6102350"/>
            <a:ext cx="541337" cy="257175"/>
          </a:xfrm>
          <a:custGeom>
            <a:avLst/>
            <a:gdLst>
              <a:gd name="T0" fmla="*/ 0 w 341"/>
              <a:gd name="T1" fmla="*/ 2147483646 h 162"/>
              <a:gd name="T2" fmla="*/ 0 w 341"/>
              <a:gd name="T3" fmla="*/ 0 h 162"/>
              <a:gd name="T4" fmla="*/ 2147483646 w 341"/>
              <a:gd name="T5" fmla="*/ 0 h 162"/>
              <a:gd name="T6" fmla="*/ 2147483646 w 341"/>
              <a:gd name="T7" fmla="*/ 2147483646 h 162"/>
              <a:gd name="T8" fmla="*/ 0 w 341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1"/>
              <a:gd name="T16" fmla="*/ 0 h 162"/>
              <a:gd name="T17" fmla="*/ 341 w 341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2" name="Freeform 147">
            <a:extLst>
              <a:ext uri="{FF2B5EF4-FFF2-40B4-BE49-F238E27FC236}">
                <a16:creationId xmlns:a16="http://schemas.microsoft.com/office/drawing/2014/main" id="{C0A5FBD9-D92D-4556-8AD6-290FD44DCD18}"/>
              </a:ext>
            </a:extLst>
          </p:cNvPr>
          <p:cNvSpPr>
            <a:spLocks/>
          </p:cNvSpPr>
          <p:nvPr/>
        </p:nvSpPr>
        <p:spPr bwMode="auto">
          <a:xfrm>
            <a:off x="7535863" y="6102350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3" name="Freeform 148">
            <a:extLst>
              <a:ext uri="{FF2B5EF4-FFF2-40B4-BE49-F238E27FC236}">
                <a16:creationId xmlns:a16="http://schemas.microsoft.com/office/drawing/2014/main" id="{61EB0106-B47D-4459-B114-96551C7CDB96}"/>
              </a:ext>
            </a:extLst>
          </p:cNvPr>
          <p:cNvSpPr>
            <a:spLocks/>
          </p:cNvSpPr>
          <p:nvPr/>
        </p:nvSpPr>
        <p:spPr bwMode="auto">
          <a:xfrm>
            <a:off x="7915275" y="6102350"/>
            <a:ext cx="541338" cy="257175"/>
          </a:xfrm>
          <a:custGeom>
            <a:avLst/>
            <a:gdLst>
              <a:gd name="T0" fmla="*/ 0 w 341"/>
              <a:gd name="T1" fmla="*/ 2147483646 h 162"/>
              <a:gd name="T2" fmla="*/ 0 w 341"/>
              <a:gd name="T3" fmla="*/ 0 h 162"/>
              <a:gd name="T4" fmla="*/ 2147483646 w 341"/>
              <a:gd name="T5" fmla="*/ 0 h 162"/>
              <a:gd name="T6" fmla="*/ 2147483646 w 341"/>
              <a:gd name="T7" fmla="*/ 2147483646 h 162"/>
              <a:gd name="T8" fmla="*/ 0 w 341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1"/>
              <a:gd name="T16" fmla="*/ 0 h 162"/>
              <a:gd name="T17" fmla="*/ 341 w 341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4" name="Freeform 149">
            <a:extLst>
              <a:ext uri="{FF2B5EF4-FFF2-40B4-BE49-F238E27FC236}">
                <a16:creationId xmlns:a16="http://schemas.microsoft.com/office/drawing/2014/main" id="{6697C467-6B55-4D57-977E-220E66E074AD}"/>
              </a:ext>
            </a:extLst>
          </p:cNvPr>
          <p:cNvSpPr>
            <a:spLocks/>
          </p:cNvSpPr>
          <p:nvPr/>
        </p:nvSpPr>
        <p:spPr bwMode="auto">
          <a:xfrm>
            <a:off x="8185150" y="6102350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5" name="Freeform 150">
            <a:extLst>
              <a:ext uri="{FF2B5EF4-FFF2-40B4-BE49-F238E27FC236}">
                <a16:creationId xmlns:a16="http://schemas.microsoft.com/office/drawing/2014/main" id="{B4A7BA24-3F8F-498B-9367-2B504876152A}"/>
              </a:ext>
            </a:extLst>
          </p:cNvPr>
          <p:cNvSpPr>
            <a:spLocks/>
          </p:cNvSpPr>
          <p:nvPr/>
        </p:nvSpPr>
        <p:spPr bwMode="auto">
          <a:xfrm>
            <a:off x="8562975" y="6102350"/>
            <a:ext cx="541338" cy="257175"/>
          </a:xfrm>
          <a:custGeom>
            <a:avLst/>
            <a:gdLst>
              <a:gd name="T0" fmla="*/ 0 w 341"/>
              <a:gd name="T1" fmla="*/ 2147483646 h 162"/>
              <a:gd name="T2" fmla="*/ 0 w 341"/>
              <a:gd name="T3" fmla="*/ 0 h 162"/>
              <a:gd name="T4" fmla="*/ 2147483646 w 341"/>
              <a:gd name="T5" fmla="*/ 0 h 162"/>
              <a:gd name="T6" fmla="*/ 2147483646 w 341"/>
              <a:gd name="T7" fmla="*/ 2147483646 h 162"/>
              <a:gd name="T8" fmla="*/ 0 w 341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1"/>
              <a:gd name="T16" fmla="*/ 0 h 162"/>
              <a:gd name="T17" fmla="*/ 341 w 341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6" name="Freeform 151">
            <a:extLst>
              <a:ext uri="{FF2B5EF4-FFF2-40B4-BE49-F238E27FC236}">
                <a16:creationId xmlns:a16="http://schemas.microsoft.com/office/drawing/2014/main" id="{8A7C5368-8B27-4BB9-BB07-56A02A3217C8}"/>
              </a:ext>
            </a:extLst>
          </p:cNvPr>
          <p:cNvSpPr>
            <a:spLocks/>
          </p:cNvSpPr>
          <p:nvPr/>
        </p:nvSpPr>
        <p:spPr bwMode="auto">
          <a:xfrm>
            <a:off x="8832850" y="6102350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7" name="Freeform 152">
            <a:extLst>
              <a:ext uri="{FF2B5EF4-FFF2-40B4-BE49-F238E27FC236}">
                <a16:creationId xmlns:a16="http://schemas.microsoft.com/office/drawing/2014/main" id="{E8CA5593-71FD-46B8-B38D-1FAF26B9560A}"/>
              </a:ext>
            </a:extLst>
          </p:cNvPr>
          <p:cNvSpPr>
            <a:spLocks/>
          </p:cNvSpPr>
          <p:nvPr/>
        </p:nvSpPr>
        <p:spPr bwMode="auto">
          <a:xfrm>
            <a:off x="9213850" y="6102350"/>
            <a:ext cx="541338" cy="257175"/>
          </a:xfrm>
          <a:custGeom>
            <a:avLst/>
            <a:gdLst>
              <a:gd name="T0" fmla="*/ 0 w 341"/>
              <a:gd name="T1" fmla="*/ 2147483646 h 162"/>
              <a:gd name="T2" fmla="*/ 0 w 341"/>
              <a:gd name="T3" fmla="*/ 0 h 162"/>
              <a:gd name="T4" fmla="*/ 2147483646 w 341"/>
              <a:gd name="T5" fmla="*/ 0 h 162"/>
              <a:gd name="T6" fmla="*/ 2147483646 w 341"/>
              <a:gd name="T7" fmla="*/ 2147483646 h 162"/>
              <a:gd name="T8" fmla="*/ 0 w 341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1"/>
              <a:gd name="T16" fmla="*/ 0 h 162"/>
              <a:gd name="T17" fmla="*/ 341 w 341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8" name="Freeform 153">
            <a:extLst>
              <a:ext uri="{FF2B5EF4-FFF2-40B4-BE49-F238E27FC236}">
                <a16:creationId xmlns:a16="http://schemas.microsoft.com/office/drawing/2014/main" id="{50F7FE30-CCCF-4C60-8F2F-EAF269C9876C}"/>
              </a:ext>
            </a:extLst>
          </p:cNvPr>
          <p:cNvSpPr>
            <a:spLocks/>
          </p:cNvSpPr>
          <p:nvPr/>
        </p:nvSpPr>
        <p:spPr bwMode="auto">
          <a:xfrm>
            <a:off x="9482138" y="6102350"/>
            <a:ext cx="1587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29" name="Freeform 154">
            <a:extLst>
              <a:ext uri="{FF2B5EF4-FFF2-40B4-BE49-F238E27FC236}">
                <a16:creationId xmlns:a16="http://schemas.microsoft.com/office/drawing/2014/main" id="{9E40B5BF-A134-4620-A706-2C33E2AF2875}"/>
              </a:ext>
            </a:extLst>
          </p:cNvPr>
          <p:cNvSpPr>
            <a:spLocks/>
          </p:cNvSpPr>
          <p:nvPr/>
        </p:nvSpPr>
        <p:spPr bwMode="auto">
          <a:xfrm>
            <a:off x="9850438" y="6102350"/>
            <a:ext cx="542925" cy="257175"/>
          </a:xfrm>
          <a:custGeom>
            <a:avLst/>
            <a:gdLst>
              <a:gd name="T0" fmla="*/ 0 w 342"/>
              <a:gd name="T1" fmla="*/ 2147483646 h 162"/>
              <a:gd name="T2" fmla="*/ 0 w 342"/>
              <a:gd name="T3" fmla="*/ 0 h 162"/>
              <a:gd name="T4" fmla="*/ 2147483646 w 342"/>
              <a:gd name="T5" fmla="*/ 0 h 162"/>
              <a:gd name="T6" fmla="*/ 2147483646 w 342"/>
              <a:gd name="T7" fmla="*/ 2147483646 h 162"/>
              <a:gd name="T8" fmla="*/ 0 w 342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2"/>
              <a:gd name="T16" fmla="*/ 0 h 162"/>
              <a:gd name="T17" fmla="*/ 342 w 342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2" h="162">
                <a:moveTo>
                  <a:pt x="0" y="161"/>
                </a:moveTo>
                <a:lnTo>
                  <a:pt x="0" y="0"/>
                </a:lnTo>
                <a:lnTo>
                  <a:pt x="341" y="0"/>
                </a:lnTo>
                <a:lnTo>
                  <a:pt x="341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0" name="Freeform 155">
            <a:extLst>
              <a:ext uri="{FF2B5EF4-FFF2-40B4-BE49-F238E27FC236}">
                <a16:creationId xmlns:a16="http://schemas.microsoft.com/office/drawing/2014/main" id="{6E8C180E-EEFB-418D-A36B-2E6E74C4BDB9}"/>
              </a:ext>
            </a:extLst>
          </p:cNvPr>
          <p:cNvSpPr>
            <a:spLocks/>
          </p:cNvSpPr>
          <p:nvPr/>
        </p:nvSpPr>
        <p:spPr bwMode="auto">
          <a:xfrm>
            <a:off x="10118725" y="6102350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1" name="Freeform 156">
            <a:extLst>
              <a:ext uri="{FF2B5EF4-FFF2-40B4-BE49-F238E27FC236}">
                <a16:creationId xmlns:a16="http://schemas.microsoft.com/office/drawing/2014/main" id="{A2BE0862-E3C1-4CDB-8683-916A52F01443}"/>
              </a:ext>
            </a:extLst>
          </p:cNvPr>
          <p:cNvSpPr>
            <a:spLocks/>
          </p:cNvSpPr>
          <p:nvPr/>
        </p:nvSpPr>
        <p:spPr bwMode="auto">
          <a:xfrm>
            <a:off x="10477500" y="6102350"/>
            <a:ext cx="541338" cy="257175"/>
          </a:xfrm>
          <a:custGeom>
            <a:avLst/>
            <a:gdLst>
              <a:gd name="T0" fmla="*/ 0 w 341"/>
              <a:gd name="T1" fmla="*/ 2147483646 h 162"/>
              <a:gd name="T2" fmla="*/ 0 w 341"/>
              <a:gd name="T3" fmla="*/ 0 h 162"/>
              <a:gd name="T4" fmla="*/ 2147483646 w 341"/>
              <a:gd name="T5" fmla="*/ 0 h 162"/>
              <a:gd name="T6" fmla="*/ 2147483646 w 341"/>
              <a:gd name="T7" fmla="*/ 2147483646 h 162"/>
              <a:gd name="T8" fmla="*/ 0 w 341"/>
              <a:gd name="T9" fmla="*/ 2147483646 h 16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41"/>
              <a:gd name="T16" fmla="*/ 0 h 162"/>
              <a:gd name="T17" fmla="*/ 341 w 341"/>
              <a:gd name="T18" fmla="*/ 162 h 16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41" h="162">
                <a:moveTo>
                  <a:pt x="0" y="161"/>
                </a:moveTo>
                <a:lnTo>
                  <a:pt x="0" y="0"/>
                </a:lnTo>
                <a:lnTo>
                  <a:pt x="340" y="0"/>
                </a:lnTo>
                <a:lnTo>
                  <a:pt x="340" y="161"/>
                </a:lnTo>
                <a:lnTo>
                  <a:pt x="0" y="161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2" name="Freeform 157">
            <a:extLst>
              <a:ext uri="{FF2B5EF4-FFF2-40B4-BE49-F238E27FC236}">
                <a16:creationId xmlns:a16="http://schemas.microsoft.com/office/drawing/2014/main" id="{4722D39C-111C-475A-A0B9-D66040003F5D}"/>
              </a:ext>
            </a:extLst>
          </p:cNvPr>
          <p:cNvSpPr>
            <a:spLocks/>
          </p:cNvSpPr>
          <p:nvPr/>
        </p:nvSpPr>
        <p:spPr bwMode="auto">
          <a:xfrm>
            <a:off x="10747375" y="6102350"/>
            <a:ext cx="1588" cy="257175"/>
          </a:xfrm>
          <a:custGeom>
            <a:avLst/>
            <a:gdLst>
              <a:gd name="T0" fmla="*/ 0 w 1"/>
              <a:gd name="T1" fmla="*/ 0 h 162"/>
              <a:gd name="T2" fmla="*/ 0 w 1"/>
              <a:gd name="T3" fmla="*/ 2147483646 h 162"/>
              <a:gd name="T4" fmla="*/ 0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0"/>
                </a:moveTo>
                <a:lnTo>
                  <a:pt x="0" y="16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3" name="Freeform 158">
            <a:extLst>
              <a:ext uri="{FF2B5EF4-FFF2-40B4-BE49-F238E27FC236}">
                <a16:creationId xmlns:a16="http://schemas.microsoft.com/office/drawing/2014/main" id="{36175F5C-9CAB-4BA4-8DC0-3F2872654D5B}"/>
              </a:ext>
            </a:extLst>
          </p:cNvPr>
          <p:cNvSpPr>
            <a:spLocks/>
          </p:cNvSpPr>
          <p:nvPr/>
        </p:nvSpPr>
        <p:spPr bwMode="auto">
          <a:xfrm>
            <a:off x="5913438" y="5233988"/>
            <a:ext cx="855662" cy="296862"/>
          </a:xfrm>
          <a:custGeom>
            <a:avLst/>
            <a:gdLst>
              <a:gd name="T0" fmla="*/ 0 w 539"/>
              <a:gd name="T1" fmla="*/ 2147483646 h 187"/>
              <a:gd name="T2" fmla="*/ 0 w 539"/>
              <a:gd name="T3" fmla="*/ 0 h 187"/>
              <a:gd name="T4" fmla="*/ 2147483646 w 539"/>
              <a:gd name="T5" fmla="*/ 0 h 187"/>
              <a:gd name="T6" fmla="*/ 2147483646 w 539"/>
              <a:gd name="T7" fmla="*/ 2147483646 h 187"/>
              <a:gd name="T8" fmla="*/ 0 w 539"/>
              <a:gd name="T9" fmla="*/ 2147483646 h 1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9"/>
              <a:gd name="T16" fmla="*/ 0 h 187"/>
              <a:gd name="T17" fmla="*/ 539 w 539"/>
              <a:gd name="T18" fmla="*/ 187 h 1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9" h="187">
                <a:moveTo>
                  <a:pt x="0" y="186"/>
                </a:moveTo>
                <a:lnTo>
                  <a:pt x="0" y="0"/>
                </a:lnTo>
                <a:lnTo>
                  <a:pt x="538" y="0"/>
                </a:lnTo>
                <a:lnTo>
                  <a:pt x="538" y="186"/>
                </a:lnTo>
                <a:lnTo>
                  <a:pt x="0" y="186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4" name="Freeform 159">
            <a:extLst>
              <a:ext uri="{FF2B5EF4-FFF2-40B4-BE49-F238E27FC236}">
                <a16:creationId xmlns:a16="http://schemas.microsoft.com/office/drawing/2014/main" id="{6C9F1738-25F6-420A-AF70-704E970AC92A}"/>
              </a:ext>
            </a:extLst>
          </p:cNvPr>
          <p:cNvSpPr>
            <a:spLocks/>
          </p:cNvSpPr>
          <p:nvPr/>
        </p:nvSpPr>
        <p:spPr bwMode="auto">
          <a:xfrm>
            <a:off x="6302375" y="5233988"/>
            <a:ext cx="1588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2147483646 h 180"/>
              <a:gd name="T4" fmla="*/ 0 w 1"/>
              <a:gd name="T5" fmla="*/ 0 h 180"/>
              <a:gd name="T6" fmla="*/ 0 60000 65536"/>
              <a:gd name="T7" fmla="*/ 0 60000 65536"/>
              <a:gd name="T8" fmla="*/ 0 60000 65536"/>
              <a:gd name="T9" fmla="*/ 0 w 1"/>
              <a:gd name="T10" fmla="*/ 0 h 180"/>
              <a:gd name="T11" fmla="*/ 1 w 1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5" name="Freeform 160">
            <a:extLst>
              <a:ext uri="{FF2B5EF4-FFF2-40B4-BE49-F238E27FC236}">
                <a16:creationId xmlns:a16="http://schemas.microsoft.com/office/drawing/2014/main" id="{830F8DFF-A2B6-4C05-B48B-00141544E32D}"/>
              </a:ext>
            </a:extLst>
          </p:cNvPr>
          <p:cNvSpPr>
            <a:spLocks/>
          </p:cNvSpPr>
          <p:nvPr/>
        </p:nvSpPr>
        <p:spPr bwMode="auto">
          <a:xfrm>
            <a:off x="6681788" y="5243513"/>
            <a:ext cx="1587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6" name="Freeform 161">
            <a:extLst>
              <a:ext uri="{FF2B5EF4-FFF2-40B4-BE49-F238E27FC236}">
                <a16:creationId xmlns:a16="http://schemas.microsoft.com/office/drawing/2014/main" id="{13810E07-33CF-494A-8EF5-B94EA000114B}"/>
              </a:ext>
            </a:extLst>
          </p:cNvPr>
          <p:cNvSpPr>
            <a:spLocks/>
          </p:cNvSpPr>
          <p:nvPr/>
        </p:nvSpPr>
        <p:spPr bwMode="auto">
          <a:xfrm>
            <a:off x="6000750" y="5224463"/>
            <a:ext cx="1588" cy="295275"/>
          </a:xfrm>
          <a:custGeom>
            <a:avLst/>
            <a:gdLst>
              <a:gd name="T0" fmla="*/ 0 w 1"/>
              <a:gd name="T1" fmla="*/ 0 h 186"/>
              <a:gd name="T2" fmla="*/ 0 w 1"/>
              <a:gd name="T3" fmla="*/ 2147483646 h 186"/>
              <a:gd name="T4" fmla="*/ 0 w 1"/>
              <a:gd name="T5" fmla="*/ 0 h 186"/>
              <a:gd name="T6" fmla="*/ 0 60000 65536"/>
              <a:gd name="T7" fmla="*/ 0 60000 65536"/>
              <a:gd name="T8" fmla="*/ 0 60000 65536"/>
              <a:gd name="T9" fmla="*/ 0 w 1"/>
              <a:gd name="T10" fmla="*/ 0 h 186"/>
              <a:gd name="T11" fmla="*/ 1 w 1"/>
              <a:gd name="T12" fmla="*/ 186 h 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6">
                <a:moveTo>
                  <a:pt x="0" y="0"/>
                </a:moveTo>
                <a:lnTo>
                  <a:pt x="0" y="185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7" name="Freeform 162">
            <a:extLst>
              <a:ext uri="{FF2B5EF4-FFF2-40B4-BE49-F238E27FC236}">
                <a16:creationId xmlns:a16="http://schemas.microsoft.com/office/drawing/2014/main" id="{F312730E-C78F-4BED-A8B6-BA7E637DA3F4}"/>
              </a:ext>
            </a:extLst>
          </p:cNvPr>
          <p:cNvSpPr>
            <a:spLocks/>
          </p:cNvSpPr>
          <p:nvPr/>
        </p:nvSpPr>
        <p:spPr bwMode="auto">
          <a:xfrm>
            <a:off x="6389688" y="5233988"/>
            <a:ext cx="1587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2147483646 h 180"/>
              <a:gd name="T4" fmla="*/ 0 w 1"/>
              <a:gd name="T5" fmla="*/ 0 h 180"/>
              <a:gd name="T6" fmla="*/ 0 60000 65536"/>
              <a:gd name="T7" fmla="*/ 0 60000 65536"/>
              <a:gd name="T8" fmla="*/ 0 60000 65536"/>
              <a:gd name="T9" fmla="*/ 0 w 1"/>
              <a:gd name="T10" fmla="*/ 0 h 180"/>
              <a:gd name="T11" fmla="*/ 1 w 1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38" name="Freeform 163">
            <a:extLst>
              <a:ext uri="{FF2B5EF4-FFF2-40B4-BE49-F238E27FC236}">
                <a16:creationId xmlns:a16="http://schemas.microsoft.com/office/drawing/2014/main" id="{57B89656-02CD-4DB1-8806-52B54B3A4340}"/>
              </a:ext>
            </a:extLst>
          </p:cNvPr>
          <p:cNvSpPr>
            <a:spLocks/>
          </p:cNvSpPr>
          <p:nvPr/>
        </p:nvSpPr>
        <p:spPr bwMode="auto">
          <a:xfrm>
            <a:off x="5610225" y="5478463"/>
            <a:ext cx="338138" cy="573087"/>
          </a:xfrm>
          <a:custGeom>
            <a:avLst/>
            <a:gdLst>
              <a:gd name="T0" fmla="*/ 2147483646 w 213"/>
              <a:gd name="T1" fmla="*/ 0 h 361"/>
              <a:gd name="T2" fmla="*/ 0 w 213"/>
              <a:gd name="T3" fmla="*/ 2147483646 h 361"/>
              <a:gd name="T4" fmla="*/ 2147483646 w 213"/>
              <a:gd name="T5" fmla="*/ 0 h 361"/>
              <a:gd name="T6" fmla="*/ 0 60000 65536"/>
              <a:gd name="T7" fmla="*/ 0 60000 65536"/>
              <a:gd name="T8" fmla="*/ 0 60000 65536"/>
              <a:gd name="T9" fmla="*/ 0 w 213"/>
              <a:gd name="T10" fmla="*/ 0 h 361"/>
              <a:gd name="T11" fmla="*/ 213 w 213"/>
              <a:gd name="T12" fmla="*/ 361 h 3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3" h="361">
                <a:moveTo>
                  <a:pt x="212" y="0"/>
                </a:moveTo>
                <a:lnTo>
                  <a:pt x="0" y="360"/>
                </a:lnTo>
                <a:lnTo>
                  <a:pt x="21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39" name="Freeform 164">
            <a:extLst>
              <a:ext uri="{FF2B5EF4-FFF2-40B4-BE49-F238E27FC236}">
                <a16:creationId xmlns:a16="http://schemas.microsoft.com/office/drawing/2014/main" id="{DBCE571A-6157-4244-A313-52EDA06158F5}"/>
              </a:ext>
            </a:extLst>
          </p:cNvPr>
          <p:cNvSpPr>
            <a:spLocks/>
          </p:cNvSpPr>
          <p:nvPr/>
        </p:nvSpPr>
        <p:spPr bwMode="auto">
          <a:xfrm>
            <a:off x="5610225" y="5949950"/>
            <a:ext cx="77788" cy="101600"/>
          </a:xfrm>
          <a:custGeom>
            <a:avLst/>
            <a:gdLst>
              <a:gd name="T0" fmla="*/ 2147483646 w 49"/>
              <a:gd name="T1" fmla="*/ 2147483646 h 64"/>
              <a:gd name="T2" fmla="*/ 0 w 49"/>
              <a:gd name="T3" fmla="*/ 2147483646 h 64"/>
              <a:gd name="T4" fmla="*/ 2147483646 w 49"/>
              <a:gd name="T5" fmla="*/ 0 h 64"/>
              <a:gd name="T6" fmla="*/ 2147483646 w 49"/>
              <a:gd name="T7" fmla="*/ 2147483646 h 64"/>
              <a:gd name="T8" fmla="*/ 0 60000 65536"/>
              <a:gd name="T9" fmla="*/ 0 60000 65536"/>
              <a:gd name="T10" fmla="*/ 0 60000 65536"/>
              <a:gd name="T11" fmla="*/ 0 60000 65536"/>
              <a:gd name="T12" fmla="*/ 0 w 49"/>
              <a:gd name="T13" fmla="*/ 0 h 64"/>
              <a:gd name="T14" fmla="*/ 49 w 49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9" h="64">
                <a:moveTo>
                  <a:pt x="48" y="16"/>
                </a:moveTo>
                <a:lnTo>
                  <a:pt x="0" y="63"/>
                </a:lnTo>
                <a:lnTo>
                  <a:pt x="18" y="0"/>
                </a:lnTo>
                <a:lnTo>
                  <a:pt x="48" y="16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0" name="Freeform 165">
            <a:extLst>
              <a:ext uri="{FF2B5EF4-FFF2-40B4-BE49-F238E27FC236}">
                <a16:creationId xmlns:a16="http://schemas.microsoft.com/office/drawing/2014/main" id="{EC6AD3E6-80C1-470D-BD59-32DC6C84C2B9}"/>
              </a:ext>
            </a:extLst>
          </p:cNvPr>
          <p:cNvSpPr>
            <a:spLocks/>
          </p:cNvSpPr>
          <p:nvPr/>
        </p:nvSpPr>
        <p:spPr bwMode="auto">
          <a:xfrm>
            <a:off x="6259513" y="5487988"/>
            <a:ext cx="77787" cy="584200"/>
          </a:xfrm>
          <a:custGeom>
            <a:avLst/>
            <a:gdLst>
              <a:gd name="T0" fmla="*/ 2147483646 w 49"/>
              <a:gd name="T1" fmla="*/ 0 h 368"/>
              <a:gd name="T2" fmla="*/ 0 w 49"/>
              <a:gd name="T3" fmla="*/ 2147483646 h 368"/>
              <a:gd name="T4" fmla="*/ 2147483646 w 49"/>
              <a:gd name="T5" fmla="*/ 0 h 368"/>
              <a:gd name="T6" fmla="*/ 0 60000 65536"/>
              <a:gd name="T7" fmla="*/ 0 60000 65536"/>
              <a:gd name="T8" fmla="*/ 0 60000 65536"/>
              <a:gd name="T9" fmla="*/ 0 w 49"/>
              <a:gd name="T10" fmla="*/ 0 h 368"/>
              <a:gd name="T11" fmla="*/ 49 w 49"/>
              <a:gd name="T12" fmla="*/ 368 h 3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9" h="368">
                <a:moveTo>
                  <a:pt x="48" y="0"/>
                </a:moveTo>
                <a:lnTo>
                  <a:pt x="0" y="367"/>
                </a:lnTo>
                <a:lnTo>
                  <a:pt x="48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41" name="Freeform 166">
            <a:extLst>
              <a:ext uri="{FF2B5EF4-FFF2-40B4-BE49-F238E27FC236}">
                <a16:creationId xmlns:a16="http://schemas.microsoft.com/office/drawing/2014/main" id="{3CAF836B-EE92-444D-B589-E6DD9EFF5A9D}"/>
              </a:ext>
            </a:extLst>
          </p:cNvPr>
          <p:cNvSpPr>
            <a:spLocks/>
          </p:cNvSpPr>
          <p:nvPr/>
        </p:nvSpPr>
        <p:spPr bwMode="auto">
          <a:xfrm>
            <a:off x="6245225" y="5965825"/>
            <a:ext cx="55563" cy="106363"/>
          </a:xfrm>
          <a:custGeom>
            <a:avLst/>
            <a:gdLst>
              <a:gd name="T0" fmla="*/ 2147483646 w 35"/>
              <a:gd name="T1" fmla="*/ 2147483646 h 67"/>
              <a:gd name="T2" fmla="*/ 2147483646 w 35"/>
              <a:gd name="T3" fmla="*/ 2147483646 h 67"/>
              <a:gd name="T4" fmla="*/ 0 w 35"/>
              <a:gd name="T5" fmla="*/ 0 h 67"/>
              <a:gd name="T6" fmla="*/ 2147483646 w 35"/>
              <a:gd name="T7" fmla="*/ 2147483646 h 67"/>
              <a:gd name="T8" fmla="*/ 0 60000 65536"/>
              <a:gd name="T9" fmla="*/ 0 60000 65536"/>
              <a:gd name="T10" fmla="*/ 0 60000 65536"/>
              <a:gd name="T11" fmla="*/ 0 60000 65536"/>
              <a:gd name="T12" fmla="*/ 0 w 35"/>
              <a:gd name="T13" fmla="*/ 0 h 67"/>
              <a:gd name="T14" fmla="*/ 35 w 35"/>
              <a:gd name="T15" fmla="*/ 67 h 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" h="67">
                <a:moveTo>
                  <a:pt x="34" y="4"/>
                </a:moveTo>
                <a:lnTo>
                  <a:pt x="10" y="66"/>
                </a:lnTo>
                <a:lnTo>
                  <a:pt x="0" y="0"/>
                </a:lnTo>
                <a:lnTo>
                  <a:pt x="34" y="4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2" name="Freeform 167">
            <a:extLst>
              <a:ext uri="{FF2B5EF4-FFF2-40B4-BE49-F238E27FC236}">
                <a16:creationId xmlns:a16="http://schemas.microsoft.com/office/drawing/2014/main" id="{F13C506F-12E3-425F-8CAB-A5789C4AE29D}"/>
              </a:ext>
            </a:extLst>
          </p:cNvPr>
          <p:cNvSpPr>
            <a:spLocks/>
          </p:cNvSpPr>
          <p:nvPr/>
        </p:nvSpPr>
        <p:spPr bwMode="auto">
          <a:xfrm>
            <a:off x="6907213" y="5487988"/>
            <a:ext cx="219075" cy="573087"/>
          </a:xfrm>
          <a:custGeom>
            <a:avLst/>
            <a:gdLst>
              <a:gd name="T0" fmla="*/ 2147483646 w 138"/>
              <a:gd name="T1" fmla="*/ 0 h 361"/>
              <a:gd name="T2" fmla="*/ 0 w 138"/>
              <a:gd name="T3" fmla="*/ 2147483646 h 361"/>
              <a:gd name="T4" fmla="*/ 2147483646 w 138"/>
              <a:gd name="T5" fmla="*/ 0 h 361"/>
              <a:gd name="T6" fmla="*/ 0 60000 65536"/>
              <a:gd name="T7" fmla="*/ 0 60000 65536"/>
              <a:gd name="T8" fmla="*/ 0 60000 65536"/>
              <a:gd name="T9" fmla="*/ 0 w 138"/>
              <a:gd name="T10" fmla="*/ 0 h 361"/>
              <a:gd name="T11" fmla="*/ 138 w 138"/>
              <a:gd name="T12" fmla="*/ 361 h 3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8" h="361">
                <a:moveTo>
                  <a:pt x="137" y="0"/>
                </a:moveTo>
                <a:lnTo>
                  <a:pt x="0" y="360"/>
                </a:lnTo>
                <a:lnTo>
                  <a:pt x="137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43" name="Freeform 168">
            <a:extLst>
              <a:ext uri="{FF2B5EF4-FFF2-40B4-BE49-F238E27FC236}">
                <a16:creationId xmlns:a16="http://schemas.microsoft.com/office/drawing/2014/main" id="{C4D84654-CF51-41EB-AA95-BDE354FF3AA2}"/>
              </a:ext>
            </a:extLst>
          </p:cNvPr>
          <p:cNvSpPr>
            <a:spLocks/>
          </p:cNvSpPr>
          <p:nvPr/>
        </p:nvSpPr>
        <p:spPr bwMode="auto">
          <a:xfrm>
            <a:off x="6907213" y="5956300"/>
            <a:ext cx="63500" cy="104775"/>
          </a:xfrm>
          <a:custGeom>
            <a:avLst/>
            <a:gdLst>
              <a:gd name="T0" fmla="*/ 2147483646 w 40"/>
              <a:gd name="T1" fmla="*/ 2147483646 h 66"/>
              <a:gd name="T2" fmla="*/ 0 w 40"/>
              <a:gd name="T3" fmla="*/ 2147483646 h 66"/>
              <a:gd name="T4" fmla="*/ 2147483646 w 40"/>
              <a:gd name="T5" fmla="*/ 0 h 66"/>
              <a:gd name="T6" fmla="*/ 2147483646 w 40"/>
              <a:gd name="T7" fmla="*/ 2147483646 h 66"/>
              <a:gd name="T8" fmla="*/ 0 60000 65536"/>
              <a:gd name="T9" fmla="*/ 0 60000 65536"/>
              <a:gd name="T10" fmla="*/ 0 60000 65536"/>
              <a:gd name="T11" fmla="*/ 0 60000 65536"/>
              <a:gd name="T12" fmla="*/ 0 w 40"/>
              <a:gd name="T13" fmla="*/ 0 h 66"/>
              <a:gd name="T14" fmla="*/ 40 w 40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0" h="66">
                <a:moveTo>
                  <a:pt x="39" y="11"/>
                </a:moveTo>
                <a:lnTo>
                  <a:pt x="0" y="65"/>
                </a:lnTo>
                <a:lnTo>
                  <a:pt x="8" y="0"/>
                </a:lnTo>
                <a:lnTo>
                  <a:pt x="39" y="11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4" name="Freeform 169">
            <a:extLst>
              <a:ext uri="{FF2B5EF4-FFF2-40B4-BE49-F238E27FC236}">
                <a16:creationId xmlns:a16="http://schemas.microsoft.com/office/drawing/2014/main" id="{C8606A1B-957B-4615-BA50-EE7FA6985CB8}"/>
              </a:ext>
            </a:extLst>
          </p:cNvPr>
          <p:cNvSpPr>
            <a:spLocks/>
          </p:cNvSpPr>
          <p:nvPr/>
        </p:nvSpPr>
        <p:spPr bwMode="auto">
          <a:xfrm>
            <a:off x="7513638" y="5487988"/>
            <a:ext cx="1587" cy="573087"/>
          </a:xfrm>
          <a:custGeom>
            <a:avLst/>
            <a:gdLst>
              <a:gd name="T0" fmla="*/ 0 w 1"/>
              <a:gd name="T1" fmla="*/ 0 h 361"/>
              <a:gd name="T2" fmla="*/ 0 w 1"/>
              <a:gd name="T3" fmla="*/ 2147483646 h 361"/>
              <a:gd name="T4" fmla="*/ 0 w 1"/>
              <a:gd name="T5" fmla="*/ 0 h 361"/>
              <a:gd name="T6" fmla="*/ 0 60000 65536"/>
              <a:gd name="T7" fmla="*/ 0 60000 65536"/>
              <a:gd name="T8" fmla="*/ 0 60000 65536"/>
              <a:gd name="T9" fmla="*/ 0 w 1"/>
              <a:gd name="T10" fmla="*/ 0 h 361"/>
              <a:gd name="T11" fmla="*/ 1 w 1"/>
              <a:gd name="T12" fmla="*/ 361 h 3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61">
                <a:moveTo>
                  <a:pt x="0" y="0"/>
                </a:moveTo>
                <a:lnTo>
                  <a:pt x="0" y="360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45" name="Freeform 170">
            <a:extLst>
              <a:ext uri="{FF2B5EF4-FFF2-40B4-BE49-F238E27FC236}">
                <a16:creationId xmlns:a16="http://schemas.microsoft.com/office/drawing/2014/main" id="{D1837ED4-4933-45FE-AB87-13E5CF1B6E8D}"/>
              </a:ext>
            </a:extLst>
          </p:cNvPr>
          <p:cNvSpPr>
            <a:spLocks/>
          </p:cNvSpPr>
          <p:nvPr/>
        </p:nvSpPr>
        <p:spPr bwMode="auto">
          <a:xfrm>
            <a:off x="7486650" y="5959475"/>
            <a:ext cx="57150" cy="101600"/>
          </a:xfrm>
          <a:custGeom>
            <a:avLst/>
            <a:gdLst>
              <a:gd name="T0" fmla="*/ 2147483646 w 36"/>
              <a:gd name="T1" fmla="*/ 0 h 64"/>
              <a:gd name="T2" fmla="*/ 2147483646 w 36"/>
              <a:gd name="T3" fmla="*/ 2147483646 h 64"/>
              <a:gd name="T4" fmla="*/ 0 w 36"/>
              <a:gd name="T5" fmla="*/ 0 h 64"/>
              <a:gd name="T6" fmla="*/ 2147483646 w 36"/>
              <a:gd name="T7" fmla="*/ 0 h 64"/>
              <a:gd name="T8" fmla="*/ 0 60000 65536"/>
              <a:gd name="T9" fmla="*/ 0 60000 65536"/>
              <a:gd name="T10" fmla="*/ 0 60000 65536"/>
              <a:gd name="T11" fmla="*/ 0 60000 65536"/>
              <a:gd name="T12" fmla="*/ 0 w 36"/>
              <a:gd name="T13" fmla="*/ 0 h 64"/>
              <a:gd name="T14" fmla="*/ 36 w 36"/>
              <a:gd name="T15" fmla="*/ 64 h 6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6" h="64">
                <a:moveTo>
                  <a:pt x="35" y="0"/>
                </a:moveTo>
                <a:lnTo>
                  <a:pt x="17" y="63"/>
                </a:lnTo>
                <a:lnTo>
                  <a:pt x="0" y="0"/>
                </a:lnTo>
                <a:lnTo>
                  <a:pt x="35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6" name="Freeform 171">
            <a:extLst>
              <a:ext uri="{FF2B5EF4-FFF2-40B4-BE49-F238E27FC236}">
                <a16:creationId xmlns:a16="http://schemas.microsoft.com/office/drawing/2014/main" id="{A21AD95E-F3B2-4F80-8CE4-F98D2EB7E987}"/>
              </a:ext>
            </a:extLst>
          </p:cNvPr>
          <p:cNvSpPr>
            <a:spLocks/>
          </p:cNvSpPr>
          <p:nvPr/>
        </p:nvSpPr>
        <p:spPr bwMode="auto">
          <a:xfrm>
            <a:off x="6919913" y="4497388"/>
            <a:ext cx="854075" cy="298450"/>
          </a:xfrm>
          <a:custGeom>
            <a:avLst/>
            <a:gdLst>
              <a:gd name="T0" fmla="*/ 0 w 538"/>
              <a:gd name="T1" fmla="*/ 2147483646 h 188"/>
              <a:gd name="T2" fmla="*/ 0 w 538"/>
              <a:gd name="T3" fmla="*/ 0 h 188"/>
              <a:gd name="T4" fmla="*/ 2147483646 w 538"/>
              <a:gd name="T5" fmla="*/ 0 h 188"/>
              <a:gd name="T6" fmla="*/ 2147483646 w 538"/>
              <a:gd name="T7" fmla="*/ 2147483646 h 188"/>
              <a:gd name="T8" fmla="*/ 0 w 538"/>
              <a:gd name="T9" fmla="*/ 2147483646 h 1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8"/>
              <a:gd name="T16" fmla="*/ 0 h 188"/>
              <a:gd name="T17" fmla="*/ 538 w 538"/>
              <a:gd name="T18" fmla="*/ 188 h 1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8" h="188">
                <a:moveTo>
                  <a:pt x="0" y="187"/>
                </a:moveTo>
                <a:lnTo>
                  <a:pt x="0" y="0"/>
                </a:lnTo>
                <a:lnTo>
                  <a:pt x="537" y="0"/>
                </a:lnTo>
                <a:lnTo>
                  <a:pt x="537" y="187"/>
                </a:lnTo>
                <a:lnTo>
                  <a:pt x="0" y="18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7" name="Freeform 172">
            <a:extLst>
              <a:ext uri="{FF2B5EF4-FFF2-40B4-BE49-F238E27FC236}">
                <a16:creationId xmlns:a16="http://schemas.microsoft.com/office/drawing/2014/main" id="{158A1ED1-96D5-46D8-826B-83F956094126}"/>
              </a:ext>
            </a:extLst>
          </p:cNvPr>
          <p:cNvSpPr>
            <a:spLocks/>
          </p:cNvSpPr>
          <p:nvPr/>
        </p:nvSpPr>
        <p:spPr bwMode="auto">
          <a:xfrm>
            <a:off x="7307263" y="4497388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8" name="Freeform 173">
            <a:extLst>
              <a:ext uri="{FF2B5EF4-FFF2-40B4-BE49-F238E27FC236}">
                <a16:creationId xmlns:a16="http://schemas.microsoft.com/office/drawing/2014/main" id="{ED9E3ACD-5913-4396-A85C-CCB49F5B4760}"/>
              </a:ext>
            </a:extLst>
          </p:cNvPr>
          <p:cNvSpPr>
            <a:spLocks/>
          </p:cNvSpPr>
          <p:nvPr/>
        </p:nvSpPr>
        <p:spPr bwMode="auto">
          <a:xfrm>
            <a:off x="7688263" y="4506913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49" name="Freeform 174">
            <a:extLst>
              <a:ext uri="{FF2B5EF4-FFF2-40B4-BE49-F238E27FC236}">
                <a16:creationId xmlns:a16="http://schemas.microsoft.com/office/drawing/2014/main" id="{2222A1A6-0C78-4D42-BC1A-DE376EDE4007}"/>
              </a:ext>
            </a:extLst>
          </p:cNvPr>
          <p:cNvSpPr>
            <a:spLocks/>
          </p:cNvSpPr>
          <p:nvPr/>
        </p:nvSpPr>
        <p:spPr bwMode="auto">
          <a:xfrm>
            <a:off x="7005638" y="4486275"/>
            <a:ext cx="1587" cy="300038"/>
          </a:xfrm>
          <a:custGeom>
            <a:avLst/>
            <a:gdLst>
              <a:gd name="T0" fmla="*/ 0 w 1"/>
              <a:gd name="T1" fmla="*/ 0 h 189"/>
              <a:gd name="T2" fmla="*/ 0 w 1"/>
              <a:gd name="T3" fmla="*/ 2147483646 h 189"/>
              <a:gd name="T4" fmla="*/ 0 w 1"/>
              <a:gd name="T5" fmla="*/ 0 h 189"/>
              <a:gd name="T6" fmla="*/ 0 60000 65536"/>
              <a:gd name="T7" fmla="*/ 0 60000 65536"/>
              <a:gd name="T8" fmla="*/ 0 60000 65536"/>
              <a:gd name="T9" fmla="*/ 0 w 1"/>
              <a:gd name="T10" fmla="*/ 0 h 189"/>
              <a:gd name="T11" fmla="*/ 1 w 1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9">
                <a:moveTo>
                  <a:pt x="0" y="0"/>
                </a:moveTo>
                <a:lnTo>
                  <a:pt x="0" y="18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0" name="Freeform 175">
            <a:extLst>
              <a:ext uri="{FF2B5EF4-FFF2-40B4-BE49-F238E27FC236}">
                <a16:creationId xmlns:a16="http://schemas.microsoft.com/office/drawing/2014/main" id="{3691053A-21E0-4ECF-A05C-D455F6B73E15}"/>
              </a:ext>
            </a:extLst>
          </p:cNvPr>
          <p:cNvSpPr>
            <a:spLocks/>
          </p:cNvSpPr>
          <p:nvPr/>
        </p:nvSpPr>
        <p:spPr bwMode="auto">
          <a:xfrm>
            <a:off x="7394575" y="4497388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1" name="Freeform 176">
            <a:extLst>
              <a:ext uri="{FF2B5EF4-FFF2-40B4-BE49-F238E27FC236}">
                <a16:creationId xmlns:a16="http://schemas.microsoft.com/office/drawing/2014/main" id="{A97474A4-E724-4C08-967D-43A610B4A513}"/>
              </a:ext>
            </a:extLst>
          </p:cNvPr>
          <p:cNvSpPr>
            <a:spLocks/>
          </p:cNvSpPr>
          <p:nvPr/>
        </p:nvSpPr>
        <p:spPr bwMode="auto">
          <a:xfrm>
            <a:off x="7083425" y="5243513"/>
            <a:ext cx="854075" cy="298450"/>
          </a:xfrm>
          <a:custGeom>
            <a:avLst/>
            <a:gdLst>
              <a:gd name="T0" fmla="*/ 0 w 538"/>
              <a:gd name="T1" fmla="*/ 2147483646 h 188"/>
              <a:gd name="T2" fmla="*/ 0 w 538"/>
              <a:gd name="T3" fmla="*/ 0 h 188"/>
              <a:gd name="T4" fmla="*/ 2147483646 w 538"/>
              <a:gd name="T5" fmla="*/ 0 h 188"/>
              <a:gd name="T6" fmla="*/ 2147483646 w 538"/>
              <a:gd name="T7" fmla="*/ 2147483646 h 188"/>
              <a:gd name="T8" fmla="*/ 0 w 538"/>
              <a:gd name="T9" fmla="*/ 2147483646 h 1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8"/>
              <a:gd name="T16" fmla="*/ 0 h 188"/>
              <a:gd name="T17" fmla="*/ 538 w 538"/>
              <a:gd name="T18" fmla="*/ 188 h 1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8" h="188">
                <a:moveTo>
                  <a:pt x="0" y="187"/>
                </a:moveTo>
                <a:lnTo>
                  <a:pt x="0" y="0"/>
                </a:lnTo>
                <a:lnTo>
                  <a:pt x="537" y="0"/>
                </a:lnTo>
                <a:lnTo>
                  <a:pt x="537" y="187"/>
                </a:lnTo>
                <a:lnTo>
                  <a:pt x="0" y="18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2" name="Freeform 177">
            <a:extLst>
              <a:ext uri="{FF2B5EF4-FFF2-40B4-BE49-F238E27FC236}">
                <a16:creationId xmlns:a16="http://schemas.microsoft.com/office/drawing/2014/main" id="{7D6EFCF7-12D2-475B-9B7F-C88DE60CA1C2}"/>
              </a:ext>
            </a:extLst>
          </p:cNvPr>
          <p:cNvSpPr>
            <a:spLocks/>
          </p:cNvSpPr>
          <p:nvPr/>
        </p:nvSpPr>
        <p:spPr bwMode="auto">
          <a:xfrm>
            <a:off x="7470775" y="5243513"/>
            <a:ext cx="1588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3" name="Freeform 178">
            <a:extLst>
              <a:ext uri="{FF2B5EF4-FFF2-40B4-BE49-F238E27FC236}">
                <a16:creationId xmlns:a16="http://schemas.microsoft.com/office/drawing/2014/main" id="{0ED9C2BC-3866-428F-8CBA-82B9BFFA0312}"/>
              </a:ext>
            </a:extLst>
          </p:cNvPr>
          <p:cNvSpPr>
            <a:spLocks/>
          </p:cNvSpPr>
          <p:nvPr/>
        </p:nvSpPr>
        <p:spPr bwMode="auto">
          <a:xfrm>
            <a:off x="7848600" y="5254625"/>
            <a:ext cx="1588" cy="287338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4" name="Freeform 179">
            <a:extLst>
              <a:ext uri="{FF2B5EF4-FFF2-40B4-BE49-F238E27FC236}">
                <a16:creationId xmlns:a16="http://schemas.microsoft.com/office/drawing/2014/main" id="{8D46AF42-4739-4888-ABAE-B43D01E6C664}"/>
              </a:ext>
            </a:extLst>
          </p:cNvPr>
          <p:cNvSpPr>
            <a:spLocks/>
          </p:cNvSpPr>
          <p:nvPr/>
        </p:nvSpPr>
        <p:spPr bwMode="auto">
          <a:xfrm>
            <a:off x="7169150" y="5233988"/>
            <a:ext cx="1588" cy="296862"/>
          </a:xfrm>
          <a:custGeom>
            <a:avLst/>
            <a:gdLst>
              <a:gd name="T0" fmla="*/ 0 w 1"/>
              <a:gd name="T1" fmla="*/ 0 h 187"/>
              <a:gd name="T2" fmla="*/ 0 w 1"/>
              <a:gd name="T3" fmla="*/ 2147483646 h 187"/>
              <a:gd name="T4" fmla="*/ 0 w 1"/>
              <a:gd name="T5" fmla="*/ 0 h 187"/>
              <a:gd name="T6" fmla="*/ 0 60000 65536"/>
              <a:gd name="T7" fmla="*/ 0 60000 65536"/>
              <a:gd name="T8" fmla="*/ 0 60000 65536"/>
              <a:gd name="T9" fmla="*/ 0 w 1"/>
              <a:gd name="T10" fmla="*/ 0 h 187"/>
              <a:gd name="T11" fmla="*/ 1 w 1"/>
              <a:gd name="T12" fmla="*/ 187 h 1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7">
                <a:moveTo>
                  <a:pt x="0" y="0"/>
                </a:moveTo>
                <a:lnTo>
                  <a:pt x="0" y="186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5" name="Freeform 180">
            <a:extLst>
              <a:ext uri="{FF2B5EF4-FFF2-40B4-BE49-F238E27FC236}">
                <a16:creationId xmlns:a16="http://schemas.microsoft.com/office/drawing/2014/main" id="{5E12017E-2637-40D6-B597-0B89CBC6E83A}"/>
              </a:ext>
            </a:extLst>
          </p:cNvPr>
          <p:cNvSpPr>
            <a:spLocks/>
          </p:cNvSpPr>
          <p:nvPr/>
        </p:nvSpPr>
        <p:spPr bwMode="auto">
          <a:xfrm>
            <a:off x="7558088" y="5243513"/>
            <a:ext cx="1587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6" name="Freeform 181">
            <a:extLst>
              <a:ext uri="{FF2B5EF4-FFF2-40B4-BE49-F238E27FC236}">
                <a16:creationId xmlns:a16="http://schemas.microsoft.com/office/drawing/2014/main" id="{6B3079D6-241A-4EF0-AD5D-3FE1E796C41E}"/>
              </a:ext>
            </a:extLst>
          </p:cNvPr>
          <p:cNvSpPr>
            <a:spLocks/>
          </p:cNvSpPr>
          <p:nvPr/>
        </p:nvSpPr>
        <p:spPr bwMode="auto">
          <a:xfrm>
            <a:off x="8164513" y="5487988"/>
            <a:ext cx="128587" cy="593725"/>
          </a:xfrm>
          <a:custGeom>
            <a:avLst/>
            <a:gdLst>
              <a:gd name="T0" fmla="*/ 2147483646 w 81"/>
              <a:gd name="T1" fmla="*/ 0 h 374"/>
              <a:gd name="T2" fmla="*/ 0 w 81"/>
              <a:gd name="T3" fmla="*/ 2147483646 h 374"/>
              <a:gd name="T4" fmla="*/ 2147483646 w 81"/>
              <a:gd name="T5" fmla="*/ 0 h 374"/>
              <a:gd name="T6" fmla="*/ 0 60000 65536"/>
              <a:gd name="T7" fmla="*/ 0 60000 65536"/>
              <a:gd name="T8" fmla="*/ 0 60000 65536"/>
              <a:gd name="T9" fmla="*/ 0 w 81"/>
              <a:gd name="T10" fmla="*/ 0 h 374"/>
              <a:gd name="T11" fmla="*/ 81 w 81"/>
              <a:gd name="T12" fmla="*/ 374 h 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" h="374">
                <a:moveTo>
                  <a:pt x="80" y="0"/>
                </a:moveTo>
                <a:lnTo>
                  <a:pt x="0" y="373"/>
                </a:lnTo>
                <a:lnTo>
                  <a:pt x="8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57" name="Freeform 182">
            <a:extLst>
              <a:ext uri="{FF2B5EF4-FFF2-40B4-BE49-F238E27FC236}">
                <a16:creationId xmlns:a16="http://schemas.microsoft.com/office/drawing/2014/main" id="{45F26E28-6206-44E4-8EFB-FBC5B4AEE7E7}"/>
              </a:ext>
            </a:extLst>
          </p:cNvPr>
          <p:cNvSpPr>
            <a:spLocks/>
          </p:cNvSpPr>
          <p:nvPr/>
        </p:nvSpPr>
        <p:spPr bwMode="auto">
          <a:xfrm>
            <a:off x="8158163" y="5975350"/>
            <a:ext cx="53975" cy="106363"/>
          </a:xfrm>
          <a:custGeom>
            <a:avLst/>
            <a:gdLst>
              <a:gd name="T0" fmla="*/ 2147483646 w 34"/>
              <a:gd name="T1" fmla="*/ 2147483646 h 67"/>
              <a:gd name="T2" fmla="*/ 2147483646 w 34"/>
              <a:gd name="T3" fmla="*/ 2147483646 h 67"/>
              <a:gd name="T4" fmla="*/ 0 w 34"/>
              <a:gd name="T5" fmla="*/ 0 h 67"/>
              <a:gd name="T6" fmla="*/ 2147483646 w 34"/>
              <a:gd name="T7" fmla="*/ 2147483646 h 67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67"/>
              <a:gd name="T14" fmla="*/ 34 w 34"/>
              <a:gd name="T15" fmla="*/ 67 h 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67">
                <a:moveTo>
                  <a:pt x="33" y="7"/>
                </a:moveTo>
                <a:lnTo>
                  <a:pt x="3" y="66"/>
                </a:lnTo>
                <a:lnTo>
                  <a:pt x="0" y="0"/>
                </a:lnTo>
                <a:lnTo>
                  <a:pt x="33" y="7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58" name="Freeform 183">
            <a:extLst>
              <a:ext uri="{FF2B5EF4-FFF2-40B4-BE49-F238E27FC236}">
                <a16:creationId xmlns:a16="http://schemas.microsoft.com/office/drawing/2014/main" id="{B2053487-9B45-4F05-8CA8-554F97F2E030}"/>
              </a:ext>
            </a:extLst>
          </p:cNvPr>
          <p:cNvSpPr>
            <a:spLocks/>
          </p:cNvSpPr>
          <p:nvPr/>
        </p:nvSpPr>
        <p:spPr bwMode="auto">
          <a:xfrm>
            <a:off x="8693150" y="5478463"/>
            <a:ext cx="1588" cy="593725"/>
          </a:xfrm>
          <a:custGeom>
            <a:avLst/>
            <a:gdLst>
              <a:gd name="T0" fmla="*/ 0 w 1"/>
              <a:gd name="T1" fmla="*/ 0 h 374"/>
              <a:gd name="T2" fmla="*/ 0 w 1"/>
              <a:gd name="T3" fmla="*/ 2147483646 h 374"/>
              <a:gd name="T4" fmla="*/ 0 w 1"/>
              <a:gd name="T5" fmla="*/ 0 h 374"/>
              <a:gd name="T6" fmla="*/ 0 60000 65536"/>
              <a:gd name="T7" fmla="*/ 0 60000 65536"/>
              <a:gd name="T8" fmla="*/ 0 60000 65536"/>
              <a:gd name="T9" fmla="*/ 0 w 1"/>
              <a:gd name="T10" fmla="*/ 0 h 374"/>
              <a:gd name="T11" fmla="*/ 1 w 1"/>
              <a:gd name="T12" fmla="*/ 374 h 3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74">
                <a:moveTo>
                  <a:pt x="0" y="0"/>
                </a:moveTo>
                <a:lnTo>
                  <a:pt x="0" y="37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59" name="Freeform 184">
            <a:extLst>
              <a:ext uri="{FF2B5EF4-FFF2-40B4-BE49-F238E27FC236}">
                <a16:creationId xmlns:a16="http://schemas.microsoft.com/office/drawing/2014/main" id="{CE729A34-5DE5-40D4-B569-B5CA21076578}"/>
              </a:ext>
            </a:extLst>
          </p:cNvPr>
          <p:cNvSpPr>
            <a:spLocks/>
          </p:cNvSpPr>
          <p:nvPr/>
        </p:nvSpPr>
        <p:spPr bwMode="auto">
          <a:xfrm>
            <a:off x="8666163" y="5969000"/>
            <a:ext cx="55562" cy="103188"/>
          </a:xfrm>
          <a:custGeom>
            <a:avLst/>
            <a:gdLst>
              <a:gd name="T0" fmla="*/ 2147483646 w 35"/>
              <a:gd name="T1" fmla="*/ 0 h 65"/>
              <a:gd name="T2" fmla="*/ 2147483646 w 35"/>
              <a:gd name="T3" fmla="*/ 2147483646 h 65"/>
              <a:gd name="T4" fmla="*/ 0 w 35"/>
              <a:gd name="T5" fmla="*/ 0 h 65"/>
              <a:gd name="T6" fmla="*/ 2147483646 w 35"/>
              <a:gd name="T7" fmla="*/ 0 h 65"/>
              <a:gd name="T8" fmla="*/ 0 60000 65536"/>
              <a:gd name="T9" fmla="*/ 0 60000 65536"/>
              <a:gd name="T10" fmla="*/ 0 60000 65536"/>
              <a:gd name="T11" fmla="*/ 0 60000 65536"/>
              <a:gd name="T12" fmla="*/ 0 w 35"/>
              <a:gd name="T13" fmla="*/ 0 h 65"/>
              <a:gd name="T14" fmla="*/ 35 w 35"/>
              <a:gd name="T15" fmla="*/ 65 h 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" h="65">
                <a:moveTo>
                  <a:pt x="34" y="0"/>
                </a:moveTo>
                <a:lnTo>
                  <a:pt x="17" y="64"/>
                </a:lnTo>
                <a:lnTo>
                  <a:pt x="0" y="0"/>
                </a:lnTo>
                <a:lnTo>
                  <a:pt x="34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0" name="Freeform 185">
            <a:extLst>
              <a:ext uri="{FF2B5EF4-FFF2-40B4-BE49-F238E27FC236}">
                <a16:creationId xmlns:a16="http://schemas.microsoft.com/office/drawing/2014/main" id="{EDD8BC99-06DF-42E5-A4A0-E0D358B32F7C}"/>
              </a:ext>
            </a:extLst>
          </p:cNvPr>
          <p:cNvSpPr>
            <a:spLocks/>
          </p:cNvSpPr>
          <p:nvPr/>
        </p:nvSpPr>
        <p:spPr bwMode="auto">
          <a:xfrm>
            <a:off x="8259763" y="5233988"/>
            <a:ext cx="855662" cy="296862"/>
          </a:xfrm>
          <a:custGeom>
            <a:avLst/>
            <a:gdLst>
              <a:gd name="T0" fmla="*/ 0 w 539"/>
              <a:gd name="T1" fmla="*/ 2147483646 h 187"/>
              <a:gd name="T2" fmla="*/ 0 w 539"/>
              <a:gd name="T3" fmla="*/ 0 h 187"/>
              <a:gd name="T4" fmla="*/ 2147483646 w 539"/>
              <a:gd name="T5" fmla="*/ 0 h 187"/>
              <a:gd name="T6" fmla="*/ 2147483646 w 539"/>
              <a:gd name="T7" fmla="*/ 2147483646 h 187"/>
              <a:gd name="T8" fmla="*/ 0 w 539"/>
              <a:gd name="T9" fmla="*/ 2147483646 h 1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9"/>
              <a:gd name="T16" fmla="*/ 0 h 187"/>
              <a:gd name="T17" fmla="*/ 539 w 539"/>
              <a:gd name="T18" fmla="*/ 187 h 1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9" h="187">
                <a:moveTo>
                  <a:pt x="0" y="186"/>
                </a:moveTo>
                <a:lnTo>
                  <a:pt x="0" y="0"/>
                </a:lnTo>
                <a:lnTo>
                  <a:pt x="538" y="0"/>
                </a:lnTo>
                <a:lnTo>
                  <a:pt x="538" y="186"/>
                </a:lnTo>
                <a:lnTo>
                  <a:pt x="0" y="186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1" name="Freeform 186">
            <a:extLst>
              <a:ext uri="{FF2B5EF4-FFF2-40B4-BE49-F238E27FC236}">
                <a16:creationId xmlns:a16="http://schemas.microsoft.com/office/drawing/2014/main" id="{7DDC0494-1B88-4304-B778-6FD5EB255B4F}"/>
              </a:ext>
            </a:extLst>
          </p:cNvPr>
          <p:cNvSpPr>
            <a:spLocks/>
          </p:cNvSpPr>
          <p:nvPr/>
        </p:nvSpPr>
        <p:spPr bwMode="auto">
          <a:xfrm>
            <a:off x="8650288" y="5233988"/>
            <a:ext cx="1587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2147483646 h 180"/>
              <a:gd name="T4" fmla="*/ 0 w 1"/>
              <a:gd name="T5" fmla="*/ 0 h 180"/>
              <a:gd name="T6" fmla="*/ 0 60000 65536"/>
              <a:gd name="T7" fmla="*/ 0 60000 65536"/>
              <a:gd name="T8" fmla="*/ 0 60000 65536"/>
              <a:gd name="T9" fmla="*/ 0 w 1"/>
              <a:gd name="T10" fmla="*/ 0 h 180"/>
              <a:gd name="T11" fmla="*/ 1 w 1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2" name="Freeform 187">
            <a:extLst>
              <a:ext uri="{FF2B5EF4-FFF2-40B4-BE49-F238E27FC236}">
                <a16:creationId xmlns:a16="http://schemas.microsoft.com/office/drawing/2014/main" id="{71106BCD-7159-4A08-BC0D-3F0A0DC982B5}"/>
              </a:ext>
            </a:extLst>
          </p:cNvPr>
          <p:cNvSpPr>
            <a:spLocks/>
          </p:cNvSpPr>
          <p:nvPr/>
        </p:nvSpPr>
        <p:spPr bwMode="auto">
          <a:xfrm>
            <a:off x="9028113" y="5243513"/>
            <a:ext cx="1587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3" name="Freeform 188">
            <a:extLst>
              <a:ext uri="{FF2B5EF4-FFF2-40B4-BE49-F238E27FC236}">
                <a16:creationId xmlns:a16="http://schemas.microsoft.com/office/drawing/2014/main" id="{8B7B0C83-BE8D-4DE4-804D-15E3777CE6E0}"/>
              </a:ext>
            </a:extLst>
          </p:cNvPr>
          <p:cNvSpPr>
            <a:spLocks/>
          </p:cNvSpPr>
          <p:nvPr/>
        </p:nvSpPr>
        <p:spPr bwMode="auto">
          <a:xfrm>
            <a:off x="8348663" y="5224463"/>
            <a:ext cx="1587" cy="295275"/>
          </a:xfrm>
          <a:custGeom>
            <a:avLst/>
            <a:gdLst>
              <a:gd name="T0" fmla="*/ 0 w 1"/>
              <a:gd name="T1" fmla="*/ 0 h 186"/>
              <a:gd name="T2" fmla="*/ 0 w 1"/>
              <a:gd name="T3" fmla="*/ 2147483646 h 186"/>
              <a:gd name="T4" fmla="*/ 0 w 1"/>
              <a:gd name="T5" fmla="*/ 0 h 186"/>
              <a:gd name="T6" fmla="*/ 0 60000 65536"/>
              <a:gd name="T7" fmla="*/ 0 60000 65536"/>
              <a:gd name="T8" fmla="*/ 0 60000 65536"/>
              <a:gd name="T9" fmla="*/ 0 w 1"/>
              <a:gd name="T10" fmla="*/ 0 h 186"/>
              <a:gd name="T11" fmla="*/ 1 w 1"/>
              <a:gd name="T12" fmla="*/ 186 h 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6">
                <a:moveTo>
                  <a:pt x="0" y="0"/>
                </a:moveTo>
                <a:lnTo>
                  <a:pt x="0" y="185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4" name="Freeform 189">
            <a:extLst>
              <a:ext uri="{FF2B5EF4-FFF2-40B4-BE49-F238E27FC236}">
                <a16:creationId xmlns:a16="http://schemas.microsoft.com/office/drawing/2014/main" id="{CD58A6F9-489C-47FC-A58D-EF51BF6DDEA8}"/>
              </a:ext>
            </a:extLst>
          </p:cNvPr>
          <p:cNvSpPr>
            <a:spLocks/>
          </p:cNvSpPr>
          <p:nvPr/>
        </p:nvSpPr>
        <p:spPr bwMode="auto">
          <a:xfrm>
            <a:off x="8736013" y="5233988"/>
            <a:ext cx="1587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2147483646 h 180"/>
              <a:gd name="T4" fmla="*/ 0 w 1"/>
              <a:gd name="T5" fmla="*/ 0 h 180"/>
              <a:gd name="T6" fmla="*/ 0 60000 65536"/>
              <a:gd name="T7" fmla="*/ 0 60000 65536"/>
              <a:gd name="T8" fmla="*/ 0 60000 65536"/>
              <a:gd name="T9" fmla="*/ 0 w 1"/>
              <a:gd name="T10" fmla="*/ 0 h 180"/>
              <a:gd name="T11" fmla="*/ 1 w 1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5" name="Freeform 190">
            <a:extLst>
              <a:ext uri="{FF2B5EF4-FFF2-40B4-BE49-F238E27FC236}">
                <a16:creationId xmlns:a16="http://schemas.microsoft.com/office/drawing/2014/main" id="{88F74FF3-BA3E-48AF-A624-76E7FCF9471F}"/>
              </a:ext>
            </a:extLst>
          </p:cNvPr>
          <p:cNvSpPr>
            <a:spLocks/>
          </p:cNvSpPr>
          <p:nvPr/>
        </p:nvSpPr>
        <p:spPr bwMode="auto">
          <a:xfrm>
            <a:off x="10423525" y="6019800"/>
            <a:ext cx="650875" cy="411163"/>
          </a:xfrm>
          <a:custGeom>
            <a:avLst/>
            <a:gdLst>
              <a:gd name="T0" fmla="*/ 0 w 410"/>
              <a:gd name="T1" fmla="*/ 2147483646 h 259"/>
              <a:gd name="T2" fmla="*/ 0 w 410"/>
              <a:gd name="T3" fmla="*/ 0 h 259"/>
              <a:gd name="T4" fmla="*/ 2147483646 w 410"/>
              <a:gd name="T5" fmla="*/ 0 h 259"/>
              <a:gd name="T6" fmla="*/ 2147483646 w 410"/>
              <a:gd name="T7" fmla="*/ 2147483646 h 259"/>
              <a:gd name="T8" fmla="*/ 0 w 410"/>
              <a:gd name="T9" fmla="*/ 2147483646 h 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10"/>
              <a:gd name="T16" fmla="*/ 0 h 259"/>
              <a:gd name="T17" fmla="*/ 410 w 410"/>
              <a:gd name="T18" fmla="*/ 259 h 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10" h="259">
                <a:moveTo>
                  <a:pt x="0" y="258"/>
                </a:moveTo>
                <a:lnTo>
                  <a:pt x="0" y="0"/>
                </a:lnTo>
                <a:lnTo>
                  <a:pt x="409" y="0"/>
                </a:lnTo>
                <a:lnTo>
                  <a:pt x="409" y="258"/>
                </a:lnTo>
                <a:lnTo>
                  <a:pt x="0" y="258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66" name="Freeform 191">
            <a:extLst>
              <a:ext uri="{FF2B5EF4-FFF2-40B4-BE49-F238E27FC236}">
                <a16:creationId xmlns:a16="http://schemas.microsoft.com/office/drawing/2014/main" id="{1DD84BF0-F0ED-4FCB-9BEA-5661040BDE9E}"/>
              </a:ext>
            </a:extLst>
          </p:cNvPr>
          <p:cNvSpPr>
            <a:spLocks/>
          </p:cNvSpPr>
          <p:nvPr/>
        </p:nvSpPr>
        <p:spPr bwMode="auto">
          <a:xfrm>
            <a:off x="9450388" y="5233988"/>
            <a:ext cx="854075" cy="296862"/>
          </a:xfrm>
          <a:custGeom>
            <a:avLst/>
            <a:gdLst>
              <a:gd name="T0" fmla="*/ 0 w 538"/>
              <a:gd name="T1" fmla="*/ 2147483646 h 187"/>
              <a:gd name="T2" fmla="*/ 0 w 538"/>
              <a:gd name="T3" fmla="*/ 0 h 187"/>
              <a:gd name="T4" fmla="*/ 2147483646 w 538"/>
              <a:gd name="T5" fmla="*/ 0 h 187"/>
              <a:gd name="T6" fmla="*/ 2147483646 w 538"/>
              <a:gd name="T7" fmla="*/ 2147483646 h 187"/>
              <a:gd name="T8" fmla="*/ 0 w 538"/>
              <a:gd name="T9" fmla="*/ 2147483646 h 1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8"/>
              <a:gd name="T16" fmla="*/ 0 h 187"/>
              <a:gd name="T17" fmla="*/ 538 w 538"/>
              <a:gd name="T18" fmla="*/ 187 h 18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8" h="187">
                <a:moveTo>
                  <a:pt x="0" y="186"/>
                </a:moveTo>
                <a:lnTo>
                  <a:pt x="0" y="0"/>
                </a:lnTo>
                <a:lnTo>
                  <a:pt x="537" y="0"/>
                </a:lnTo>
                <a:lnTo>
                  <a:pt x="537" y="186"/>
                </a:lnTo>
                <a:lnTo>
                  <a:pt x="0" y="186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7" name="Freeform 192">
            <a:extLst>
              <a:ext uri="{FF2B5EF4-FFF2-40B4-BE49-F238E27FC236}">
                <a16:creationId xmlns:a16="http://schemas.microsoft.com/office/drawing/2014/main" id="{69D4DC9A-1A01-41C1-B265-E27EBA3EBEA7}"/>
              </a:ext>
            </a:extLst>
          </p:cNvPr>
          <p:cNvSpPr>
            <a:spLocks/>
          </p:cNvSpPr>
          <p:nvPr/>
        </p:nvSpPr>
        <p:spPr bwMode="auto">
          <a:xfrm>
            <a:off x="9839325" y="5233988"/>
            <a:ext cx="1588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2147483646 h 180"/>
              <a:gd name="T4" fmla="*/ 0 w 1"/>
              <a:gd name="T5" fmla="*/ 0 h 180"/>
              <a:gd name="T6" fmla="*/ 0 60000 65536"/>
              <a:gd name="T7" fmla="*/ 0 60000 65536"/>
              <a:gd name="T8" fmla="*/ 0 60000 65536"/>
              <a:gd name="T9" fmla="*/ 0 w 1"/>
              <a:gd name="T10" fmla="*/ 0 h 180"/>
              <a:gd name="T11" fmla="*/ 1 w 1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8" name="Freeform 193">
            <a:extLst>
              <a:ext uri="{FF2B5EF4-FFF2-40B4-BE49-F238E27FC236}">
                <a16:creationId xmlns:a16="http://schemas.microsoft.com/office/drawing/2014/main" id="{9D74BB4E-BB5E-4E83-8C6F-69276BE62CAB}"/>
              </a:ext>
            </a:extLst>
          </p:cNvPr>
          <p:cNvSpPr>
            <a:spLocks/>
          </p:cNvSpPr>
          <p:nvPr/>
        </p:nvSpPr>
        <p:spPr bwMode="auto">
          <a:xfrm>
            <a:off x="10217150" y="5243513"/>
            <a:ext cx="1588" cy="287337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69" name="Freeform 194">
            <a:extLst>
              <a:ext uri="{FF2B5EF4-FFF2-40B4-BE49-F238E27FC236}">
                <a16:creationId xmlns:a16="http://schemas.microsoft.com/office/drawing/2014/main" id="{D5D3864F-322B-4023-A09C-BEDA90DC5B76}"/>
              </a:ext>
            </a:extLst>
          </p:cNvPr>
          <p:cNvSpPr>
            <a:spLocks/>
          </p:cNvSpPr>
          <p:nvPr/>
        </p:nvSpPr>
        <p:spPr bwMode="auto">
          <a:xfrm>
            <a:off x="9536113" y="5224463"/>
            <a:ext cx="1587" cy="295275"/>
          </a:xfrm>
          <a:custGeom>
            <a:avLst/>
            <a:gdLst>
              <a:gd name="T0" fmla="*/ 0 w 1"/>
              <a:gd name="T1" fmla="*/ 0 h 186"/>
              <a:gd name="T2" fmla="*/ 0 w 1"/>
              <a:gd name="T3" fmla="*/ 2147483646 h 186"/>
              <a:gd name="T4" fmla="*/ 0 w 1"/>
              <a:gd name="T5" fmla="*/ 0 h 186"/>
              <a:gd name="T6" fmla="*/ 0 60000 65536"/>
              <a:gd name="T7" fmla="*/ 0 60000 65536"/>
              <a:gd name="T8" fmla="*/ 0 60000 65536"/>
              <a:gd name="T9" fmla="*/ 0 w 1"/>
              <a:gd name="T10" fmla="*/ 0 h 186"/>
              <a:gd name="T11" fmla="*/ 1 w 1"/>
              <a:gd name="T12" fmla="*/ 186 h 1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6">
                <a:moveTo>
                  <a:pt x="0" y="0"/>
                </a:moveTo>
                <a:lnTo>
                  <a:pt x="0" y="185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0" name="Freeform 195">
            <a:extLst>
              <a:ext uri="{FF2B5EF4-FFF2-40B4-BE49-F238E27FC236}">
                <a16:creationId xmlns:a16="http://schemas.microsoft.com/office/drawing/2014/main" id="{AC2E9B6A-4B66-403C-B392-A9EFBD62BCEE}"/>
              </a:ext>
            </a:extLst>
          </p:cNvPr>
          <p:cNvSpPr>
            <a:spLocks/>
          </p:cNvSpPr>
          <p:nvPr/>
        </p:nvSpPr>
        <p:spPr bwMode="auto">
          <a:xfrm>
            <a:off x="9926638" y="5233988"/>
            <a:ext cx="1587" cy="285750"/>
          </a:xfrm>
          <a:custGeom>
            <a:avLst/>
            <a:gdLst>
              <a:gd name="T0" fmla="*/ 0 w 1"/>
              <a:gd name="T1" fmla="*/ 0 h 180"/>
              <a:gd name="T2" fmla="*/ 0 w 1"/>
              <a:gd name="T3" fmla="*/ 2147483646 h 180"/>
              <a:gd name="T4" fmla="*/ 0 w 1"/>
              <a:gd name="T5" fmla="*/ 0 h 180"/>
              <a:gd name="T6" fmla="*/ 0 60000 65536"/>
              <a:gd name="T7" fmla="*/ 0 60000 65536"/>
              <a:gd name="T8" fmla="*/ 0 60000 65536"/>
              <a:gd name="T9" fmla="*/ 0 w 1"/>
              <a:gd name="T10" fmla="*/ 0 h 180"/>
              <a:gd name="T11" fmla="*/ 1 w 1"/>
              <a:gd name="T12" fmla="*/ 180 h 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0">
                <a:moveTo>
                  <a:pt x="0" y="0"/>
                </a:moveTo>
                <a:lnTo>
                  <a:pt x="0" y="179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1" name="Freeform 196">
            <a:extLst>
              <a:ext uri="{FF2B5EF4-FFF2-40B4-BE49-F238E27FC236}">
                <a16:creationId xmlns:a16="http://schemas.microsoft.com/office/drawing/2014/main" id="{5B1EB083-E0A9-4D9A-84A7-3347C7D448AE}"/>
              </a:ext>
            </a:extLst>
          </p:cNvPr>
          <p:cNvSpPr>
            <a:spLocks/>
          </p:cNvSpPr>
          <p:nvPr/>
        </p:nvSpPr>
        <p:spPr bwMode="auto">
          <a:xfrm>
            <a:off x="8455025" y="4497388"/>
            <a:ext cx="857250" cy="298450"/>
          </a:xfrm>
          <a:custGeom>
            <a:avLst/>
            <a:gdLst>
              <a:gd name="T0" fmla="*/ 0 w 540"/>
              <a:gd name="T1" fmla="*/ 2147483646 h 188"/>
              <a:gd name="T2" fmla="*/ 0 w 540"/>
              <a:gd name="T3" fmla="*/ 0 h 188"/>
              <a:gd name="T4" fmla="*/ 2147483646 w 540"/>
              <a:gd name="T5" fmla="*/ 0 h 188"/>
              <a:gd name="T6" fmla="*/ 2147483646 w 540"/>
              <a:gd name="T7" fmla="*/ 2147483646 h 188"/>
              <a:gd name="T8" fmla="*/ 0 w 540"/>
              <a:gd name="T9" fmla="*/ 2147483646 h 1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40"/>
              <a:gd name="T16" fmla="*/ 0 h 188"/>
              <a:gd name="T17" fmla="*/ 540 w 540"/>
              <a:gd name="T18" fmla="*/ 188 h 1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40" h="188">
                <a:moveTo>
                  <a:pt x="0" y="187"/>
                </a:moveTo>
                <a:lnTo>
                  <a:pt x="0" y="0"/>
                </a:lnTo>
                <a:lnTo>
                  <a:pt x="539" y="0"/>
                </a:lnTo>
                <a:lnTo>
                  <a:pt x="539" y="187"/>
                </a:lnTo>
                <a:lnTo>
                  <a:pt x="0" y="18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2" name="Freeform 197">
            <a:extLst>
              <a:ext uri="{FF2B5EF4-FFF2-40B4-BE49-F238E27FC236}">
                <a16:creationId xmlns:a16="http://schemas.microsoft.com/office/drawing/2014/main" id="{5CE9A911-4FF8-4C02-A544-637C2114E3F6}"/>
              </a:ext>
            </a:extLst>
          </p:cNvPr>
          <p:cNvSpPr>
            <a:spLocks/>
          </p:cNvSpPr>
          <p:nvPr/>
        </p:nvSpPr>
        <p:spPr bwMode="auto">
          <a:xfrm>
            <a:off x="8845550" y="4497388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3" name="Freeform 198">
            <a:extLst>
              <a:ext uri="{FF2B5EF4-FFF2-40B4-BE49-F238E27FC236}">
                <a16:creationId xmlns:a16="http://schemas.microsoft.com/office/drawing/2014/main" id="{B91FD45D-0133-4D26-9EBB-BD96C22A88AD}"/>
              </a:ext>
            </a:extLst>
          </p:cNvPr>
          <p:cNvSpPr>
            <a:spLocks/>
          </p:cNvSpPr>
          <p:nvPr/>
        </p:nvSpPr>
        <p:spPr bwMode="auto">
          <a:xfrm>
            <a:off x="9221788" y="4506913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4" name="Freeform 199">
            <a:extLst>
              <a:ext uri="{FF2B5EF4-FFF2-40B4-BE49-F238E27FC236}">
                <a16:creationId xmlns:a16="http://schemas.microsoft.com/office/drawing/2014/main" id="{A5E5A7B1-7D32-40E8-BE96-3C96A6FA31AE}"/>
              </a:ext>
            </a:extLst>
          </p:cNvPr>
          <p:cNvSpPr>
            <a:spLocks/>
          </p:cNvSpPr>
          <p:nvPr/>
        </p:nvSpPr>
        <p:spPr bwMode="auto">
          <a:xfrm>
            <a:off x="8540750" y="4486275"/>
            <a:ext cx="1588" cy="300038"/>
          </a:xfrm>
          <a:custGeom>
            <a:avLst/>
            <a:gdLst>
              <a:gd name="T0" fmla="*/ 0 w 1"/>
              <a:gd name="T1" fmla="*/ 0 h 189"/>
              <a:gd name="T2" fmla="*/ 0 w 1"/>
              <a:gd name="T3" fmla="*/ 2147483646 h 189"/>
              <a:gd name="T4" fmla="*/ 0 w 1"/>
              <a:gd name="T5" fmla="*/ 0 h 189"/>
              <a:gd name="T6" fmla="*/ 0 60000 65536"/>
              <a:gd name="T7" fmla="*/ 0 60000 65536"/>
              <a:gd name="T8" fmla="*/ 0 60000 65536"/>
              <a:gd name="T9" fmla="*/ 0 w 1"/>
              <a:gd name="T10" fmla="*/ 0 h 189"/>
              <a:gd name="T11" fmla="*/ 1 w 1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9">
                <a:moveTo>
                  <a:pt x="0" y="0"/>
                </a:moveTo>
                <a:lnTo>
                  <a:pt x="0" y="18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5" name="Freeform 200">
            <a:extLst>
              <a:ext uri="{FF2B5EF4-FFF2-40B4-BE49-F238E27FC236}">
                <a16:creationId xmlns:a16="http://schemas.microsoft.com/office/drawing/2014/main" id="{83777AE8-9FAA-477C-B804-DBE5BADC9B03}"/>
              </a:ext>
            </a:extLst>
          </p:cNvPr>
          <p:cNvSpPr>
            <a:spLocks/>
          </p:cNvSpPr>
          <p:nvPr/>
        </p:nvSpPr>
        <p:spPr bwMode="auto">
          <a:xfrm>
            <a:off x="8931275" y="4497388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6" name="Freeform 201">
            <a:extLst>
              <a:ext uri="{FF2B5EF4-FFF2-40B4-BE49-F238E27FC236}">
                <a16:creationId xmlns:a16="http://schemas.microsoft.com/office/drawing/2014/main" id="{D7BBCFF3-7206-4DDE-A7A7-8094F29FA480}"/>
              </a:ext>
            </a:extLst>
          </p:cNvPr>
          <p:cNvSpPr>
            <a:spLocks/>
          </p:cNvSpPr>
          <p:nvPr/>
        </p:nvSpPr>
        <p:spPr bwMode="auto">
          <a:xfrm>
            <a:off x="7697788" y="3843338"/>
            <a:ext cx="855662" cy="298450"/>
          </a:xfrm>
          <a:custGeom>
            <a:avLst/>
            <a:gdLst>
              <a:gd name="T0" fmla="*/ 0 w 539"/>
              <a:gd name="T1" fmla="*/ 2147483646 h 188"/>
              <a:gd name="T2" fmla="*/ 0 w 539"/>
              <a:gd name="T3" fmla="*/ 0 h 188"/>
              <a:gd name="T4" fmla="*/ 2147483646 w 539"/>
              <a:gd name="T5" fmla="*/ 0 h 188"/>
              <a:gd name="T6" fmla="*/ 2147483646 w 539"/>
              <a:gd name="T7" fmla="*/ 2147483646 h 188"/>
              <a:gd name="T8" fmla="*/ 0 w 539"/>
              <a:gd name="T9" fmla="*/ 2147483646 h 1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39"/>
              <a:gd name="T16" fmla="*/ 0 h 188"/>
              <a:gd name="T17" fmla="*/ 539 w 539"/>
              <a:gd name="T18" fmla="*/ 188 h 1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39" h="188">
                <a:moveTo>
                  <a:pt x="0" y="187"/>
                </a:moveTo>
                <a:lnTo>
                  <a:pt x="0" y="0"/>
                </a:lnTo>
                <a:lnTo>
                  <a:pt x="538" y="0"/>
                </a:lnTo>
                <a:lnTo>
                  <a:pt x="538" y="187"/>
                </a:lnTo>
                <a:lnTo>
                  <a:pt x="0" y="187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7" name="Freeform 202">
            <a:extLst>
              <a:ext uri="{FF2B5EF4-FFF2-40B4-BE49-F238E27FC236}">
                <a16:creationId xmlns:a16="http://schemas.microsoft.com/office/drawing/2014/main" id="{817F11E4-70F8-43B6-B1BD-57463348F58A}"/>
              </a:ext>
            </a:extLst>
          </p:cNvPr>
          <p:cNvSpPr>
            <a:spLocks/>
          </p:cNvSpPr>
          <p:nvPr/>
        </p:nvSpPr>
        <p:spPr bwMode="auto">
          <a:xfrm>
            <a:off x="8088313" y="3843338"/>
            <a:ext cx="1587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8" name="Freeform 203">
            <a:extLst>
              <a:ext uri="{FF2B5EF4-FFF2-40B4-BE49-F238E27FC236}">
                <a16:creationId xmlns:a16="http://schemas.microsoft.com/office/drawing/2014/main" id="{016DF749-EDB3-47B6-BD35-FA66DD7307E1}"/>
              </a:ext>
            </a:extLst>
          </p:cNvPr>
          <p:cNvSpPr>
            <a:spLocks/>
          </p:cNvSpPr>
          <p:nvPr/>
        </p:nvSpPr>
        <p:spPr bwMode="auto">
          <a:xfrm>
            <a:off x="8466138" y="3854450"/>
            <a:ext cx="1587" cy="287338"/>
          </a:xfrm>
          <a:custGeom>
            <a:avLst/>
            <a:gdLst>
              <a:gd name="T0" fmla="*/ 0 w 1"/>
              <a:gd name="T1" fmla="*/ 0 h 181"/>
              <a:gd name="T2" fmla="*/ 0 w 1"/>
              <a:gd name="T3" fmla="*/ 2147483646 h 181"/>
              <a:gd name="T4" fmla="*/ 0 w 1"/>
              <a:gd name="T5" fmla="*/ 0 h 181"/>
              <a:gd name="T6" fmla="*/ 0 60000 65536"/>
              <a:gd name="T7" fmla="*/ 0 60000 65536"/>
              <a:gd name="T8" fmla="*/ 0 60000 65536"/>
              <a:gd name="T9" fmla="*/ 0 w 1"/>
              <a:gd name="T10" fmla="*/ 0 h 181"/>
              <a:gd name="T11" fmla="*/ 1 w 1"/>
              <a:gd name="T12" fmla="*/ 181 h 1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1">
                <a:moveTo>
                  <a:pt x="0" y="0"/>
                </a:moveTo>
                <a:lnTo>
                  <a:pt x="0" y="18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79" name="Freeform 204">
            <a:extLst>
              <a:ext uri="{FF2B5EF4-FFF2-40B4-BE49-F238E27FC236}">
                <a16:creationId xmlns:a16="http://schemas.microsoft.com/office/drawing/2014/main" id="{DB96EF76-3912-4306-9727-7D995BBF9CEB}"/>
              </a:ext>
            </a:extLst>
          </p:cNvPr>
          <p:cNvSpPr>
            <a:spLocks/>
          </p:cNvSpPr>
          <p:nvPr/>
        </p:nvSpPr>
        <p:spPr bwMode="auto">
          <a:xfrm>
            <a:off x="7785100" y="3832225"/>
            <a:ext cx="1588" cy="300038"/>
          </a:xfrm>
          <a:custGeom>
            <a:avLst/>
            <a:gdLst>
              <a:gd name="T0" fmla="*/ 0 w 1"/>
              <a:gd name="T1" fmla="*/ 0 h 189"/>
              <a:gd name="T2" fmla="*/ 0 w 1"/>
              <a:gd name="T3" fmla="*/ 2147483646 h 189"/>
              <a:gd name="T4" fmla="*/ 0 w 1"/>
              <a:gd name="T5" fmla="*/ 0 h 189"/>
              <a:gd name="T6" fmla="*/ 0 60000 65536"/>
              <a:gd name="T7" fmla="*/ 0 60000 65536"/>
              <a:gd name="T8" fmla="*/ 0 60000 65536"/>
              <a:gd name="T9" fmla="*/ 0 w 1"/>
              <a:gd name="T10" fmla="*/ 0 h 189"/>
              <a:gd name="T11" fmla="*/ 1 w 1"/>
              <a:gd name="T12" fmla="*/ 189 h 1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9">
                <a:moveTo>
                  <a:pt x="0" y="0"/>
                </a:moveTo>
                <a:lnTo>
                  <a:pt x="0" y="188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80" name="Freeform 205">
            <a:extLst>
              <a:ext uri="{FF2B5EF4-FFF2-40B4-BE49-F238E27FC236}">
                <a16:creationId xmlns:a16="http://schemas.microsoft.com/office/drawing/2014/main" id="{0A0F0087-5E73-4CEA-A1FB-3C4AA7142F95}"/>
              </a:ext>
            </a:extLst>
          </p:cNvPr>
          <p:cNvSpPr>
            <a:spLocks/>
          </p:cNvSpPr>
          <p:nvPr/>
        </p:nvSpPr>
        <p:spPr bwMode="auto">
          <a:xfrm>
            <a:off x="8172450" y="3843338"/>
            <a:ext cx="1588" cy="288925"/>
          </a:xfrm>
          <a:custGeom>
            <a:avLst/>
            <a:gdLst>
              <a:gd name="T0" fmla="*/ 0 w 1"/>
              <a:gd name="T1" fmla="*/ 0 h 182"/>
              <a:gd name="T2" fmla="*/ 0 w 1"/>
              <a:gd name="T3" fmla="*/ 2147483646 h 182"/>
              <a:gd name="T4" fmla="*/ 0 w 1"/>
              <a:gd name="T5" fmla="*/ 0 h 182"/>
              <a:gd name="T6" fmla="*/ 0 60000 65536"/>
              <a:gd name="T7" fmla="*/ 0 60000 65536"/>
              <a:gd name="T8" fmla="*/ 0 60000 65536"/>
              <a:gd name="T9" fmla="*/ 0 w 1"/>
              <a:gd name="T10" fmla="*/ 0 h 182"/>
              <a:gd name="T11" fmla="*/ 1 w 1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">
                <a:moveTo>
                  <a:pt x="0" y="0"/>
                </a:moveTo>
                <a:lnTo>
                  <a:pt x="0" y="181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81" name="Freeform 206">
            <a:extLst>
              <a:ext uri="{FF2B5EF4-FFF2-40B4-BE49-F238E27FC236}">
                <a16:creationId xmlns:a16="http://schemas.microsoft.com/office/drawing/2014/main" id="{74BA834F-E5EA-4155-811B-884CF0ED16E9}"/>
              </a:ext>
            </a:extLst>
          </p:cNvPr>
          <p:cNvSpPr>
            <a:spLocks/>
          </p:cNvSpPr>
          <p:nvPr/>
        </p:nvSpPr>
        <p:spPr bwMode="auto">
          <a:xfrm>
            <a:off x="6356350" y="4743450"/>
            <a:ext cx="608013" cy="471488"/>
          </a:xfrm>
          <a:custGeom>
            <a:avLst/>
            <a:gdLst>
              <a:gd name="T0" fmla="*/ 2147483646 w 383"/>
              <a:gd name="T1" fmla="*/ 0 h 297"/>
              <a:gd name="T2" fmla="*/ 0 w 383"/>
              <a:gd name="T3" fmla="*/ 2147483646 h 297"/>
              <a:gd name="T4" fmla="*/ 2147483646 w 383"/>
              <a:gd name="T5" fmla="*/ 0 h 297"/>
              <a:gd name="T6" fmla="*/ 0 60000 65536"/>
              <a:gd name="T7" fmla="*/ 0 60000 65536"/>
              <a:gd name="T8" fmla="*/ 0 60000 65536"/>
              <a:gd name="T9" fmla="*/ 0 w 383"/>
              <a:gd name="T10" fmla="*/ 0 h 297"/>
              <a:gd name="T11" fmla="*/ 383 w 383"/>
              <a:gd name="T12" fmla="*/ 297 h 2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3" h="297">
                <a:moveTo>
                  <a:pt x="382" y="0"/>
                </a:moveTo>
                <a:lnTo>
                  <a:pt x="0" y="296"/>
                </a:lnTo>
                <a:lnTo>
                  <a:pt x="38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82" name="Freeform 207">
            <a:extLst>
              <a:ext uri="{FF2B5EF4-FFF2-40B4-BE49-F238E27FC236}">
                <a16:creationId xmlns:a16="http://schemas.microsoft.com/office/drawing/2014/main" id="{6E76DA95-0AA7-4248-A5D4-38B5468D4615}"/>
              </a:ext>
            </a:extLst>
          </p:cNvPr>
          <p:cNvSpPr>
            <a:spLocks/>
          </p:cNvSpPr>
          <p:nvPr/>
        </p:nvSpPr>
        <p:spPr bwMode="auto">
          <a:xfrm>
            <a:off x="6356350" y="5127625"/>
            <a:ext cx="103188" cy="87313"/>
          </a:xfrm>
          <a:custGeom>
            <a:avLst/>
            <a:gdLst>
              <a:gd name="T0" fmla="*/ 2147483646 w 65"/>
              <a:gd name="T1" fmla="*/ 2147483646 h 55"/>
              <a:gd name="T2" fmla="*/ 0 w 65"/>
              <a:gd name="T3" fmla="*/ 2147483646 h 55"/>
              <a:gd name="T4" fmla="*/ 2147483646 w 65"/>
              <a:gd name="T5" fmla="*/ 0 h 55"/>
              <a:gd name="T6" fmla="*/ 2147483646 w 65"/>
              <a:gd name="T7" fmla="*/ 2147483646 h 55"/>
              <a:gd name="T8" fmla="*/ 0 60000 65536"/>
              <a:gd name="T9" fmla="*/ 0 60000 65536"/>
              <a:gd name="T10" fmla="*/ 0 60000 65536"/>
              <a:gd name="T11" fmla="*/ 0 60000 65536"/>
              <a:gd name="T12" fmla="*/ 0 w 65"/>
              <a:gd name="T13" fmla="*/ 0 h 55"/>
              <a:gd name="T14" fmla="*/ 65 w 65"/>
              <a:gd name="T15" fmla="*/ 55 h 5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" h="55">
                <a:moveTo>
                  <a:pt x="64" y="25"/>
                </a:moveTo>
                <a:lnTo>
                  <a:pt x="0" y="54"/>
                </a:lnTo>
                <a:lnTo>
                  <a:pt x="42" y="0"/>
                </a:lnTo>
                <a:lnTo>
                  <a:pt x="64" y="25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83" name="Freeform 208">
            <a:extLst>
              <a:ext uri="{FF2B5EF4-FFF2-40B4-BE49-F238E27FC236}">
                <a16:creationId xmlns:a16="http://schemas.microsoft.com/office/drawing/2014/main" id="{38A6FFB9-5B78-4FD9-B10B-9E0E2E8CD6C6}"/>
              </a:ext>
            </a:extLst>
          </p:cNvPr>
          <p:cNvSpPr>
            <a:spLocks/>
          </p:cNvSpPr>
          <p:nvPr/>
        </p:nvSpPr>
        <p:spPr bwMode="auto">
          <a:xfrm>
            <a:off x="7340600" y="4743450"/>
            <a:ext cx="174625" cy="471488"/>
          </a:xfrm>
          <a:custGeom>
            <a:avLst/>
            <a:gdLst>
              <a:gd name="T0" fmla="*/ 0 w 110"/>
              <a:gd name="T1" fmla="*/ 0 h 297"/>
              <a:gd name="T2" fmla="*/ 2147483646 w 110"/>
              <a:gd name="T3" fmla="*/ 2147483646 h 297"/>
              <a:gd name="T4" fmla="*/ 0 w 110"/>
              <a:gd name="T5" fmla="*/ 0 h 297"/>
              <a:gd name="T6" fmla="*/ 0 60000 65536"/>
              <a:gd name="T7" fmla="*/ 0 60000 65536"/>
              <a:gd name="T8" fmla="*/ 0 60000 65536"/>
              <a:gd name="T9" fmla="*/ 0 w 110"/>
              <a:gd name="T10" fmla="*/ 0 h 297"/>
              <a:gd name="T11" fmla="*/ 110 w 110"/>
              <a:gd name="T12" fmla="*/ 297 h 2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" h="297">
                <a:moveTo>
                  <a:pt x="0" y="0"/>
                </a:moveTo>
                <a:lnTo>
                  <a:pt x="109" y="296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84" name="Freeform 209">
            <a:extLst>
              <a:ext uri="{FF2B5EF4-FFF2-40B4-BE49-F238E27FC236}">
                <a16:creationId xmlns:a16="http://schemas.microsoft.com/office/drawing/2014/main" id="{E9AFDA78-E95B-4136-91E4-7E3724B32EB6}"/>
              </a:ext>
            </a:extLst>
          </p:cNvPr>
          <p:cNvSpPr>
            <a:spLocks/>
          </p:cNvSpPr>
          <p:nvPr/>
        </p:nvSpPr>
        <p:spPr bwMode="auto">
          <a:xfrm>
            <a:off x="7453313" y="5108575"/>
            <a:ext cx="61912" cy="106363"/>
          </a:xfrm>
          <a:custGeom>
            <a:avLst/>
            <a:gdLst>
              <a:gd name="T0" fmla="*/ 2147483646 w 39"/>
              <a:gd name="T1" fmla="*/ 0 h 67"/>
              <a:gd name="T2" fmla="*/ 2147483646 w 39"/>
              <a:gd name="T3" fmla="*/ 2147483646 h 67"/>
              <a:gd name="T4" fmla="*/ 0 w 39"/>
              <a:gd name="T5" fmla="*/ 2147483646 h 67"/>
              <a:gd name="T6" fmla="*/ 2147483646 w 39"/>
              <a:gd name="T7" fmla="*/ 0 h 67"/>
              <a:gd name="T8" fmla="*/ 0 60000 65536"/>
              <a:gd name="T9" fmla="*/ 0 60000 65536"/>
              <a:gd name="T10" fmla="*/ 0 60000 65536"/>
              <a:gd name="T11" fmla="*/ 0 60000 65536"/>
              <a:gd name="T12" fmla="*/ 0 w 39"/>
              <a:gd name="T13" fmla="*/ 0 h 67"/>
              <a:gd name="T14" fmla="*/ 39 w 39"/>
              <a:gd name="T15" fmla="*/ 67 h 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9" h="67">
                <a:moveTo>
                  <a:pt x="33" y="0"/>
                </a:moveTo>
                <a:lnTo>
                  <a:pt x="38" y="66"/>
                </a:lnTo>
                <a:lnTo>
                  <a:pt x="0" y="11"/>
                </a:lnTo>
                <a:lnTo>
                  <a:pt x="33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85" name="Freeform 210">
            <a:extLst>
              <a:ext uri="{FF2B5EF4-FFF2-40B4-BE49-F238E27FC236}">
                <a16:creationId xmlns:a16="http://schemas.microsoft.com/office/drawing/2014/main" id="{3795656A-0608-464E-83F7-F4D58F291CA2}"/>
              </a:ext>
            </a:extLst>
          </p:cNvPr>
          <p:cNvSpPr>
            <a:spLocks/>
          </p:cNvSpPr>
          <p:nvPr/>
        </p:nvSpPr>
        <p:spPr bwMode="auto">
          <a:xfrm>
            <a:off x="8497888" y="4754563"/>
            <a:ext cx="1587" cy="460375"/>
          </a:xfrm>
          <a:custGeom>
            <a:avLst/>
            <a:gdLst>
              <a:gd name="T0" fmla="*/ 0 w 1"/>
              <a:gd name="T1" fmla="*/ 0 h 290"/>
              <a:gd name="T2" fmla="*/ 0 w 1"/>
              <a:gd name="T3" fmla="*/ 2147483646 h 290"/>
              <a:gd name="T4" fmla="*/ 0 w 1"/>
              <a:gd name="T5" fmla="*/ 0 h 290"/>
              <a:gd name="T6" fmla="*/ 0 60000 65536"/>
              <a:gd name="T7" fmla="*/ 0 60000 65536"/>
              <a:gd name="T8" fmla="*/ 0 60000 65536"/>
              <a:gd name="T9" fmla="*/ 0 w 1"/>
              <a:gd name="T10" fmla="*/ 0 h 290"/>
              <a:gd name="T11" fmla="*/ 1 w 1"/>
              <a:gd name="T12" fmla="*/ 290 h 29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90">
                <a:moveTo>
                  <a:pt x="0" y="0"/>
                </a:moveTo>
                <a:lnTo>
                  <a:pt x="0" y="289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86" name="Freeform 211">
            <a:extLst>
              <a:ext uri="{FF2B5EF4-FFF2-40B4-BE49-F238E27FC236}">
                <a16:creationId xmlns:a16="http://schemas.microsoft.com/office/drawing/2014/main" id="{016299B7-687D-41A0-A90D-CC2C8CA45F04}"/>
              </a:ext>
            </a:extLst>
          </p:cNvPr>
          <p:cNvSpPr>
            <a:spLocks/>
          </p:cNvSpPr>
          <p:nvPr/>
        </p:nvSpPr>
        <p:spPr bwMode="auto">
          <a:xfrm>
            <a:off x="8470900" y="5111750"/>
            <a:ext cx="55563" cy="103188"/>
          </a:xfrm>
          <a:custGeom>
            <a:avLst/>
            <a:gdLst>
              <a:gd name="T0" fmla="*/ 2147483646 w 35"/>
              <a:gd name="T1" fmla="*/ 0 h 65"/>
              <a:gd name="T2" fmla="*/ 2147483646 w 35"/>
              <a:gd name="T3" fmla="*/ 2147483646 h 65"/>
              <a:gd name="T4" fmla="*/ 0 w 35"/>
              <a:gd name="T5" fmla="*/ 0 h 65"/>
              <a:gd name="T6" fmla="*/ 2147483646 w 35"/>
              <a:gd name="T7" fmla="*/ 0 h 65"/>
              <a:gd name="T8" fmla="*/ 0 60000 65536"/>
              <a:gd name="T9" fmla="*/ 0 60000 65536"/>
              <a:gd name="T10" fmla="*/ 0 60000 65536"/>
              <a:gd name="T11" fmla="*/ 0 60000 65536"/>
              <a:gd name="T12" fmla="*/ 0 w 35"/>
              <a:gd name="T13" fmla="*/ 0 h 65"/>
              <a:gd name="T14" fmla="*/ 35 w 35"/>
              <a:gd name="T15" fmla="*/ 65 h 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5" h="65">
                <a:moveTo>
                  <a:pt x="34" y="0"/>
                </a:moveTo>
                <a:lnTo>
                  <a:pt x="17" y="64"/>
                </a:lnTo>
                <a:lnTo>
                  <a:pt x="0" y="0"/>
                </a:lnTo>
                <a:lnTo>
                  <a:pt x="34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87" name="Freeform 212">
            <a:extLst>
              <a:ext uri="{FF2B5EF4-FFF2-40B4-BE49-F238E27FC236}">
                <a16:creationId xmlns:a16="http://schemas.microsoft.com/office/drawing/2014/main" id="{0E4A4F0F-22AF-4E82-80FE-90ECAB8D29AA}"/>
              </a:ext>
            </a:extLst>
          </p:cNvPr>
          <p:cNvSpPr>
            <a:spLocks/>
          </p:cNvSpPr>
          <p:nvPr/>
        </p:nvSpPr>
        <p:spPr bwMode="auto">
          <a:xfrm>
            <a:off x="8886825" y="4724400"/>
            <a:ext cx="846138" cy="481013"/>
          </a:xfrm>
          <a:custGeom>
            <a:avLst/>
            <a:gdLst>
              <a:gd name="T0" fmla="*/ 0 w 533"/>
              <a:gd name="T1" fmla="*/ 0 h 303"/>
              <a:gd name="T2" fmla="*/ 2147483646 w 533"/>
              <a:gd name="T3" fmla="*/ 2147483646 h 303"/>
              <a:gd name="T4" fmla="*/ 0 w 533"/>
              <a:gd name="T5" fmla="*/ 0 h 303"/>
              <a:gd name="T6" fmla="*/ 0 60000 65536"/>
              <a:gd name="T7" fmla="*/ 0 60000 65536"/>
              <a:gd name="T8" fmla="*/ 0 60000 65536"/>
              <a:gd name="T9" fmla="*/ 0 w 533"/>
              <a:gd name="T10" fmla="*/ 0 h 303"/>
              <a:gd name="T11" fmla="*/ 533 w 533"/>
              <a:gd name="T12" fmla="*/ 303 h 3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33" h="303">
                <a:moveTo>
                  <a:pt x="0" y="0"/>
                </a:moveTo>
                <a:lnTo>
                  <a:pt x="532" y="302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88" name="Freeform 213">
            <a:extLst>
              <a:ext uri="{FF2B5EF4-FFF2-40B4-BE49-F238E27FC236}">
                <a16:creationId xmlns:a16="http://schemas.microsoft.com/office/drawing/2014/main" id="{AB701645-CFBE-4ABD-A67A-8B22A048DCFE}"/>
              </a:ext>
            </a:extLst>
          </p:cNvPr>
          <p:cNvSpPr>
            <a:spLocks/>
          </p:cNvSpPr>
          <p:nvPr/>
        </p:nvSpPr>
        <p:spPr bwMode="auto">
          <a:xfrm>
            <a:off x="9623425" y="5127625"/>
            <a:ext cx="109538" cy="77788"/>
          </a:xfrm>
          <a:custGeom>
            <a:avLst/>
            <a:gdLst>
              <a:gd name="T0" fmla="*/ 2147483646 w 69"/>
              <a:gd name="T1" fmla="*/ 0 h 49"/>
              <a:gd name="T2" fmla="*/ 2147483646 w 69"/>
              <a:gd name="T3" fmla="*/ 2147483646 h 49"/>
              <a:gd name="T4" fmla="*/ 0 w 69"/>
              <a:gd name="T5" fmla="*/ 2147483646 h 49"/>
              <a:gd name="T6" fmla="*/ 2147483646 w 69"/>
              <a:gd name="T7" fmla="*/ 0 h 49"/>
              <a:gd name="T8" fmla="*/ 0 60000 65536"/>
              <a:gd name="T9" fmla="*/ 0 60000 65536"/>
              <a:gd name="T10" fmla="*/ 0 60000 65536"/>
              <a:gd name="T11" fmla="*/ 0 60000 65536"/>
              <a:gd name="T12" fmla="*/ 0 w 69"/>
              <a:gd name="T13" fmla="*/ 0 h 49"/>
              <a:gd name="T14" fmla="*/ 69 w 69"/>
              <a:gd name="T15" fmla="*/ 49 h 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9" h="49">
                <a:moveTo>
                  <a:pt x="18" y="0"/>
                </a:moveTo>
                <a:lnTo>
                  <a:pt x="68" y="48"/>
                </a:lnTo>
                <a:lnTo>
                  <a:pt x="0" y="29"/>
                </a:lnTo>
                <a:lnTo>
                  <a:pt x="18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89" name="Freeform 214">
            <a:extLst>
              <a:ext uri="{FF2B5EF4-FFF2-40B4-BE49-F238E27FC236}">
                <a16:creationId xmlns:a16="http://schemas.microsoft.com/office/drawing/2014/main" id="{CC05EE51-D306-45A6-89E5-EA47B439FA2B}"/>
              </a:ext>
            </a:extLst>
          </p:cNvPr>
          <p:cNvSpPr>
            <a:spLocks/>
          </p:cNvSpPr>
          <p:nvPr/>
        </p:nvSpPr>
        <p:spPr bwMode="auto">
          <a:xfrm>
            <a:off x="9372600" y="5487988"/>
            <a:ext cx="111125" cy="573087"/>
          </a:xfrm>
          <a:custGeom>
            <a:avLst/>
            <a:gdLst>
              <a:gd name="T0" fmla="*/ 2147483646 w 70"/>
              <a:gd name="T1" fmla="*/ 0 h 361"/>
              <a:gd name="T2" fmla="*/ 0 w 70"/>
              <a:gd name="T3" fmla="*/ 2147483646 h 361"/>
              <a:gd name="T4" fmla="*/ 2147483646 w 70"/>
              <a:gd name="T5" fmla="*/ 0 h 361"/>
              <a:gd name="T6" fmla="*/ 0 60000 65536"/>
              <a:gd name="T7" fmla="*/ 0 60000 65536"/>
              <a:gd name="T8" fmla="*/ 0 60000 65536"/>
              <a:gd name="T9" fmla="*/ 0 w 70"/>
              <a:gd name="T10" fmla="*/ 0 h 361"/>
              <a:gd name="T11" fmla="*/ 70 w 70"/>
              <a:gd name="T12" fmla="*/ 361 h 3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0" h="361">
                <a:moveTo>
                  <a:pt x="69" y="0"/>
                </a:moveTo>
                <a:lnTo>
                  <a:pt x="0" y="360"/>
                </a:lnTo>
                <a:lnTo>
                  <a:pt x="69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90" name="Freeform 215">
            <a:extLst>
              <a:ext uri="{FF2B5EF4-FFF2-40B4-BE49-F238E27FC236}">
                <a16:creationId xmlns:a16="http://schemas.microsoft.com/office/drawing/2014/main" id="{7B002839-0A3B-4F5B-8AF9-1199C1C76C19}"/>
              </a:ext>
            </a:extLst>
          </p:cNvPr>
          <p:cNvSpPr>
            <a:spLocks/>
          </p:cNvSpPr>
          <p:nvPr/>
        </p:nvSpPr>
        <p:spPr bwMode="auto">
          <a:xfrm>
            <a:off x="9367838" y="5956300"/>
            <a:ext cx="53975" cy="104775"/>
          </a:xfrm>
          <a:custGeom>
            <a:avLst/>
            <a:gdLst>
              <a:gd name="T0" fmla="*/ 2147483646 w 34"/>
              <a:gd name="T1" fmla="*/ 2147483646 h 66"/>
              <a:gd name="T2" fmla="*/ 2147483646 w 34"/>
              <a:gd name="T3" fmla="*/ 2147483646 h 66"/>
              <a:gd name="T4" fmla="*/ 0 w 34"/>
              <a:gd name="T5" fmla="*/ 0 h 66"/>
              <a:gd name="T6" fmla="*/ 2147483646 w 34"/>
              <a:gd name="T7" fmla="*/ 2147483646 h 66"/>
              <a:gd name="T8" fmla="*/ 0 60000 65536"/>
              <a:gd name="T9" fmla="*/ 0 60000 65536"/>
              <a:gd name="T10" fmla="*/ 0 60000 65536"/>
              <a:gd name="T11" fmla="*/ 0 60000 65536"/>
              <a:gd name="T12" fmla="*/ 0 w 34"/>
              <a:gd name="T13" fmla="*/ 0 h 66"/>
              <a:gd name="T14" fmla="*/ 34 w 34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4" h="66">
                <a:moveTo>
                  <a:pt x="33" y="5"/>
                </a:moveTo>
                <a:lnTo>
                  <a:pt x="4" y="65"/>
                </a:lnTo>
                <a:lnTo>
                  <a:pt x="0" y="0"/>
                </a:lnTo>
                <a:lnTo>
                  <a:pt x="33" y="5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91" name="Freeform 216">
            <a:extLst>
              <a:ext uri="{FF2B5EF4-FFF2-40B4-BE49-F238E27FC236}">
                <a16:creationId xmlns:a16="http://schemas.microsoft.com/office/drawing/2014/main" id="{EB3600B8-AF7B-4A3A-AD69-95F32AB052C5}"/>
              </a:ext>
            </a:extLst>
          </p:cNvPr>
          <p:cNvSpPr>
            <a:spLocks/>
          </p:cNvSpPr>
          <p:nvPr/>
        </p:nvSpPr>
        <p:spPr bwMode="auto">
          <a:xfrm>
            <a:off x="9882188" y="5487988"/>
            <a:ext cx="206375" cy="584200"/>
          </a:xfrm>
          <a:custGeom>
            <a:avLst/>
            <a:gdLst>
              <a:gd name="T0" fmla="*/ 0 w 130"/>
              <a:gd name="T1" fmla="*/ 0 h 368"/>
              <a:gd name="T2" fmla="*/ 2147483646 w 130"/>
              <a:gd name="T3" fmla="*/ 2147483646 h 368"/>
              <a:gd name="T4" fmla="*/ 0 w 130"/>
              <a:gd name="T5" fmla="*/ 0 h 368"/>
              <a:gd name="T6" fmla="*/ 0 60000 65536"/>
              <a:gd name="T7" fmla="*/ 0 60000 65536"/>
              <a:gd name="T8" fmla="*/ 0 60000 65536"/>
              <a:gd name="T9" fmla="*/ 0 w 130"/>
              <a:gd name="T10" fmla="*/ 0 h 368"/>
              <a:gd name="T11" fmla="*/ 130 w 130"/>
              <a:gd name="T12" fmla="*/ 368 h 3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0" h="368">
                <a:moveTo>
                  <a:pt x="0" y="0"/>
                </a:moveTo>
                <a:lnTo>
                  <a:pt x="129" y="367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92" name="Freeform 217">
            <a:extLst>
              <a:ext uri="{FF2B5EF4-FFF2-40B4-BE49-F238E27FC236}">
                <a16:creationId xmlns:a16="http://schemas.microsoft.com/office/drawing/2014/main" id="{383A2743-2B70-4205-909E-1EF11753A772}"/>
              </a:ext>
            </a:extLst>
          </p:cNvPr>
          <p:cNvSpPr>
            <a:spLocks/>
          </p:cNvSpPr>
          <p:nvPr/>
        </p:nvSpPr>
        <p:spPr bwMode="auto">
          <a:xfrm>
            <a:off x="10028238" y="5965825"/>
            <a:ext cx="60325" cy="106363"/>
          </a:xfrm>
          <a:custGeom>
            <a:avLst/>
            <a:gdLst>
              <a:gd name="T0" fmla="*/ 2147483646 w 38"/>
              <a:gd name="T1" fmla="*/ 0 h 67"/>
              <a:gd name="T2" fmla="*/ 2147483646 w 38"/>
              <a:gd name="T3" fmla="*/ 2147483646 h 67"/>
              <a:gd name="T4" fmla="*/ 0 w 38"/>
              <a:gd name="T5" fmla="*/ 2147483646 h 67"/>
              <a:gd name="T6" fmla="*/ 2147483646 w 38"/>
              <a:gd name="T7" fmla="*/ 0 h 67"/>
              <a:gd name="T8" fmla="*/ 0 60000 65536"/>
              <a:gd name="T9" fmla="*/ 0 60000 65536"/>
              <a:gd name="T10" fmla="*/ 0 60000 65536"/>
              <a:gd name="T11" fmla="*/ 0 60000 65536"/>
              <a:gd name="T12" fmla="*/ 0 w 38"/>
              <a:gd name="T13" fmla="*/ 0 h 67"/>
              <a:gd name="T14" fmla="*/ 38 w 38"/>
              <a:gd name="T15" fmla="*/ 67 h 6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8" h="67">
                <a:moveTo>
                  <a:pt x="32" y="0"/>
                </a:moveTo>
                <a:lnTo>
                  <a:pt x="37" y="66"/>
                </a:lnTo>
                <a:lnTo>
                  <a:pt x="0" y="10"/>
                </a:lnTo>
                <a:lnTo>
                  <a:pt x="32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93" name="Freeform 218">
            <a:extLst>
              <a:ext uri="{FF2B5EF4-FFF2-40B4-BE49-F238E27FC236}">
                <a16:creationId xmlns:a16="http://schemas.microsoft.com/office/drawing/2014/main" id="{149CFF66-2A8D-4BF5-975F-3DB5D003E0AA}"/>
              </a:ext>
            </a:extLst>
          </p:cNvPr>
          <p:cNvSpPr>
            <a:spLocks/>
          </p:cNvSpPr>
          <p:nvPr/>
        </p:nvSpPr>
        <p:spPr bwMode="auto">
          <a:xfrm>
            <a:off x="8140700" y="4100513"/>
            <a:ext cx="585788" cy="387350"/>
          </a:xfrm>
          <a:custGeom>
            <a:avLst/>
            <a:gdLst>
              <a:gd name="T0" fmla="*/ 0 w 369"/>
              <a:gd name="T1" fmla="*/ 0 h 244"/>
              <a:gd name="T2" fmla="*/ 2147483646 w 369"/>
              <a:gd name="T3" fmla="*/ 2147483646 h 244"/>
              <a:gd name="T4" fmla="*/ 0 w 369"/>
              <a:gd name="T5" fmla="*/ 0 h 244"/>
              <a:gd name="T6" fmla="*/ 0 60000 65536"/>
              <a:gd name="T7" fmla="*/ 0 60000 65536"/>
              <a:gd name="T8" fmla="*/ 0 60000 65536"/>
              <a:gd name="T9" fmla="*/ 0 w 369"/>
              <a:gd name="T10" fmla="*/ 0 h 244"/>
              <a:gd name="T11" fmla="*/ 369 w 369"/>
              <a:gd name="T12" fmla="*/ 244 h 2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9" h="244">
                <a:moveTo>
                  <a:pt x="0" y="0"/>
                </a:moveTo>
                <a:lnTo>
                  <a:pt x="368" y="243"/>
                </a:ln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94" name="Freeform 219">
            <a:extLst>
              <a:ext uri="{FF2B5EF4-FFF2-40B4-BE49-F238E27FC236}">
                <a16:creationId xmlns:a16="http://schemas.microsoft.com/office/drawing/2014/main" id="{500A8A84-99BD-4B9A-9E3E-836073727978}"/>
              </a:ext>
            </a:extLst>
          </p:cNvPr>
          <p:cNvSpPr>
            <a:spLocks/>
          </p:cNvSpPr>
          <p:nvPr/>
        </p:nvSpPr>
        <p:spPr bwMode="auto">
          <a:xfrm>
            <a:off x="8623300" y="4408488"/>
            <a:ext cx="103188" cy="79375"/>
          </a:xfrm>
          <a:custGeom>
            <a:avLst/>
            <a:gdLst>
              <a:gd name="T0" fmla="*/ 2147483646 w 65"/>
              <a:gd name="T1" fmla="*/ 0 h 50"/>
              <a:gd name="T2" fmla="*/ 2147483646 w 65"/>
              <a:gd name="T3" fmla="*/ 2147483646 h 50"/>
              <a:gd name="T4" fmla="*/ 0 w 65"/>
              <a:gd name="T5" fmla="*/ 2147483646 h 50"/>
              <a:gd name="T6" fmla="*/ 2147483646 w 65"/>
              <a:gd name="T7" fmla="*/ 0 h 50"/>
              <a:gd name="T8" fmla="*/ 0 60000 65536"/>
              <a:gd name="T9" fmla="*/ 0 60000 65536"/>
              <a:gd name="T10" fmla="*/ 0 60000 65536"/>
              <a:gd name="T11" fmla="*/ 0 60000 65536"/>
              <a:gd name="T12" fmla="*/ 0 w 65"/>
              <a:gd name="T13" fmla="*/ 0 h 50"/>
              <a:gd name="T14" fmla="*/ 65 w 65"/>
              <a:gd name="T15" fmla="*/ 50 h 5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5" h="50">
                <a:moveTo>
                  <a:pt x="19" y="0"/>
                </a:moveTo>
                <a:lnTo>
                  <a:pt x="64" y="49"/>
                </a:lnTo>
                <a:lnTo>
                  <a:pt x="0" y="25"/>
                </a:lnTo>
                <a:lnTo>
                  <a:pt x="19" y="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95" name="Freeform 220">
            <a:extLst>
              <a:ext uri="{FF2B5EF4-FFF2-40B4-BE49-F238E27FC236}">
                <a16:creationId xmlns:a16="http://schemas.microsoft.com/office/drawing/2014/main" id="{334FE7A2-0AE9-4F11-8226-FCB92CA320B4}"/>
              </a:ext>
            </a:extLst>
          </p:cNvPr>
          <p:cNvSpPr>
            <a:spLocks/>
          </p:cNvSpPr>
          <p:nvPr/>
        </p:nvSpPr>
        <p:spPr bwMode="auto">
          <a:xfrm>
            <a:off x="7385050" y="4089400"/>
            <a:ext cx="347663" cy="398463"/>
          </a:xfrm>
          <a:custGeom>
            <a:avLst/>
            <a:gdLst>
              <a:gd name="T0" fmla="*/ 2147483646 w 219"/>
              <a:gd name="T1" fmla="*/ 0 h 251"/>
              <a:gd name="T2" fmla="*/ 0 w 219"/>
              <a:gd name="T3" fmla="*/ 2147483646 h 251"/>
              <a:gd name="T4" fmla="*/ 2147483646 w 219"/>
              <a:gd name="T5" fmla="*/ 0 h 251"/>
              <a:gd name="T6" fmla="*/ 0 60000 65536"/>
              <a:gd name="T7" fmla="*/ 0 60000 65536"/>
              <a:gd name="T8" fmla="*/ 0 60000 65536"/>
              <a:gd name="T9" fmla="*/ 0 w 219"/>
              <a:gd name="T10" fmla="*/ 0 h 251"/>
              <a:gd name="T11" fmla="*/ 219 w 219"/>
              <a:gd name="T12" fmla="*/ 251 h 2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9" h="251">
                <a:moveTo>
                  <a:pt x="218" y="0"/>
                </a:moveTo>
                <a:lnTo>
                  <a:pt x="0" y="250"/>
                </a:lnTo>
                <a:lnTo>
                  <a:pt x="218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96" name="Freeform 221">
            <a:extLst>
              <a:ext uri="{FF2B5EF4-FFF2-40B4-BE49-F238E27FC236}">
                <a16:creationId xmlns:a16="http://schemas.microsoft.com/office/drawing/2014/main" id="{27EADD45-2B84-4D45-8087-DBBDA831E5A3}"/>
              </a:ext>
            </a:extLst>
          </p:cNvPr>
          <p:cNvSpPr>
            <a:spLocks/>
          </p:cNvSpPr>
          <p:nvPr/>
        </p:nvSpPr>
        <p:spPr bwMode="auto">
          <a:xfrm>
            <a:off x="7385050" y="4391025"/>
            <a:ext cx="90488" cy="96838"/>
          </a:xfrm>
          <a:custGeom>
            <a:avLst/>
            <a:gdLst>
              <a:gd name="T0" fmla="*/ 2147483646 w 57"/>
              <a:gd name="T1" fmla="*/ 2147483646 h 61"/>
              <a:gd name="T2" fmla="*/ 0 w 57"/>
              <a:gd name="T3" fmla="*/ 2147483646 h 61"/>
              <a:gd name="T4" fmla="*/ 2147483646 w 57"/>
              <a:gd name="T5" fmla="*/ 0 h 61"/>
              <a:gd name="T6" fmla="*/ 2147483646 w 57"/>
              <a:gd name="T7" fmla="*/ 2147483646 h 61"/>
              <a:gd name="T8" fmla="*/ 0 60000 65536"/>
              <a:gd name="T9" fmla="*/ 0 60000 65536"/>
              <a:gd name="T10" fmla="*/ 0 60000 65536"/>
              <a:gd name="T11" fmla="*/ 0 60000 65536"/>
              <a:gd name="T12" fmla="*/ 0 w 57"/>
              <a:gd name="T13" fmla="*/ 0 h 61"/>
              <a:gd name="T14" fmla="*/ 57 w 57"/>
              <a:gd name="T15" fmla="*/ 61 h 6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" h="61">
                <a:moveTo>
                  <a:pt x="56" y="20"/>
                </a:moveTo>
                <a:lnTo>
                  <a:pt x="0" y="60"/>
                </a:lnTo>
                <a:lnTo>
                  <a:pt x="29" y="0"/>
                </a:lnTo>
                <a:lnTo>
                  <a:pt x="56" y="20"/>
                </a:lnTo>
              </a:path>
            </a:pathLst>
          </a:custGeom>
          <a:solidFill>
            <a:schemeClr val="tx2"/>
          </a:solidFill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50397" name="Freeform 222">
            <a:extLst>
              <a:ext uri="{FF2B5EF4-FFF2-40B4-BE49-F238E27FC236}">
                <a16:creationId xmlns:a16="http://schemas.microsoft.com/office/drawing/2014/main" id="{197F8D0A-D025-4A41-848D-C448151C3CA8}"/>
              </a:ext>
            </a:extLst>
          </p:cNvPr>
          <p:cNvSpPr>
            <a:spLocks/>
          </p:cNvSpPr>
          <p:nvPr/>
        </p:nvSpPr>
        <p:spPr bwMode="auto">
          <a:xfrm>
            <a:off x="5810250" y="6021388"/>
            <a:ext cx="87313" cy="82550"/>
          </a:xfrm>
          <a:custGeom>
            <a:avLst/>
            <a:gdLst>
              <a:gd name="T0" fmla="*/ 2147483646 w 55"/>
              <a:gd name="T1" fmla="*/ 2147483646 h 52"/>
              <a:gd name="T2" fmla="*/ 0 w 55"/>
              <a:gd name="T3" fmla="*/ 2147483646 h 52"/>
              <a:gd name="T4" fmla="*/ 2147483646 w 55"/>
              <a:gd name="T5" fmla="*/ 0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98" name="Line 223">
            <a:extLst>
              <a:ext uri="{FF2B5EF4-FFF2-40B4-BE49-F238E27FC236}">
                <a16:creationId xmlns:a16="http://schemas.microsoft.com/office/drawing/2014/main" id="{773FC042-4CC7-4A10-8467-E24A2DD2A6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10250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399" name="Line 224">
            <a:extLst>
              <a:ext uri="{FF2B5EF4-FFF2-40B4-BE49-F238E27FC236}">
                <a16:creationId xmlns:a16="http://schemas.microsoft.com/office/drawing/2014/main" id="{535B7598-B611-4E65-85DD-580A399CCA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5813" y="6022975"/>
            <a:ext cx="30162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0" name="Line 225">
            <a:extLst>
              <a:ext uri="{FF2B5EF4-FFF2-40B4-BE49-F238E27FC236}">
                <a16:creationId xmlns:a16="http://schemas.microsoft.com/office/drawing/2014/main" id="{62D87427-26CF-4F3D-A292-D4591115E6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00738" y="6013450"/>
            <a:ext cx="317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1" name="Line 226">
            <a:extLst>
              <a:ext uri="{FF2B5EF4-FFF2-40B4-BE49-F238E27FC236}">
                <a16:creationId xmlns:a16="http://schemas.microsoft.com/office/drawing/2014/main" id="{23593959-8AA9-4F44-A8ED-87953F708CCD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2488" y="6018213"/>
            <a:ext cx="28575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2" name="Line 227">
            <a:extLst>
              <a:ext uri="{FF2B5EF4-FFF2-40B4-BE49-F238E27FC236}">
                <a16:creationId xmlns:a16="http://schemas.microsoft.com/office/drawing/2014/main" id="{279670BA-2CF4-4076-9958-EF552EF21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1063" y="6022975"/>
            <a:ext cx="31750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3" name="Line 228">
            <a:extLst>
              <a:ext uri="{FF2B5EF4-FFF2-40B4-BE49-F238E27FC236}">
                <a16:creationId xmlns:a16="http://schemas.microsoft.com/office/drawing/2014/main" id="{E6579F51-F2F6-4FEF-9B81-9D56B631D8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2813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4" name="Freeform 229">
            <a:extLst>
              <a:ext uri="{FF2B5EF4-FFF2-40B4-BE49-F238E27FC236}">
                <a16:creationId xmlns:a16="http://schemas.microsoft.com/office/drawing/2014/main" id="{E4882898-CEEC-4F71-8ACE-C10FCB70A3AC}"/>
              </a:ext>
            </a:extLst>
          </p:cNvPr>
          <p:cNvSpPr>
            <a:spLocks/>
          </p:cNvSpPr>
          <p:nvPr/>
        </p:nvSpPr>
        <p:spPr bwMode="auto">
          <a:xfrm>
            <a:off x="5967413" y="6021388"/>
            <a:ext cx="87312" cy="82550"/>
          </a:xfrm>
          <a:custGeom>
            <a:avLst/>
            <a:gdLst>
              <a:gd name="T0" fmla="*/ 2147483646 w 55"/>
              <a:gd name="T1" fmla="*/ 0 h 52"/>
              <a:gd name="T2" fmla="*/ 2147483646 w 55"/>
              <a:gd name="T3" fmla="*/ 2147483646 h 52"/>
              <a:gd name="T4" fmla="*/ 0 w 55"/>
              <a:gd name="T5" fmla="*/ 2147483646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21" y="0"/>
                </a:moveTo>
                <a:lnTo>
                  <a:pt x="54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5" name="Freeform 230">
            <a:extLst>
              <a:ext uri="{FF2B5EF4-FFF2-40B4-BE49-F238E27FC236}">
                <a16:creationId xmlns:a16="http://schemas.microsoft.com/office/drawing/2014/main" id="{C4B39ECE-A640-458C-AA13-ABD1324B21C7}"/>
              </a:ext>
            </a:extLst>
          </p:cNvPr>
          <p:cNvSpPr>
            <a:spLocks/>
          </p:cNvSpPr>
          <p:nvPr/>
        </p:nvSpPr>
        <p:spPr bwMode="auto">
          <a:xfrm>
            <a:off x="6480175" y="6021388"/>
            <a:ext cx="87313" cy="82550"/>
          </a:xfrm>
          <a:custGeom>
            <a:avLst/>
            <a:gdLst>
              <a:gd name="T0" fmla="*/ 2147483646 w 55"/>
              <a:gd name="T1" fmla="*/ 2147483646 h 52"/>
              <a:gd name="T2" fmla="*/ 0 w 55"/>
              <a:gd name="T3" fmla="*/ 2147483646 h 52"/>
              <a:gd name="T4" fmla="*/ 2147483646 w 55"/>
              <a:gd name="T5" fmla="*/ 0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3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6" name="Line 231">
            <a:extLst>
              <a:ext uri="{FF2B5EF4-FFF2-40B4-BE49-F238E27FC236}">
                <a16:creationId xmlns:a16="http://schemas.microsoft.com/office/drawing/2014/main" id="{8F6C5C90-704D-4697-97D0-BE15440230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5413" y="6045200"/>
            <a:ext cx="61912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7" name="Line 232">
            <a:extLst>
              <a:ext uri="{FF2B5EF4-FFF2-40B4-BE49-F238E27FC236}">
                <a16:creationId xmlns:a16="http://schemas.microsoft.com/office/drawing/2014/main" id="{AE43ED40-AD28-461B-8FB4-8BBAB727A5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37325" y="6022975"/>
            <a:ext cx="30163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8" name="Line 233">
            <a:extLst>
              <a:ext uri="{FF2B5EF4-FFF2-40B4-BE49-F238E27FC236}">
                <a16:creationId xmlns:a16="http://schemas.microsoft.com/office/drawing/2014/main" id="{74875575-91F9-46CF-AB93-4EBB06254E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7488" y="6013450"/>
            <a:ext cx="30162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09" name="Line 234">
            <a:extLst>
              <a:ext uri="{FF2B5EF4-FFF2-40B4-BE49-F238E27FC236}">
                <a16:creationId xmlns:a16="http://schemas.microsoft.com/office/drawing/2014/main" id="{F6950BA7-ECF5-40EC-A4D9-E2CEEC2C9CA5}"/>
              </a:ext>
            </a:extLst>
          </p:cNvPr>
          <p:cNvSpPr>
            <a:spLocks noChangeShapeType="1"/>
          </p:cNvSpPr>
          <p:nvPr/>
        </p:nvSpPr>
        <p:spPr bwMode="auto">
          <a:xfrm>
            <a:off x="6602413" y="6018213"/>
            <a:ext cx="30162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0" name="Line 235">
            <a:extLst>
              <a:ext uri="{FF2B5EF4-FFF2-40B4-BE49-F238E27FC236}">
                <a16:creationId xmlns:a16="http://schemas.microsoft.com/office/drawing/2014/main" id="{2CD85837-B47D-4BAB-97CA-0928F7C57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32575" y="6022975"/>
            <a:ext cx="30163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1" name="Line 236">
            <a:extLst>
              <a:ext uri="{FF2B5EF4-FFF2-40B4-BE49-F238E27FC236}">
                <a16:creationId xmlns:a16="http://schemas.microsoft.com/office/drawing/2014/main" id="{266933AE-CF9A-4542-9081-7CD7B3042F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662738" y="6045200"/>
            <a:ext cx="61912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2" name="Freeform 237">
            <a:extLst>
              <a:ext uri="{FF2B5EF4-FFF2-40B4-BE49-F238E27FC236}">
                <a16:creationId xmlns:a16="http://schemas.microsoft.com/office/drawing/2014/main" id="{70BD7FBE-B12C-4A15-9F23-9CF7534A1366}"/>
              </a:ext>
            </a:extLst>
          </p:cNvPr>
          <p:cNvSpPr>
            <a:spLocks/>
          </p:cNvSpPr>
          <p:nvPr/>
        </p:nvSpPr>
        <p:spPr bwMode="auto">
          <a:xfrm>
            <a:off x="6638925" y="6021388"/>
            <a:ext cx="87313" cy="82550"/>
          </a:xfrm>
          <a:custGeom>
            <a:avLst/>
            <a:gdLst>
              <a:gd name="T0" fmla="*/ 2147483646 w 55"/>
              <a:gd name="T1" fmla="*/ 0 h 52"/>
              <a:gd name="T2" fmla="*/ 2147483646 w 55"/>
              <a:gd name="T3" fmla="*/ 2147483646 h 52"/>
              <a:gd name="T4" fmla="*/ 0 w 55"/>
              <a:gd name="T5" fmla="*/ 2147483646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22" y="0"/>
                </a:moveTo>
                <a:lnTo>
                  <a:pt x="54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3" name="Freeform 238">
            <a:extLst>
              <a:ext uri="{FF2B5EF4-FFF2-40B4-BE49-F238E27FC236}">
                <a16:creationId xmlns:a16="http://schemas.microsoft.com/office/drawing/2014/main" id="{F657C839-C18B-4736-BA45-D35B3BF4711C}"/>
              </a:ext>
            </a:extLst>
          </p:cNvPr>
          <p:cNvSpPr>
            <a:spLocks/>
          </p:cNvSpPr>
          <p:nvPr/>
        </p:nvSpPr>
        <p:spPr bwMode="auto">
          <a:xfrm>
            <a:off x="7091363" y="6021388"/>
            <a:ext cx="87312" cy="82550"/>
          </a:xfrm>
          <a:custGeom>
            <a:avLst/>
            <a:gdLst>
              <a:gd name="T0" fmla="*/ 2147483646 w 55"/>
              <a:gd name="T1" fmla="*/ 2147483646 h 52"/>
              <a:gd name="T2" fmla="*/ 0 w 55"/>
              <a:gd name="T3" fmla="*/ 2147483646 h 52"/>
              <a:gd name="T4" fmla="*/ 2147483646 w 55"/>
              <a:gd name="T5" fmla="*/ 0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4" name="Line 239">
            <a:extLst>
              <a:ext uri="{FF2B5EF4-FFF2-40B4-BE49-F238E27FC236}">
                <a16:creationId xmlns:a16="http://schemas.microsoft.com/office/drawing/2014/main" id="{D162477E-29AB-4998-8315-E33579F990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91363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5" name="Line 240">
            <a:extLst>
              <a:ext uri="{FF2B5EF4-FFF2-40B4-BE49-F238E27FC236}">
                <a16:creationId xmlns:a16="http://schemas.microsoft.com/office/drawing/2014/main" id="{043EA23A-BD4A-4F30-A446-A01876F9D0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46925" y="6022975"/>
            <a:ext cx="30163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6" name="Line 241">
            <a:extLst>
              <a:ext uri="{FF2B5EF4-FFF2-40B4-BE49-F238E27FC236}">
                <a16:creationId xmlns:a16="http://schemas.microsoft.com/office/drawing/2014/main" id="{A2CC75DF-0E82-42B2-8D6F-A1FEE815C54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81850" y="6013450"/>
            <a:ext cx="317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7" name="Line 242">
            <a:extLst>
              <a:ext uri="{FF2B5EF4-FFF2-40B4-BE49-F238E27FC236}">
                <a16:creationId xmlns:a16="http://schemas.microsoft.com/office/drawing/2014/main" id="{8C2456F7-3727-4E15-AF5F-D6F5217D7579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600" y="6018213"/>
            <a:ext cx="30163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8" name="Line 243">
            <a:extLst>
              <a:ext uri="{FF2B5EF4-FFF2-40B4-BE49-F238E27FC236}">
                <a16:creationId xmlns:a16="http://schemas.microsoft.com/office/drawing/2014/main" id="{6BA648E0-BF68-41DC-8537-12FC32474F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3763" y="6022975"/>
            <a:ext cx="30162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19" name="Line 244">
            <a:extLst>
              <a:ext uri="{FF2B5EF4-FFF2-40B4-BE49-F238E27FC236}">
                <a16:creationId xmlns:a16="http://schemas.microsoft.com/office/drawing/2014/main" id="{5C351E95-ADAC-4ADF-81E6-164CA27978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3925" y="6045200"/>
            <a:ext cx="61913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0" name="Freeform 245">
            <a:extLst>
              <a:ext uri="{FF2B5EF4-FFF2-40B4-BE49-F238E27FC236}">
                <a16:creationId xmlns:a16="http://schemas.microsoft.com/office/drawing/2014/main" id="{E4B883E9-348D-4FDF-BFFF-F46260304D89}"/>
              </a:ext>
            </a:extLst>
          </p:cNvPr>
          <p:cNvSpPr>
            <a:spLocks/>
          </p:cNvSpPr>
          <p:nvPr/>
        </p:nvSpPr>
        <p:spPr bwMode="auto">
          <a:xfrm>
            <a:off x="7248525" y="6021388"/>
            <a:ext cx="88900" cy="82550"/>
          </a:xfrm>
          <a:custGeom>
            <a:avLst/>
            <a:gdLst>
              <a:gd name="T0" fmla="*/ 2147483646 w 56"/>
              <a:gd name="T1" fmla="*/ 0 h 52"/>
              <a:gd name="T2" fmla="*/ 2147483646 w 56"/>
              <a:gd name="T3" fmla="*/ 2147483646 h 52"/>
              <a:gd name="T4" fmla="*/ 0 w 56"/>
              <a:gd name="T5" fmla="*/ 2147483646 h 52"/>
              <a:gd name="T6" fmla="*/ 0 60000 65536"/>
              <a:gd name="T7" fmla="*/ 0 60000 65536"/>
              <a:gd name="T8" fmla="*/ 0 60000 65536"/>
              <a:gd name="T9" fmla="*/ 0 w 56"/>
              <a:gd name="T10" fmla="*/ 0 h 52"/>
              <a:gd name="T11" fmla="*/ 56 w 56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1" name="Freeform 246">
            <a:extLst>
              <a:ext uri="{FF2B5EF4-FFF2-40B4-BE49-F238E27FC236}">
                <a16:creationId xmlns:a16="http://schemas.microsoft.com/office/drawing/2014/main" id="{D57A69A2-4174-4785-B5D5-BE93D60FE883}"/>
              </a:ext>
            </a:extLst>
          </p:cNvPr>
          <p:cNvSpPr>
            <a:spLocks/>
          </p:cNvSpPr>
          <p:nvPr/>
        </p:nvSpPr>
        <p:spPr bwMode="auto">
          <a:xfrm>
            <a:off x="7764463" y="6021388"/>
            <a:ext cx="85725" cy="82550"/>
          </a:xfrm>
          <a:custGeom>
            <a:avLst/>
            <a:gdLst>
              <a:gd name="T0" fmla="*/ 2147483646 w 54"/>
              <a:gd name="T1" fmla="*/ 2147483646 h 52"/>
              <a:gd name="T2" fmla="*/ 0 w 54"/>
              <a:gd name="T3" fmla="*/ 2147483646 h 52"/>
              <a:gd name="T4" fmla="*/ 2147483646 w 54"/>
              <a:gd name="T5" fmla="*/ 0 h 52"/>
              <a:gd name="T6" fmla="*/ 0 60000 65536"/>
              <a:gd name="T7" fmla="*/ 0 60000 65536"/>
              <a:gd name="T8" fmla="*/ 0 60000 65536"/>
              <a:gd name="T9" fmla="*/ 0 w 54"/>
              <a:gd name="T10" fmla="*/ 0 h 52"/>
              <a:gd name="T11" fmla="*/ 54 w 54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" h="52">
                <a:moveTo>
                  <a:pt x="53" y="21"/>
                </a:moveTo>
                <a:lnTo>
                  <a:pt x="0" y="51"/>
                </a:lnTo>
                <a:lnTo>
                  <a:pt x="31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2" name="Line 247">
            <a:extLst>
              <a:ext uri="{FF2B5EF4-FFF2-40B4-BE49-F238E27FC236}">
                <a16:creationId xmlns:a16="http://schemas.microsoft.com/office/drawing/2014/main" id="{E7A867D8-34F3-4FAB-8FBD-E71F3869A3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64463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3" name="Line 248">
            <a:extLst>
              <a:ext uri="{FF2B5EF4-FFF2-40B4-BE49-F238E27FC236}">
                <a16:creationId xmlns:a16="http://schemas.microsoft.com/office/drawing/2014/main" id="{63234EEC-EFBE-4AD4-8020-29F9BBE1A6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20025" y="6022975"/>
            <a:ext cx="30163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4" name="Line 249">
            <a:extLst>
              <a:ext uri="{FF2B5EF4-FFF2-40B4-BE49-F238E27FC236}">
                <a16:creationId xmlns:a16="http://schemas.microsoft.com/office/drawing/2014/main" id="{066B0F95-DB14-44B6-B03E-4A53674692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54950" y="6013450"/>
            <a:ext cx="317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5" name="Line 250">
            <a:extLst>
              <a:ext uri="{FF2B5EF4-FFF2-40B4-BE49-F238E27FC236}">
                <a16:creationId xmlns:a16="http://schemas.microsoft.com/office/drawing/2014/main" id="{284BCE42-1E07-498F-B27E-7ABBE1C129F8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6700" y="6018213"/>
            <a:ext cx="28575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6" name="Line 251">
            <a:extLst>
              <a:ext uri="{FF2B5EF4-FFF2-40B4-BE49-F238E27FC236}">
                <a16:creationId xmlns:a16="http://schemas.microsoft.com/office/drawing/2014/main" id="{AD9C551E-F6CE-477E-B861-60550D6960A1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5275" y="6022975"/>
            <a:ext cx="31750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7" name="Line 252">
            <a:extLst>
              <a:ext uri="{FF2B5EF4-FFF2-40B4-BE49-F238E27FC236}">
                <a16:creationId xmlns:a16="http://schemas.microsoft.com/office/drawing/2014/main" id="{4EF720B5-22F1-41EE-B658-B823B5310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47025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8" name="Freeform 253">
            <a:extLst>
              <a:ext uri="{FF2B5EF4-FFF2-40B4-BE49-F238E27FC236}">
                <a16:creationId xmlns:a16="http://schemas.microsoft.com/office/drawing/2014/main" id="{0FEBE2A5-1F4D-422E-9D98-D6DD32AF77BC}"/>
              </a:ext>
            </a:extLst>
          </p:cNvPr>
          <p:cNvSpPr>
            <a:spLocks/>
          </p:cNvSpPr>
          <p:nvPr/>
        </p:nvSpPr>
        <p:spPr bwMode="auto">
          <a:xfrm>
            <a:off x="7920038" y="6021388"/>
            <a:ext cx="88900" cy="82550"/>
          </a:xfrm>
          <a:custGeom>
            <a:avLst/>
            <a:gdLst>
              <a:gd name="T0" fmla="*/ 2147483646 w 56"/>
              <a:gd name="T1" fmla="*/ 0 h 52"/>
              <a:gd name="T2" fmla="*/ 2147483646 w 56"/>
              <a:gd name="T3" fmla="*/ 2147483646 h 52"/>
              <a:gd name="T4" fmla="*/ 0 w 56"/>
              <a:gd name="T5" fmla="*/ 2147483646 h 52"/>
              <a:gd name="T6" fmla="*/ 0 60000 65536"/>
              <a:gd name="T7" fmla="*/ 0 60000 65536"/>
              <a:gd name="T8" fmla="*/ 0 60000 65536"/>
              <a:gd name="T9" fmla="*/ 0 w 56"/>
              <a:gd name="T10" fmla="*/ 0 h 52"/>
              <a:gd name="T11" fmla="*/ 56 w 56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29" name="Freeform 254">
            <a:extLst>
              <a:ext uri="{FF2B5EF4-FFF2-40B4-BE49-F238E27FC236}">
                <a16:creationId xmlns:a16="http://schemas.microsoft.com/office/drawing/2014/main" id="{5327761F-CB2C-44B2-9F0D-270D53E12848}"/>
              </a:ext>
            </a:extLst>
          </p:cNvPr>
          <p:cNvSpPr>
            <a:spLocks/>
          </p:cNvSpPr>
          <p:nvPr/>
        </p:nvSpPr>
        <p:spPr bwMode="auto">
          <a:xfrm>
            <a:off x="9045575" y="6021388"/>
            <a:ext cx="88900" cy="82550"/>
          </a:xfrm>
          <a:custGeom>
            <a:avLst/>
            <a:gdLst>
              <a:gd name="T0" fmla="*/ 2147483646 w 56"/>
              <a:gd name="T1" fmla="*/ 2147483646 h 52"/>
              <a:gd name="T2" fmla="*/ 0 w 56"/>
              <a:gd name="T3" fmla="*/ 2147483646 h 52"/>
              <a:gd name="T4" fmla="*/ 2147483646 w 56"/>
              <a:gd name="T5" fmla="*/ 0 h 52"/>
              <a:gd name="T6" fmla="*/ 0 60000 65536"/>
              <a:gd name="T7" fmla="*/ 0 60000 65536"/>
              <a:gd name="T8" fmla="*/ 0 60000 65536"/>
              <a:gd name="T9" fmla="*/ 0 w 56"/>
              <a:gd name="T10" fmla="*/ 0 h 52"/>
              <a:gd name="T11" fmla="*/ 56 w 56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52">
                <a:moveTo>
                  <a:pt x="55" y="21"/>
                </a:moveTo>
                <a:lnTo>
                  <a:pt x="0" y="51"/>
                </a:lnTo>
                <a:lnTo>
                  <a:pt x="33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0" name="Line 255">
            <a:extLst>
              <a:ext uri="{FF2B5EF4-FFF2-40B4-BE49-F238E27FC236}">
                <a16:creationId xmlns:a16="http://schemas.microsoft.com/office/drawing/2014/main" id="{0146B242-051C-4388-A848-6B80DCAA97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040813" y="6045200"/>
            <a:ext cx="61912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1" name="Line 256">
            <a:extLst>
              <a:ext uri="{FF2B5EF4-FFF2-40B4-BE49-F238E27FC236}">
                <a16:creationId xmlns:a16="http://schemas.microsoft.com/office/drawing/2014/main" id="{E5CA21C8-E133-41C0-BC95-E61B3F4892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07488" y="6022975"/>
            <a:ext cx="28575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2" name="Line 257">
            <a:extLst>
              <a:ext uri="{FF2B5EF4-FFF2-40B4-BE49-F238E27FC236}">
                <a16:creationId xmlns:a16="http://schemas.microsoft.com/office/drawing/2014/main" id="{1DD70C59-DDD0-4D8F-82D7-5AC51222BB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36063" y="6013450"/>
            <a:ext cx="31750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3" name="Line 258">
            <a:extLst>
              <a:ext uri="{FF2B5EF4-FFF2-40B4-BE49-F238E27FC236}">
                <a16:creationId xmlns:a16="http://schemas.microsoft.com/office/drawing/2014/main" id="{F936EFDD-9D9D-4651-B67E-6FD03676B263}"/>
              </a:ext>
            </a:extLst>
          </p:cNvPr>
          <p:cNvSpPr>
            <a:spLocks noChangeShapeType="1"/>
          </p:cNvSpPr>
          <p:nvPr/>
        </p:nvSpPr>
        <p:spPr bwMode="auto">
          <a:xfrm>
            <a:off x="9167813" y="6018213"/>
            <a:ext cx="31750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4" name="Line 259">
            <a:extLst>
              <a:ext uri="{FF2B5EF4-FFF2-40B4-BE49-F238E27FC236}">
                <a16:creationId xmlns:a16="http://schemas.microsoft.com/office/drawing/2014/main" id="{A9A8468B-4542-4A49-B17D-0007DD9D7606}"/>
              </a:ext>
            </a:extLst>
          </p:cNvPr>
          <p:cNvSpPr>
            <a:spLocks noChangeShapeType="1"/>
          </p:cNvSpPr>
          <p:nvPr/>
        </p:nvSpPr>
        <p:spPr bwMode="auto">
          <a:xfrm>
            <a:off x="9199563" y="6022975"/>
            <a:ext cx="30162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5" name="Line 260">
            <a:extLst>
              <a:ext uri="{FF2B5EF4-FFF2-40B4-BE49-F238E27FC236}">
                <a16:creationId xmlns:a16="http://schemas.microsoft.com/office/drawing/2014/main" id="{71918255-27F9-4606-B6E7-84F028E49E88}"/>
              </a:ext>
            </a:extLst>
          </p:cNvPr>
          <p:cNvSpPr>
            <a:spLocks noChangeShapeType="1"/>
          </p:cNvSpPr>
          <p:nvPr/>
        </p:nvSpPr>
        <p:spPr bwMode="auto">
          <a:xfrm>
            <a:off x="9229725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6" name="Freeform 261">
            <a:extLst>
              <a:ext uri="{FF2B5EF4-FFF2-40B4-BE49-F238E27FC236}">
                <a16:creationId xmlns:a16="http://schemas.microsoft.com/office/drawing/2014/main" id="{B617BE2E-284D-4981-9C1F-0DAFCD092434}"/>
              </a:ext>
            </a:extLst>
          </p:cNvPr>
          <p:cNvSpPr>
            <a:spLocks/>
          </p:cNvSpPr>
          <p:nvPr/>
        </p:nvSpPr>
        <p:spPr bwMode="auto">
          <a:xfrm>
            <a:off x="9204325" y="6021388"/>
            <a:ext cx="87313" cy="82550"/>
          </a:xfrm>
          <a:custGeom>
            <a:avLst/>
            <a:gdLst>
              <a:gd name="T0" fmla="*/ 2147483646 w 55"/>
              <a:gd name="T1" fmla="*/ 0 h 52"/>
              <a:gd name="T2" fmla="*/ 2147483646 w 55"/>
              <a:gd name="T3" fmla="*/ 2147483646 h 52"/>
              <a:gd name="T4" fmla="*/ 0 w 55"/>
              <a:gd name="T5" fmla="*/ 2147483646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22" y="0"/>
                </a:moveTo>
                <a:lnTo>
                  <a:pt x="54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7" name="Freeform 262">
            <a:extLst>
              <a:ext uri="{FF2B5EF4-FFF2-40B4-BE49-F238E27FC236}">
                <a16:creationId xmlns:a16="http://schemas.microsoft.com/office/drawing/2014/main" id="{347910AC-A1A1-40FC-A59C-F5A690C6DCC0}"/>
              </a:ext>
            </a:extLst>
          </p:cNvPr>
          <p:cNvSpPr>
            <a:spLocks/>
          </p:cNvSpPr>
          <p:nvPr/>
        </p:nvSpPr>
        <p:spPr bwMode="auto">
          <a:xfrm>
            <a:off x="9717088" y="6021388"/>
            <a:ext cx="88900" cy="82550"/>
          </a:xfrm>
          <a:custGeom>
            <a:avLst/>
            <a:gdLst>
              <a:gd name="T0" fmla="*/ 2147483646 w 56"/>
              <a:gd name="T1" fmla="*/ 2147483646 h 52"/>
              <a:gd name="T2" fmla="*/ 0 w 56"/>
              <a:gd name="T3" fmla="*/ 2147483646 h 52"/>
              <a:gd name="T4" fmla="*/ 2147483646 w 56"/>
              <a:gd name="T5" fmla="*/ 0 h 52"/>
              <a:gd name="T6" fmla="*/ 0 60000 65536"/>
              <a:gd name="T7" fmla="*/ 0 60000 65536"/>
              <a:gd name="T8" fmla="*/ 0 60000 65536"/>
              <a:gd name="T9" fmla="*/ 0 w 56"/>
              <a:gd name="T10" fmla="*/ 0 h 52"/>
              <a:gd name="T11" fmla="*/ 56 w 56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52">
                <a:moveTo>
                  <a:pt x="55" y="21"/>
                </a:moveTo>
                <a:lnTo>
                  <a:pt x="0" y="51"/>
                </a:lnTo>
                <a:lnTo>
                  <a:pt x="34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8" name="Line 263">
            <a:extLst>
              <a:ext uri="{FF2B5EF4-FFF2-40B4-BE49-F238E27FC236}">
                <a16:creationId xmlns:a16="http://schemas.microsoft.com/office/drawing/2014/main" id="{2E206185-8FFE-4D38-B57C-7992D5B37C4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17088" y="6045200"/>
            <a:ext cx="60325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39" name="Line 264">
            <a:extLst>
              <a:ext uri="{FF2B5EF4-FFF2-40B4-BE49-F238E27FC236}">
                <a16:creationId xmlns:a16="http://schemas.microsoft.com/office/drawing/2014/main" id="{D61DEB54-53BB-4715-8DA9-18B3DE26880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72650" y="6022975"/>
            <a:ext cx="33338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0" name="Line 265">
            <a:extLst>
              <a:ext uri="{FF2B5EF4-FFF2-40B4-BE49-F238E27FC236}">
                <a16:creationId xmlns:a16="http://schemas.microsoft.com/office/drawing/2014/main" id="{3EF3367A-A514-4E6B-A354-DC97280B41C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805988" y="6013450"/>
            <a:ext cx="30162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1" name="Line 266">
            <a:extLst>
              <a:ext uri="{FF2B5EF4-FFF2-40B4-BE49-F238E27FC236}">
                <a16:creationId xmlns:a16="http://schemas.microsoft.com/office/drawing/2014/main" id="{FC066DBD-3399-45AE-A907-83BDF75D0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40913" y="6018213"/>
            <a:ext cx="28575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2" name="Line 267">
            <a:extLst>
              <a:ext uri="{FF2B5EF4-FFF2-40B4-BE49-F238E27FC236}">
                <a16:creationId xmlns:a16="http://schemas.microsoft.com/office/drawing/2014/main" id="{70A77FF7-F598-4A80-8C81-DE1F28211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69488" y="6022975"/>
            <a:ext cx="30162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3" name="Line 268">
            <a:extLst>
              <a:ext uri="{FF2B5EF4-FFF2-40B4-BE49-F238E27FC236}">
                <a16:creationId xmlns:a16="http://schemas.microsoft.com/office/drawing/2014/main" id="{6F14F7B2-4B66-4292-AE57-28B30FEB4F6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9650" y="6045200"/>
            <a:ext cx="63500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4" name="Freeform 269">
            <a:extLst>
              <a:ext uri="{FF2B5EF4-FFF2-40B4-BE49-F238E27FC236}">
                <a16:creationId xmlns:a16="http://schemas.microsoft.com/office/drawing/2014/main" id="{272A8CDB-1660-44EF-A541-720CF9191BB8}"/>
              </a:ext>
            </a:extLst>
          </p:cNvPr>
          <p:cNvSpPr>
            <a:spLocks/>
          </p:cNvSpPr>
          <p:nvPr/>
        </p:nvSpPr>
        <p:spPr bwMode="auto">
          <a:xfrm>
            <a:off x="9875838" y="6021388"/>
            <a:ext cx="88900" cy="82550"/>
          </a:xfrm>
          <a:custGeom>
            <a:avLst/>
            <a:gdLst>
              <a:gd name="T0" fmla="*/ 2147483646 w 56"/>
              <a:gd name="T1" fmla="*/ 0 h 52"/>
              <a:gd name="T2" fmla="*/ 2147483646 w 56"/>
              <a:gd name="T3" fmla="*/ 2147483646 h 52"/>
              <a:gd name="T4" fmla="*/ 0 w 56"/>
              <a:gd name="T5" fmla="*/ 2147483646 h 52"/>
              <a:gd name="T6" fmla="*/ 0 60000 65536"/>
              <a:gd name="T7" fmla="*/ 0 60000 65536"/>
              <a:gd name="T8" fmla="*/ 0 60000 65536"/>
              <a:gd name="T9" fmla="*/ 0 w 56"/>
              <a:gd name="T10" fmla="*/ 0 h 52"/>
              <a:gd name="T11" fmla="*/ 56 w 56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5" name="Freeform 270">
            <a:extLst>
              <a:ext uri="{FF2B5EF4-FFF2-40B4-BE49-F238E27FC236}">
                <a16:creationId xmlns:a16="http://schemas.microsoft.com/office/drawing/2014/main" id="{97EAC432-3C2D-4CD6-956D-EF56B83E9A88}"/>
              </a:ext>
            </a:extLst>
          </p:cNvPr>
          <p:cNvSpPr>
            <a:spLocks/>
          </p:cNvSpPr>
          <p:nvPr/>
        </p:nvSpPr>
        <p:spPr bwMode="auto">
          <a:xfrm>
            <a:off x="8374063" y="6021388"/>
            <a:ext cx="87312" cy="82550"/>
          </a:xfrm>
          <a:custGeom>
            <a:avLst/>
            <a:gdLst>
              <a:gd name="T0" fmla="*/ 2147483646 w 55"/>
              <a:gd name="T1" fmla="*/ 2147483646 h 52"/>
              <a:gd name="T2" fmla="*/ 0 w 55"/>
              <a:gd name="T3" fmla="*/ 2147483646 h 52"/>
              <a:gd name="T4" fmla="*/ 2147483646 w 55"/>
              <a:gd name="T5" fmla="*/ 0 h 52"/>
              <a:gd name="T6" fmla="*/ 0 60000 65536"/>
              <a:gd name="T7" fmla="*/ 0 60000 65536"/>
              <a:gd name="T8" fmla="*/ 0 60000 65536"/>
              <a:gd name="T9" fmla="*/ 0 w 55"/>
              <a:gd name="T10" fmla="*/ 0 h 52"/>
              <a:gd name="T11" fmla="*/ 55 w 55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" h="52">
                <a:moveTo>
                  <a:pt x="54" y="21"/>
                </a:moveTo>
                <a:lnTo>
                  <a:pt x="0" y="51"/>
                </a:lnTo>
                <a:lnTo>
                  <a:pt x="32" y="0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6" name="Line 271">
            <a:extLst>
              <a:ext uri="{FF2B5EF4-FFF2-40B4-BE49-F238E27FC236}">
                <a16:creationId xmlns:a16="http://schemas.microsoft.com/office/drawing/2014/main" id="{0FAFC1BF-F6DE-4243-9C2C-A10E4253B8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69300" y="6045200"/>
            <a:ext cx="61913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7" name="Line 272">
            <a:extLst>
              <a:ext uri="{FF2B5EF4-FFF2-40B4-BE49-F238E27FC236}">
                <a16:creationId xmlns:a16="http://schemas.microsoft.com/office/drawing/2014/main" id="{4B38707D-F8EE-4C9D-A888-9A6CAB21EE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31213" y="6022975"/>
            <a:ext cx="30162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8" name="Line 273">
            <a:extLst>
              <a:ext uri="{FF2B5EF4-FFF2-40B4-BE49-F238E27FC236}">
                <a16:creationId xmlns:a16="http://schemas.microsoft.com/office/drawing/2014/main" id="{7CBFC90E-4DCF-4010-8441-21C9D99C33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61375" y="6013450"/>
            <a:ext cx="30163" cy="47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49" name="Line 274">
            <a:extLst>
              <a:ext uri="{FF2B5EF4-FFF2-40B4-BE49-F238E27FC236}">
                <a16:creationId xmlns:a16="http://schemas.microsoft.com/office/drawing/2014/main" id="{DE9FEA12-BB63-4BF8-B7C9-C798A506A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8496300" y="6018213"/>
            <a:ext cx="30163" cy="47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50" name="Line 275">
            <a:extLst>
              <a:ext uri="{FF2B5EF4-FFF2-40B4-BE49-F238E27FC236}">
                <a16:creationId xmlns:a16="http://schemas.microsoft.com/office/drawing/2014/main" id="{F173AC35-BDFE-4839-BC23-0A8B2A23F84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26463" y="6022975"/>
            <a:ext cx="31750" cy="22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51" name="Line 276">
            <a:extLst>
              <a:ext uri="{FF2B5EF4-FFF2-40B4-BE49-F238E27FC236}">
                <a16:creationId xmlns:a16="http://schemas.microsoft.com/office/drawing/2014/main" id="{0711CF97-71BD-4825-AB1E-02B87B326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558213" y="6045200"/>
            <a:ext cx="61912" cy="571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52" name="Freeform 277">
            <a:extLst>
              <a:ext uri="{FF2B5EF4-FFF2-40B4-BE49-F238E27FC236}">
                <a16:creationId xmlns:a16="http://schemas.microsoft.com/office/drawing/2014/main" id="{62B35F7F-903A-44FC-9236-5AF21FD4AF98}"/>
              </a:ext>
            </a:extLst>
          </p:cNvPr>
          <p:cNvSpPr>
            <a:spLocks/>
          </p:cNvSpPr>
          <p:nvPr/>
        </p:nvSpPr>
        <p:spPr bwMode="auto">
          <a:xfrm>
            <a:off x="8532813" y="6021388"/>
            <a:ext cx="88900" cy="82550"/>
          </a:xfrm>
          <a:custGeom>
            <a:avLst/>
            <a:gdLst>
              <a:gd name="T0" fmla="*/ 2147483646 w 56"/>
              <a:gd name="T1" fmla="*/ 0 h 52"/>
              <a:gd name="T2" fmla="*/ 2147483646 w 56"/>
              <a:gd name="T3" fmla="*/ 2147483646 h 52"/>
              <a:gd name="T4" fmla="*/ 0 w 56"/>
              <a:gd name="T5" fmla="*/ 2147483646 h 52"/>
              <a:gd name="T6" fmla="*/ 0 60000 65536"/>
              <a:gd name="T7" fmla="*/ 0 60000 65536"/>
              <a:gd name="T8" fmla="*/ 0 60000 65536"/>
              <a:gd name="T9" fmla="*/ 0 w 56"/>
              <a:gd name="T10" fmla="*/ 0 h 52"/>
              <a:gd name="T11" fmla="*/ 56 w 56"/>
              <a:gd name="T12" fmla="*/ 52 h 5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" h="52">
                <a:moveTo>
                  <a:pt x="22" y="0"/>
                </a:moveTo>
                <a:lnTo>
                  <a:pt x="55" y="51"/>
                </a:lnTo>
                <a:lnTo>
                  <a:pt x="0" y="21"/>
                </a:lnTo>
              </a:path>
            </a:pathLst>
          </a:custGeom>
          <a:noFill/>
          <a:ln w="19050" cap="rnd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53" name="Rectangle 278">
            <a:extLst>
              <a:ext uri="{FF2B5EF4-FFF2-40B4-BE49-F238E27FC236}">
                <a16:creationId xmlns:a16="http://schemas.microsoft.com/office/drawing/2014/main" id="{3F81B51E-CEC9-4EF5-8D9D-023E53D32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6076950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3*</a:t>
            </a:r>
          </a:p>
        </p:txBody>
      </p:sp>
      <p:sp>
        <p:nvSpPr>
          <p:cNvPr id="50454" name="Rectangle 279">
            <a:extLst>
              <a:ext uri="{FF2B5EF4-FFF2-40B4-BE49-F238E27FC236}">
                <a16:creationId xmlns:a16="http://schemas.microsoft.com/office/drawing/2014/main" id="{3C9A70BE-6EC6-44EC-9463-2F9CAC333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125" y="6088063"/>
            <a:ext cx="339725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4*</a:t>
            </a:r>
          </a:p>
        </p:txBody>
      </p:sp>
      <p:sp>
        <p:nvSpPr>
          <p:cNvPr id="50455" name="Rectangle 280">
            <a:extLst>
              <a:ext uri="{FF2B5EF4-FFF2-40B4-BE49-F238E27FC236}">
                <a16:creationId xmlns:a16="http://schemas.microsoft.com/office/drawing/2014/main" id="{17FF3B04-1134-4B83-BBE8-312922075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538" y="6076950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6*</a:t>
            </a:r>
          </a:p>
        </p:txBody>
      </p:sp>
      <p:sp>
        <p:nvSpPr>
          <p:cNvPr id="50456" name="Rectangle 281">
            <a:extLst>
              <a:ext uri="{FF2B5EF4-FFF2-40B4-BE49-F238E27FC236}">
                <a16:creationId xmlns:a16="http://schemas.microsoft.com/office/drawing/2014/main" id="{30BA6EF5-D782-4C96-BA7E-28AB9BB01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413" y="6076950"/>
            <a:ext cx="3397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9*</a:t>
            </a:r>
          </a:p>
        </p:txBody>
      </p:sp>
      <p:sp>
        <p:nvSpPr>
          <p:cNvPr id="50457" name="Rectangle 282">
            <a:extLst>
              <a:ext uri="{FF2B5EF4-FFF2-40B4-BE49-F238E27FC236}">
                <a16:creationId xmlns:a16="http://schemas.microsoft.com/office/drawing/2014/main" id="{C0F5699B-E84C-4B37-BA7D-21C6CC3981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963" y="607695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10*</a:t>
            </a:r>
          </a:p>
        </p:txBody>
      </p:sp>
      <p:sp>
        <p:nvSpPr>
          <p:cNvPr id="50458" name="Rectangle 283">
            <a:extLst>
              <a:ext uri="{FF2B5EF4-FFF2-40B4-BE49-F238E27FC236}">
                <a16:creationId xmlns:a16="http://schemas.microsoft.com/office/drawing/2014/main" id="{1C894B62-7E26-42F3-97C9-27DDB59F4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425" y="6076950"/>
            <a:ext cx="428625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11*</a:t>
            </a:r>
          </a:p>
        </p:txBody>
      </p:sp>
      <p:sp>
        <p:nvSpPr>
          <p:cNvPr id="50459" name="Rectangle 284">
            <a:extLst>
              <a:ext uri="{FF2B5EF4-FFF2-40B4-BE49-F238E27FC236}">
                <a16:creationId xmlns:a16="http://schemas.microsoft.com/office/drawing/2014/main" id="{5D7C5807-A269-40EC-B57D-ED30D146C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8838" y="607695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12*</a:t>
            </a:r>
          </a:p>
        </p:txBody>
      </p:sp>
      <p:sp>
        <p:nvSpPr>
          <p:cNvPr id="50460" name="Rectangle 285">
            <a:extLst>
              <a:ext uri="{FF2B5EF4-FFF2-40B4-BE49-F238E27FC236}">
                <a16:creationId xmlns:a16="http://schemas.microsoft.com/office/drawing/2014/main" id="{6C61C5D5-2426-4AE8-9843-937457B52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7125" y="607695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13*</a:t>
            </a:r>
          </a:p>
        </p:txBody>
      </p:sp>
      <p:sp>
        <p:nvSpPr>
          <p:cNvPr id="50461" name="Rectangle 286">
            <a:extLst>
              <a:ext uri="{FF2B5EF4-FFF2-40B4-BE49-F238E27FC236}">
                <a16:creationId xmlns:a16="http://schemas.microsoft.com/office/drawing/2014/main" id="{80752E76-204B-4790-84D6-8CCFCCEC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6538" y="6088063"/>
            <a:ext cx="433387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20*</a:t>
            </a:r>
          </a:p>
        </p:txBody>
      </p:sp>
      <p:sp>
        <p:nvSpPr>
          <p:cNvPr id="50462" name="Rectangle 287">
            <a:extLst>
              <a:ext uri="{FF2B5EF4-FFF2-40B4-BE49-F238E27FC236}">
                <a16:creationId xmlns:a16="http://schemas.microsoft.com/office/drawing/2014/main" id="{976DDEEB-4C61-4740-99E7-D69E77B03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5300" y="6088063"/>
            <a:ext cx="43338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22*</a:t>
            </a:r>
          </a:p>
        </p:txBody>
      </p:sp>
      <p:sp>
        <p:nvSpPr>
          <p:cNvPr id="50463" name="Rectangle 288">
            <a:extLst>
              <a:ext uri="{FF2B5EF4-FFF2-40B4-BE49-F238E27FC236}">
                <a16:creationId xmlns:a16="http://schemas.microsoft.com/office/drawing/2014/main" id="{475B20D2-7C82-4B24-AEBB-5D512C5CF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713" y="607695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23*</a:t>
            </a:r>
          </a:p>
        </p:txBody>
      </p:sp>
      <p:sp>
        <p:nvSpPr>
          <p:cNvPr id="50464" name="Rectangle 289">
            <a:extLst>
              <a:ext uri="{FF2B5EF4-FFF2-40B4-BE49-F238E27FC236}">
                <a16:creationId xmlns:a16="http://schemas.microsoft.com/office/drawing/2014/main" id="{9FDC0406-CAFC-43A0-9F55-C4E2F6AD34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5700" y="607695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31*</a:t>
            </a:r>
          </a:p>
        </p:txBody>
      </p:sp>
      <p:sp>
        <p:nvSpPr>
          <p:cNvPr id="50465" name="Rectangle 290">
            <a:extLst>
              <a:ext uri="{FF2B5EF4-FFF2-40B4-BE49-F238E27FC236}">
                <a16:creationId xmlns:a16="http://schemas.microsoft.com/office/drawing/2014/main" id="{4CE5EE90-378C-4A00-AED2-216EE4967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6088063"/>
            <a:ext cx="433388" cy="29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35*</a:t>
            </a:r>
          </a:p>
        </p:txBody>
      </p:sp>
      <p:sp>
        <p:nvSpPr>
          <p:cNvPr id="50466" name="Rectangle 291">
            <a:extLst>
              <a:ext uri="{FF2B5EF4-FFF2-40B4-BE49-F238E27FC236}">
                <a16:creationId xmlns:a16="http://schemas.microsoft.com/office/drawing/2014/main" id="{F38B0786-2A6A-4CCA-8A1D-01EFDD789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2763" y="607695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36*</a:t>
            </a:r>
          </a:p>
        </p:txBody>
      </p:sp>
      <p:sp>
        <p:nvSpPr>
          <p:cNvPr id="50467" name="Rectangle 292">
            <a:extLst>
              <a:ext uri="{FF2B5EF4-FFF2-40B4-BE49-F238E27FC236}">
                <a16:creationId xmlns:a16="http://schemas.microsoft.com/office/drawing/2014/main" id="{B84B1EA2-D56E-4FF7-A72F-165216366E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1700" y="607695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38*</a:t>
            </a:r>
          </a:p>
        </p:txBody>
      </p:sp>
      <p:sp>
        <p:nvSpPr>
          <p:cNvPr id="50468" name="Rectangle 293">
            <a:extLst>
              <a:ext uri="{FF2B5EF4-FFF2-40B4-BE49-F238E27FC236}">
                <a16:creationId xmlns:a16="http://schemas.microsoft.com/office/drawing/2014/main" id="{4853A80F-69D8-4A8A-A409-1A7BCEB71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2050" y="6076950"/>
            <a:ext cx="433388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41*</a:t>
            </a:r>
          </a:p>
        </p:txBody>
      </p:sp>
      <p:sp>
        <p:nvSpPr>
          <p:cNvPr id="50469" name="Rectangle 294">
            <a:extLst>
              <a:ext uri="{FF2B5EF4-FFF2-40B4-BE49-F238E27FC236}">
                <a16:creationId xmlns:a16="http://schemas.microsoft.com/office/drawing/2014/main" id="{1BBE583B-885D-4E59-AA8C-E819DDAF5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09238" y="6076950"/>
            <a:ext cx="433387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44*</a:t>
            </a:r>
          </a:p>
        </p:txBody>
      </p:sp>
      <p:sp>
        <p:nvSpPr>
          <p:cNvPr id="50470" name="Rectangle 295">
            <a:extLst>
              <a:ext uri="{FF2B5EF4-FFF2-40B4-BE49-F238E27FC236}">
                <a16:creationId xmlns:a16="http://schemas.microsoft.com/office/drawing/2014/main" id="{4F1D300E-6CE9-41BD-A46E-4F15FB78B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6625" y="5257800"/>
            <a:ext cx="276225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6</a:t>
            </a:r>
          </a:p>
        </p:txBody>
      </p:sp>
      <p:sp>
        <p:nvSpPr>
          <p:cNvPr id="50471" name="Rectangle 296">
            <a:extLst>
              <a:ext uri="{FF2B5EF4-FFF2-40B4-BE49-F238E27FC236}">
                <a16:creationId xmlns:a16="http://schemas.microsoft.com/office/drawing/2014/main" id="{F93B5683-C460-4937-8B17-108C42043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6013" y="3679825"/>
            <a:ext cx="9779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R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d</a:t>
            </a:r>
            <a:r>
              <a:rPr lang="ro-RO" altLang="en-US" sz="1400" b="1">
                <a:latin typeface="Arial" panose="020B0604020202020204" pitchFamily="34" charset="0"/>
              </a:rPr>
              <a:t>ă</a:t>
            </a:r>
            <a:r>
              <a:rPr lang="en-US" altLang="en-US" sz="1400" b="1">
                <a:latin typeface="Arial" panose="020B0604020202020204" pitchFamily="34" charset="0"/>
              </a:rPr>
              <a:t>cina</a:t>
            </a:r>
          </a:p>
        </p:txBody>
      </p:sp>
      <p:sp>
        <p:nvSpPr>
          <p:cNvPr id="50472" name="Rectangle 297">
            <a:extLst>
              <a:ext uri="{FF2B5EF4-FFF2-40B4-BE49-F238E27FC236}">
                <a16:creationId xmlns:a16="http://schemas.microsoft.com/office/drawing/2014/main" id="{FD12168E-FFDA-4726-97B3-317904927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0875" y="45212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50473" name="Rectangle 298">
            <a:extLst>
              <a:ext uri="{FF2B5EF4-FFF2-40B4-BE49-F238E27FC236}">
                <a16:creationId xmlns:a16="http://schemas.microsoft.com/office/drawing/2014/main" id="{A0F3ABDC-31DE-4CBA-87F6-178064363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2163" y="526732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50474" name="Rectangle 299">
            <a:extLst>
              <a:ext uri="{FF2B5EF4-FFF2-40B4-BE49-F238E27FC236}">
                <a16:creationId xmlns:a16="http://schemas.microsoft.com/office/drawing/2014/main" id="{00696910-AEF4-4218-9D24-9399B648DA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1200" y="5257800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23</a:t>
            </a:r>
          </a:p>
        </p:txBody>
      </p:sp>
      <p:sp>
        <p:nvSpPr>
          <p:cNvPr id="50475" name="Rectangle 300">
            <a:extLst>
              <a:ext uri="{FF2B5EF4-FFF2-40B4-BE49-F238E27FC236}">
                <a16:creationId xmlns:a16="http://schemas.microsoft.com/office/drawing/2014/main" id="{AA1CD54C-9767-4678-9E83-4861AB9C9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0" y="387667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20</a:t>
            </a:r>
          </a:p>
        </p:txBody>
      </p:sp>
      <p:sp>
        <p:nvSpPr>
          <p:cNvPr id="50476" name="Rectangle 301">
            <a:extLst>
              <a:ext uri="{FF2B5EF4-FFF2-40B4-BE49-F238E27FC236}">
                <a16:creationId xmlns:a16="http://schemas.microsoft.com/office/drawing/2014/main" id="{944E589D-E66F-4D95-AEED-13AAC86AC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9163" y="453072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35</a:t>
            </a:r>
          </a:p>
        </p:txBody>
      </p:sp>
      <p:sp>
        <p:nvSpPr>
          <p:cNvPr id="50477" name="Rectangle 302">
            <a:extLst>
              <a:ext uri="{FF2B5EF4-FFF2-40B4-BE49-F238E27FC236}">
                <a16:creationId xmlns:a16="http://schemas.microsoft.com/office/drawing/2014/main" id="{54A1D94D-338B-46D4-91E0-B93B899C1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0238" y="5267325"/>
            <a:ext cx="3683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300" b="1">
                <a:latin typeface="Arial" panose="020B0604020202020204" pitchFamily="34" charset="0"/>
              </a:rPr>
              <a:t>38</a:t>
            </a:r>
          </a:p>
        </p:txBody>
      </p:sp>
      <p:sp>
        <p:nvSpPr>
          <p:cNvPr id="50478" name="Line 305">
            <a:extLst>
              <a:ext uri="{FF2B5EF4-FFF2-40B4-BE49-F238E27FC236}">
                <a16:creationId xmlns:a16="http://schemas.microsoft.com/office/drawing/2014/main" id="{356B1BB2-9D3C-4FDB-BD7F-3E698160DE2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3819525"/>
            <a:ext cx="508000" cy="635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 type="none" w="sm" len="sm"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79" name="Arc 306">
            <a:extLst>
              <a:ext uri="{FF2B5EF4-FFF2-40B4-BE49-F238E27FC236}">
                <a16:creationId xmlns:a16="http://schemas.microsoft.com/office/drawing/2014/main" id="{BC1A166E-762F-4578-A04A-04330CB5282C}"/>
              </a:ext>
            </a:extLst>
          </p:cNvPr>
          <p:cNvSpPr>
            <a:spLocks/>
          </p:cNvSpPr>
          <p:nvPr/>
        </p:nvSpPr>
        <p:spPr bwMode="auto">
          <a:xfrm>
            <a:off x="10493375" y="5030788"/>
            <a:ext cx="304800" cy="990600"/>
          </a:xfrm>
          <a:custGeom>
            <a:avLst/>
            <a:gdLst>
              <a:gd name="T0" fmla="*/ 0 w 21599"/>
              <a:gd name="T1" fmla="*/ 2147483646 h 21600"/>
              <a:gd name="T2" fmla="*/ 2147483646 w 21599"/>
              <a:gd name="T3" fmla="*/ 0 h 21600"/>
              <a:gd name="T4" fmla="*/ 2147483646 w 21599"/>
              <a:gd name="T5" fmla="*/ 2147483646 h 21600"/>
              <a:gd name="T6" fmla="*/ 0 60000 65536"/>
              <a:gd name="T7" fmla="*/ 0 60000 65536"/>
              <a:gd name="T8" fmla="*/ 0 60000 65536"/>
              <a:gd name="T9" fmla="*/ 0 w 21599"/>
              <a:gd name="T10" fmla="*/ 0 h 21600"/>
              <a:gd name="T11" fmla="*/ 21599 w 21599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99" h="21600" fill="none" extrusionOk="0">
                <a:moveTo>
                  <a:pt x="-1" y="21426"/>
                </a:moveTo>
                <a:cubicBezTo>
                  <a:pt x="94" y="9609"/>
                  <a:pt x="9668" y="61"/>
                  <a:pt x="21487" y="0"/>
                </a:cubicBezTo>
              </a:path>
              <a:path w="21599" h="21600" stroke="0" extrusionOk="0">
                <a:moveTo>
                  <a:pt x="-1" y="21426"/>
                </a:moveTo>
                <a:cubicBezTo>
                  <a:pt x="94" y="9609"/>
                  <a:pt x="9668" y="61"/>
                  <a:pt x="21487" y="0"/>
                </a:cubicBezTo>
                <a:lnTo>
                  <a:pt x="21599" y="21600"/>
                </a:lnTo>
                <a:lnTo>
                  <a:pt x="-1" y="21426"/>
                </a:lnTo>
                <a:close/>
              </a:path>
            </a:pathLst>
          </a:custGeom>
          <a:noFill/>
          <a:ln w="19050" cap="rnd">
            <a:solidFill>
              <a:schemeClr val="tx1"/>
            </a:solidFill>
            <a:round/>
            <a:headEnd type="stealth" w="med" len="med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0480" name="Rectangle 130">
            <a:extLst>
              <a:ext uri="{FF2B5EF4-FFF2-40B4-BE49-F238E27FC236}">
                <a16:creationId xmlns:a16="http://schemas.microsoft.com/office/drawing/2014/main" id="{7D0C787B-B317-471F-BAE9-EF10903ED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0763" y="4467225"/>
            <a:ext cx="1393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Pagini de date</a:t>
            </a:r>
          </a:p>
        </p:txBody>
      </p:sp>
      <p:sp>
        <p:nvSpPr>
          <p:cNvPr id="50481" name="Rectangle 131">
            <a:extLst>
              <a:ext uri="{FF2B5EF4-FFF2-40B4-BE49-F238E27FC236}">
                <a16:creationId xmlns:a16="http://schemas.microsoft.com/office/drawing/2014/main" id="{9E940DCF-1CD8-465F-8113-E8FBE1F17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9288" y="4743450"/>
            <a:ext cx="21764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neinserate </a:t>
            </a:r>
            <a:r>
              <a:rPr lang="ro-RO" altLang="en-US" sz="1400" b="1">
                <a:latin typeface="Arial" panose="020B0604020202020204" pitchFamily="34" charset="0"/>
              </a:rPr>
              <a:t>î</a:t>
            </a:r>
            <a:r>
              <a:rPr lang="en-US" altLang="en-US" sz="1400" b="1">
                <a:latin typeface="Arial" panose="020B0604020202020204" pitchFamily="34" charset="0"/>
              </a:rPr>
              <a:t>n arbore B+</a:t>
            </a:r>
          </a:p>
        </p:txBody>
      </p:sp>
      <p:sp>
        <p:nvSpPr>
          <p:cNvPr id="307" name="Rectangle 2">
            <a:extLst>
              <a:ext uri="{FF2B5EF4-FFF2-40B4-BE49-F238E27FC236}">
                <a16:creationId xmlns:a16="http://schemas.microsoft.com/office/drawing/2014/main" id="{0424134D-2DDA-49CC-813C-A1FB25DA0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304800"/>
            <a:ext cx="9677400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i="1" kern="0" dirty="0"/>
              <a:t>Bulk Loading</a:t>
            </a:r>
            <a:endParaRPr lang="en-US" altLang="en-US" kern="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29BB10D-7FEF-4AC9-80C7-857831602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CB3114-5207-4E68-9676-2D0C4A446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649288"/>
            <a:ext cx="10439400" cy="646112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 err="1"/>
              <a:t>Sumar</a:t>
            </a:r>
            <a:r>
              <a:rPr lang="en-US" altLang="en-US" kern="0" dirty="0"/>
              <a:t> </a:t>
            </a:r>
            <a:r>
              <a:rPr lang="en-US" altLang="en-US" i="1" kern="0" dirty="0"/>
              <a:t>Bulk Loading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08C00C-2627-4A66-9C4A-CF3D5159F08B}"/>
              </a:ext>
            </a:extLst>
          </p:cNvPr>
          <p:cNvSpPr txBox="1">
            <a:spLocks noChangeArrowheads="1"/>
          </p:cNvSpPr>
          <p:nvPr/>
        </p:nvSpPr>
        <p:spPr>
          <a:xfrm>
            <a:off x="2667000" y="1951038"/>
            <a:ext cx="8686800" cy="42672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Op</a:t>
            </a:r>
            <a:r>
              <a:rPr lang="ro-RO" altLang="en-US" sz="2800" kern="0" dirty="0"/>
              <a:t>ț</a:t>
            </a:r>
            <a:r>
              <a:rPr lang="en-US" altLang="en-US" sz="2800" kern="0" dirty="0" err="1"/>
              <a:t>iune</a:t>
            </a:r>
            <a:r>
              <a:rPr lang="en-US" altLang="en-US" sz="2800" kern="0" dirty="0"/>
              <a:t> 1: </a:t>
            </a:r>
            <a:r>
              <a:rPr lang="en-US" altLang="en-US" sz="2800" kern="0" dirty="0" err="1"/>
              <a:t>inser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ri</a:t>
            </a:r>
            <a:r>
              <a:rPr lang="en-US" altLang="en-US" sz="2800" kern="0" dirty="0"/>
              <a:t> multiple.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Lent.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Frunzele</a:t>
            </a:r>
            <a:r>
              <a:rPr lang="en-US" altLang="en-US" sz="2400" kern="0" dirty="0"/>
              <a:t> nu sunt </a:t>
            </a:r>
            <a:r>
              <a:rPr lang="en-US" altLang="en-US" sz="2400" kern="0" dirty="0" err="1"/>
              <a:t>stocate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secven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ial</a:t>
            </a:r>
            <a:r>
              <a:rPr lang="en-US" altLang="en-US" sz="2400" kern="0" dirty="0"/>
              <a:t>.</a:t>
            </a:r>
          </a:p>
          <a:p>
            <a:pPr marL="457200" lvl="1" indent="0" eaLnBrk="1" hangingPunct="1">
              <a:buSzPct val="75000"/>
              <a:buFont typeface="Wingdings" panose="05000000000000000000" pitchFamily="2" charset="2"/>
              <a:buNone/>
              <a:defRPr/>
            </a:pPr>
            <a:endParaRPr lang="en-US" altLang="en-US" sz="2400" kern="0" dirty="0"/>
          </a:p>
          <a:p>
            <a:pPr eaLnBrk="1" hangingPunct="1">
              <a:defRPr/>
            </a:pPr>
            <a:r>
              <a:rPr lang="en-US" altLang="en-US" sz="2800" kern="0" dirty="0"/>
              <a:t> Op</a:t>
            </a:r>
            <a:r>
              <a:rPr lang="ro-RO" altLang="en-US" sz="2800" kern="0" dirty="0"/>
              <a:t>ț</a:t>
            </a:r>
            <a:r>
              <a:rPr lang="en-US" altLang="en-US" sz="2800" kern="0" dirty="0" err="1"/>
              <a:t>iune</a:t>
            </a:r>
            <a:r>
              <a:rPr lang="en-US" altLang="en-US" sz="2800" kern="0" dirty="0"/>
              <a:t> 2:</a:t>
            </a:r>
            <a:r>
              <a:rPr lang="en-US" altLang="en-US" sz="2800" i="1" kern="0" dirty="0"/>
              <a:t> </a:t>
            </a:r>
            <a:r>
              <a:rPr lang="en-US" altLang="en-US" sz="2800" i="1" u="sng" kern="0" dirty="0"/>
              <a:t>Bulk Loading</a:t>
            </a:r>
            <a:r>
              <a:rPr lang="en-US" altLang="en-US" sz="2800" i="1" kern="0" dirty="0"/>
              <a:t> </a:t>
            </a:r>
            <a:endParaRPr lang="en-US" altLang="en-US" sz="2800" kern="0" dirty="0"/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Indexul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poate</a:t>
            </a:r>
            <a:r>
              <a:rPr lang="en-US" altLang="en-US" sz="2400" kern="0" dirty="0"/>
              <a:t> fi </a:t>
            </a:r>
            <a:r>
              <a:rPr lang="en-US" altLang="en-US" sz="2400" kern="0" dirty="0" err="1"/>
              <a:t>utilizat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concurent</a:t>
            </a:r>
            <a:r>
              <a:rPr lang="en-US" altLang="en-US" sz="2400" kern="0" dirty="0"/>
              <a:t>.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Mai </a:t>
            </a:r>
            <a:r>
              <a:rPr lang="en-US" altLang="en-US" sz="2400" kern="0" dirty="0" err="1"/>
              <a:t>pu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ine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citiri</a:t>
            </a:r>
            <a:r>
              <a:rPr lang="en-US" altLang="en-US" sz="2400" kern="0" dirty="0"/>
              <a:t>/</a:t>
            </a:r>
            <a:r>
              <a:rPr lang="en-US" altLang="en-US" sz="2400" kern="0" dirty="0" err="1"/>
              <a:t>scrieri</a:t>
            </a:r>
            <a:r>
              <a:rPr lang="en-US" altLang="en-US" sz="2400" kern="0" dirty="0"/>
              <a:t> ( I/</a:t>
            </a:r>
            <a:r>
              <a:rPr lang="en-US" altLang="en-US" sz="2400" kern="0" dirty="0" err="1"/>
              <a:t>Os</a:t>
            </a:r>
            <a:r>
              <a:rPr lang="en-US" altLang="en-US" sz="2400" kern="0" dirty="0"/>
              <a:t>)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</a:t>
            </a:r>
            <a:r>
              <a:rPr lang="en-US" altLang="en-US" sz="2400" kern="0" dirty="0" err="1"/>
              <a:t>timpul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construc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iei</a:t>
            </a:r>
            <a:endParaRPr lang="en-US" altLang="en-US" sz="2400" kern="0" dirty="0"/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</a:t>
            </a:r>
            <a:r>
              <a:rPr lang="en-US" altLang="en-US" sz="2400" kern="0" dirty="0" err="1"/>
              <a:t>Frunzele</a:t>
            </a:r>
            <a:r>
              <a:rPr lang="en-US" altLang="en-US" sz="2400" kern="0" dirty="0"/>
              <a:t> sunt </a:t>
            </a:r>
            <a:r>
              <a:rPr lang="en-US" altLang="en-US" sz="2400" kern="0" dirty="0" err="1"/>
              <a:t>stocate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secven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ial</a:t>
            </a:r>
            <a:r>
              <a:rPr lang="en-US" altLang="en-US" sz="2400" kern="0" dirty="0"/>
              <a:t> (</a:t>
            </a:r>
            <a:r>
              <a:rPr lang="ro-RO" altLang="en-US" sz="2400" kern="0" dirty="0"/>
              <a:t>ș</a:t>
            </a:r>
            <a:r>
              <a:rPr lang="en-US" altLang="en-US" sz="2400" kern="0" dirty="0" err="1"/>
              <a:t>i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 err="1"/>
              <a:t>nl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n</a:t>
            </a:r>
            <a:r>
              <a:rPr lang="ro-RO" altLang="en-US" sz="2400" kern="0" dirty="0"/>
              <a:t>ț</a:t>
            </a:r>
            <a:r>
              <a:rPr lang="en-US" altLang="en-US" sz="2400" kern="0" dirty="0" err="1"/>
              <a:t>uite</a:t>
            </a:r>
            <a:r>
              <a:rPr lang="en-US" altLang="en-US" sz="2400" kern="0" dirty="0"/>
              <a:t>).</a:t>
            </a:r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Se </a:t>
            </a:r>
            <a:r>
              <a:rPr lang="en-US" altLang="en-US" sz="2400" kern="0" dirty="0" err="1"/>
              <a:t>poate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controla</a:t>
            </a:r>
            <a:r>
              <a:rPr lang="en-US" altLang="en-US" sz="2400" kern="0" dirty="0"/>
              <a:t> “</a:t>
            </a:r>
            <a:r>
              <a:rPr lang="en-US" altLang="en-US" sz="2400" kern="0" dirty="0" err="1"/>
              <a:t>gradul</a:t>
            </a:r>
            <a:r>
              <a:rPr lang="en-US" altLang="en-US" sz="2400" kern="0" dirty="0"/>
              <a:t> de </a:t>
            </a:r>
            <a:r>
              <a:rPr lang="en-US" altLang="en-US" sz="2400" kern="0" dirty="0" err="1"/>
              <a:t>umplere</a:t>
            </a:r>
            <a:r>
              <a:rPr lang="en-US" altLang="en-US" sz="2400" kern="0" dirty="0"/>
              <a:t>” a </a:t>
            </a:r>
            <a:r>
              <a:rPr lang="en-US" altLang="en-US" sz="2400" kern="0" dirty="0" err="1"/>
              <a:t>unei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pagini</a:t>
            </a:r>
            <a:endParaRPr lang="en-US" altLang="en-US" sz="2400" kern="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7DD0F097-C239-44DD-BEDF-75E0C76C46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8600"/>
            <a:ext cx="9144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Book Antiqua" panose="0204060205030503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Book Antiqua" panose="0204060205030503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Book Antiqua" panose="0204060205030503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Book Antiqua" panose="0204060205030503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40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18C2F8-B870-4450-BB95-E1B6A8422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38150"/>
            <a:ext cx="10515600" cy="646113"/>
          </a:xfrm>
          <a:prstGeom prst="rect">
            <a:avLst/>
          </a:prstGeom>
          <a:noFill/>
          <a:ln>
            <a:noFill/>
          </a:ln>
        </p:spPr>
        <p:txBody>
          <a:bodyPr anchor="b"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Book Antiqua" pitchFamily="18" charset="0"/>
              </a:defRPr>
            </a:lvl9pPr>
          </a:lstStyle>
          <a:p>
            <a:pPr eaLnBrk="1" hangingPunct="1">
              <a:defRPr/>
            </a:pPr>
            <a:r>
              <a:rPr lang="en-US" altLang="en-US" kern="0" dirty="0"/>
              <a:t>Arbore B+ Prefix (</a:t>
            </a:r>
            <a:r>
              <a:rPr lang="en-US" altLang="en-US" kern="0" dirty="0" err="1"/>
              <a:t>compresie</a:t>
            </a:r>
            <a:r>
              <a:rPr lang="en-US" altLang="en-US" kern="0" dirty="0"/>
              <a:t> de </a:t>
            </a:r>
            <a:r>
              <a:rPr lang="en-US" altLang="en-US" kern="0" dirty="0" err="1"/>
              <a:t>cheie</a:t>
            </a:r>
            <a:r>
              <a:rPr lang="en-US" altLang="en-US" kern="0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B1EBF0-C6DE-4A9F-81BA-AA32D9F23F45}"/>
              </a:ext>
            </a:extLst>
          </p:cNvPr>
          <p:cNvSpPr txBox="1">
            <a:spLocks noChangeArrowheads="1"/>
          </p:cNvSpPr>
          <p:nvPr/>
        </p:nvSpPr>
        <p:spPr>
          <a:xfrm>
            <a:off x="2590800" y="1752600"/>
            <a:ext cx="8839200" cy="45720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400">
                <a:solidFill>
                  <a:schemeClr val="tx2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•"/>
              <a:defRPr sz="2000">
                <a:solidFill>
                  <a:schemeClr val="tx2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5000"/>
              <a:buChar char="•"/>
              <a:defRPr sz="2000">
                <a:solidFill>
                  <a:schemeClr val="tx2"/>
                </a:solidFill>
                <a:latin typeface="+mn-lt"/>
              </a:defRPr>
            </a:lvl9pPr>
          </a:lstStyle>
          <a:p>
            <a:pPr eaLnBrk="1" hangingPunct="1">
              <a:defRPr/>
            </a:pPr>
            <a:r>
              <a:rPr lang="en-US" altLang="en-US" sz="2800" kern="0" dirty="0"/>
              <a:t> Conduce la </a:t>
            </a:r>
            <a:r>
              <a:rPr lang="en-US" altLang="en-US" sz="2800" kern="0" dirty="0" err="1"/>
              <a:t>cre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terea</a:t>
            </a:r>
            <a:r>
              <a:rPr lang="en-US" altLang="en-US" sz="2800" kern="0" dirty="0"/>
              <a:t> num</a:t>
            </a:r>
            <a:r>
              <a:rPr lang="ro-RO" altLang="en-US" sz="2800" kern="0" dirty="0"/>
              <a:t>ă</a:t>
            </a:r>
            <a:r>
              <a:rPr lang="en-US" altLang="en-US" sz="2800" kern="0" dirty="0" err="1"/>
              <a:t>rului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valori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stocate</a:t>
            </a:r>
            <a:r>
              <a:rPr lang="en-US" altLang="en-US" sz="2800" kern="0" dirty="0"/>
              <a:t> </a:t>
            </a:r>
            <a:r>
              <a:rPr lang="ro-RO" altLang="en-US" sz="2800" kern="0" dirty="0"/>
              <a:t>î</a:t>
            </a:r>
            <a:r>
              <a:rPr lang="en-US" altLang="en-US" sz="2800" kern="0" dirty="0" err="1"/>
              <a:t>ntr</a:t>
            </a:r>
            <a:r>
              <a:rPr lang="en-US" altLang="en-US" sz="2800" kern="0" dirty="0"/>
              <a:t>-un nod</a:t>
            </a:r>
          </a:p>
          <a:p>
            <a:pPr eaLnBrk="1" hangingPunct="1">
              <a:defRPr/>
            </a:pPr>
            <a:r>
              <a:rPr lang="en-US" altLang="en-US" sz="2800" kern="0" dirty="0"/>
              <a:t> </a:t>
            </a:r>
            <a:r>
              <a:rPr lang="en-US" altLang="en-US" sz="2800" kern="0" dirty="0" err="1"/>
              <a:t>Valorile</a:t>
            </a:r>
            <a:r>
              <a:rPr lang="en-US" altLang="en-US" sz="2800" kern="0" dirty="0"/>
              <a:t> din index sunt </a:t>
            </a:r>
            <a:r>
              <a:rPr lang="en-US" altLang="en-US" sz="2800" kern="0" dirty="0" err="1"/>
              <a:t>folosite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doar</a:t>
            </a:r>
            <a:r>
              <a:rPr lang="en-US" altLang="en-US" sz="2800" kern="0" dirty="0"/>
              <a:t> pentru a </a:t>
            </a:r>
            <a:r>
              <a:rPr lang="en-US" altLang="en-US" sz="2800" kern="0" dirty="0" err="1"/>
              <a:t>direc</a:t>
            </a:r>
            <a:r>
              <a:rPr lang="ro-RO" altLang="en-US" sz="2800" kern="0" dirty="0"/>
              <a:t>ț</a:t>
            </a:r>
            <a:r>
              <a:rPr lang="en-US" altLang="en-US" sz="2800" kern="0" dirty="0" err="1"/>
              <a:t>iona</a:t>
            </a:r>
            <a:r>
              <a:rPr lang="en-US" altLang="en-US" sz="2800" kern="0" dirty="0"/>
              <a:t> "</a:t>
            </a:r>
            <a:r>
              <a:rPr lang="en-US" altLang="en-US" sz="2800" kern="0" dirty="0" err="1"/>
              <a:t>traficul</a:t>
            </a:r>
            <a:r>
              <a:rPr lang="en-US" altLang="en-US" sz="2800" kern="0" dirty="0"/>
              <a:t>" </a:t>
            </a:r>
            <a:r>
              <a:rPr lang="en-US" altLang="en-US" sz="2800" kern="0" dirty="0" err="1"/>
              <a:t>compara</a:t>
            </a:r>
            <a:r>
              <a:rPr lang="ro-RO" altLang="en-US" sz="2800" kern="0" dirty="0"/>
              <a:t>ț</a:t>
            </a:r>
            <a:r>
              <a:rPr lang="en-US" altLang="en-US" sz="2800" kern="0" dirty="0" err="1"/>
              <a:t>iilor</a:t>
            </a:r>
            <a:r>
              <a:rPr lang="en-US" altLang="en-US" sz="2800" kern="0" dirty="0"/>
              <a:t>, 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i</a:t>
            </a:r>
            <a:r>
              <a:rPr lang="en-US" altLang="en-US" sz="2800" kern="0" dirty="0"/>
              <a:t> de </a:t>
            </a:r>
            <a:r>
              <a:rPr lang="en-US" altLang="en-US" sz="2800" kern="0" dirty="0" err="1"/>
              <a:t>aceea</a:t>
            </a:r>
            <a:r>
              <a:rPr lang="en-US" altLang="en-US" sz="2800" kern="0" dirty="0"/>
              <a:t> pot fi </a:t>
            </a:r>
            <a:r>
              <a:rPr lang="en-US" altLang="en-US" sz="2800" kern="0" dirty="0" err="1"/>
              <a:t>comprimate</a:t>
            </a:r>
            <a:endParaRPr lang="en-US" altLang="en-US" sz="2800" kern="0" dirty="0"/>
          </a:p>
          <a:p>
            <a:pPr marL="457200" lvl="1" indent="0" eaLnBrk="1" hangingPunct="1">
              <a:buSzPct val="75000"/>
              <a:defRPr/>
            </a:pPr>
            <a:r>
              <a:rPr lang="en-US" altLang="en-US" sz="2400" kern="0" dirty="0"/>
              <a:t> Ex. </a:t>
            </a:r>
            <a:r>
              <a:rPr lang="en-US" altLang="en-US" sz="2400" kern="0" dirty="0" err="1"/>
              <a:t>Dac</a:t>
            </a:r>
            <a:r>
              <a:rPr lang="ro-RO" altLang="en-US" sz="2400" kern="0" dirty="0"/>
              <a:t>ă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avem</a:t>
            </a:r>
            <a:r>
              <a:rPr lang="en-US" altLang="en-US" sz="2400" kern="0" dirty="0"/>
              <a:t> int</a:t>
            </a:r>
            <a:r>
              <a:rPr lang="ro-RO" altLang="en-US" sz="2400" kern="0" dirty="0" err="1"/>
              <a:t>ră</a:t>
            </a:r>
            <a:r>
              <a:rPr lang="en-US" altLang="en-US" sz="2400" kern="0" dirty="0" err="1"/>
              <a:t>ri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adiacente</a:t>
            </a:r>
            <a:r>
              <a:rPr lang="en-US" altLang="en-US" sz="2400" kern="0" dirty="0"/>
              <a:t> </a:t>
            </a:r>
            <a:r>
              <a:rPr lang="ro-RO" altLang="en-US" sz="2400" kern="0" dirty="0"/>
              <a:t>î</a:t>
            </a:r>
            <a:r>
              <a:rPr lang="en-US" altLang="en-US" sz="2400" kern="0" dirty="0"/>
              <a:t>n index cu </a:t>
            </a:r>
            <a:r>
              <a:rPr lang="en-US" altLang="en-US" sz="2400" kern="0" dirty="0" err="1"/>
              <a:t>urm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toarele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valori</a:t>
            </a:r>
            <a:r>
              <a:rPr lang="en-US" altLang="en-US" sz="2400" kern="0" dirty="0"/>
              <a:t> pentru </a:t>
            </a:r>
            <a:r>
              <a:rPr lang="en-US" altLang="en-US" sz="2400" kern="0" dirty="0" err="1"/>
              <a:t>cheia</a:t>
            </a:r>
            <a:r>
              <a:rPr lang="en-US" altLang="en-US" sz="2400" kern="0" dirty="0"/>
              <a:t> de c</a:t>
            </a:r>
            <a:r>
              <a:rPr lang="ro-RO" altLang="en-US" sz="2400" kern="0" dirty="0"/>
              <a:t>ă</a:t>
            </a:r>
            <a:r>
              <a:rPr lang="en-US" altLang="en-US" sz="2400" kern="0" dirty="0" err="1"/>
              <a:t>utare</a:t>
            </a:r>
            <a:r>
              <a:rPr lang="en-US" altLang="en-US" sz="2400" kern="0" dirty="0"/>
              <a:t> </a:t>
            </a:r>
            <a:r>
              <a:rPr lang="en-US" altLang="en-US" sz="2400" i="1" kern="0" dirty="0"/>
              <a:t>Dan Yogurt</a:t>
            </a:r>
            <a:r>
              <a:rPr lang="en-US" altLang="en-US" sz="2400" kern="0" dirty="0"/>
              <a:t>, </a:t>
            </a:r>
            <a:r>
              <a:rPr lang="en-US" altLang="en-US" sz="2400" i="1" kern="0" dirty="0"/>
              <a:t>David Smith </a:t>
            </a:r>
            <a:r>
              <a:rPr lang="ro-RO" altLang="en-US" sz="2400" kern="0" dirty="0"/>
              <a:t>ș</a:t>
            </a:r>
            <a:r>
              <a:rPr lang="en-US" altLang="en-US" sz="2400" kern="0" dirty="0" err="1"/>
              <a:t>i</a:t>
            </a:r>
            <a:r>
              <a:rPr lang="en-US" altLang="en-US" sz="2400" kern="0" dirty="0"/>
              <a:t> </a:t>
            </a:r>
            <a:r>
              <a:rPr lang="en-US" altLang="en-US" sz="2400" i="1" kern="0" dirty="0"/>
              <a:t>Demy Moore</a:t>
            </a:r>
            <a:r>
              <a:rPr lang="en-US" altLang="en-US" sz="2400" kern="0" dirty="0"/>
              <a:t>, </a:t>
            </a:r>
            <a:r>
              <a:rPr lang="en-US" altLang="en-US" sz="2400" kern="0" dirty="0" err="1"/>
              <a:t>putem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abrevia</a:t>
            </a:r>
            <a:r>
              <a:rPr lang="en-US" altLang="en-US" sz="2400" kern="0" dirty="0"/>
              <a:t> </a:t>
            </a:r>
            <a:r>
              <a:rPr lang="en-US" altLang="en-US" sz="2400" i="1" kern="0" dirty="0"/>
              <a:t>David</a:t>
            </a:r>
            <a:r>
              <a:rPr lang="en-US" altLang="en-US" sz="2400" kern="0" dirty="0"/>
              <a:t> </a:t>
            </a:r>
            <a:r>
              <a:rPr lang="en-US" altLang="en-US" sz="2400" i="1" kern="0" dirty="0"/>
              <a:t>Smith</a:t>
            </a:r>
            <a:r>
              <a:rPr lang="en-US" altLang="en-US" sz="2400" kern="0" dirty="0"/>
              <a:t> cu </a:t>
            </a:r>
            <a:r>
              <a:rPr lang="en-US" altLang="en-US" sz="2400" i="1" kern="0" dirty="0" err="1"/>
              <a:t>Dav</a:t>
            </a:r>
            <a:r>
              <a:rPr lang="en-US" altLang="en-US" sz="2400" kern="0" dirty="0"/>
              <a:t>.  (</a:t>
            </a:r>
            <a:r>
              <a:rPr lang="ro-RO" altLang="en-US" sz="2400" kern="0" dirty="0"/>
              <a:t>ș</a:t>
            </a:r>
            <a:r>
              <a:rPr lang="en-US" altLang="en-US" sz="2400" kern="0" dirty="0" err="1"/>
              <a:t>i</a:t>
            </a:r>
            <a:r>
              <a:rPr lang="en-US" altLang="en-US" sz="2400" kern="0" dirty="0"/>
              <a:t> de </a:t>
            </a:r>
            <a:r>
              <a:rPr lang="en-US" altLang="en-US" sz="2400" kern="0" dirty="0" err="1"/>
              <a:t>asemenea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celelelalte</a:t>
            </a:r>
            <a:r>
              <a:rPr lang="en-US" altLang="en-US" sz="2400" kern="0" dirty="0"/>
              <a:t> </a:t>
            </a:r>
            <a:r>
              <a:rPr lang="en-US" altLang="en-US" sz="2400" kern="0" dirty="0" err="1"/>
              <a:t>chei</a:t>
            </a:r>
            <a:r>
              <a:rPr lang="en-US" altLang="en-US" sz="2400" kern="0" dirty="0"/>
              <a:t> ...)</a:t>
            </a:r>
          </a:p>
          <a:p>
            <a:pPr eaLnBrk="1" hangingPunct="1">
              <a:defRPr/>
            </a:pPr>
            <a:r>
              <a:rPr lang="en-US" altLang="en-US" sz="2800" kern="0" dirty="0" err="1"/>
              <a:t>Inser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rile/</a:t>
            </a:r>
            <a:r>
              <a:rPr lang="ro-RO" altLang="en-US" sz="2800" kern="0" dirty="0"/>
              <a:t>ș</a:t>
            </a:r>
            <a:r>
              <a:rPr lang="en-US" altLang="en-US" sz="2800" kern="0" dirty="0" err="1"/>
              <a:t>tergerile</a:t>
            </a:r>
            <a:r>
              <a:rPr lang="en-US" altLang="en-US" sz="2800" kern="0" dirty="0"/>
              <a:t> se pot </a:t>
            </a:r>
            <a:r>
              <a:rPr lang="en-US" altLang="en-US" sz="2800" kern="0" dirty="0" err="1"/>
              <a:t>modifica</a:t>
            </a:r>
            <a:r>
              <a:rPr lang="en-US" altLang="en-US" sz="2800" kern="0" dirty="0"/>
              <a:t> </a:t>
            </a:r>
            <a:r>
              <a:rPr lang="en-US" altLang="en-US" sz="2800" kern="0" dirty="0" err="1"/>
              <a:t>corespunz</a:t>
            </a:r>
            <a:r>
              <a:rPr lang="ro-RO" altLang="en-US" sz="2800" kern="0" dirty="0"/>
              <a:t>ă</a:t>
            </a:r>
            <a:r>
              <a:rPr lang="en-US" altLang="en-US" sz="2800" kern="0" dirty="0"/>
              <a:t>tor.</a:t>
            </a:r>
          </a:p>
          <a:p>
            <a:pPr eaLnBrk="1" hangingPunct="1">
              <a:defRPr/>
            </a:pPr>
            <a:endParaRPr lang="en-US" altLang="en-US" sz="28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ld Stripes">
  <a:themeElements>
    <a:clrScheme name="Bold Stripes 2">
      <a:dk1>
        <a:srgbClr val="000000"/>
      </a:dk1>
      <a:lt1>
        <a:srgbClr val="EAEAEA"/>
      </a:lt1>
      <a:dk2>
        <a:srgbClr val="003366"/>
      </a:dk2>
      <a:lt2>
        <a:srgbClr val="EAEAEA"/>
      </a:lt2>
      <a:accent1>
        <a:srgbClr val="FFFFFF"/>
      </a:accent1>
      <a:accent2>
        <a:srgbClr val="DDDDDD"/>
      </a:accent2>
      <a:accent3>
        <a:srgbClr val="F3F3F3"/>
      </a:accent3>
      <a:accent4>
        <a:srgbClr val="000000"/>
      </a:accent4>
      <a:accent5>
        <a:srgbClr val="FFFFFF"/>
      </a:accent5>
      <a:accent6>
        <a:srgbClr val="C8C8C8"/>
      </a:accent6>
      <a:hlink>
        <a:srgbClr val="336699"/>
      </a:hlink>
      <a:folHlink>
        <a:srgbClr val="9A0000"/>
      </a:folHlink>
    </a:clrScheme>
    <a:fontScheme name="Bold Stripes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old Stripes 1">
        <a:dk1>
          <a:srgbClr val="356677"/>
        </a:dk1>
        <a:lt1>
          <a:srgbClr val="FFFFFF"/>
        </a:lt1>
        <a:dk2>
          <a:srgbClr val="3E798E"/>
        </a:dk2>
        <a:lt2>
          <a:srgbClr val="FFFFCC"/>
        </a:lt2>
        <a:accent1>
          <a:srgbClr val="7FA0B1"/>
        </a:accent1>
        <a:accent2>
          <a:srgbClr val="3A7184"/>
        </a:accent2>
        <a:accent3>
          <a:srgbClr val="AFBEC6"/>
        </a:accent3>
        <a:accent4>
          <a:srgbClr val="DADADA"/>
        </a:accent4>
        <a:accent5>
          <a:srgbClr val="C0CDD5"/>
        </a:accent5>
        <a:accent6>
          <a:srgbClr val="346677"/>
        </a:accent6>
        <a:hlink>
          <a:srgbClr val="FFBF0B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old Stripes 2">
        <a:dk1>
          <a:srgbClr val="000000"/>
        </a:dk1>
        <a:lt1>
          <a:srgbClr val="EAEAEA"/>
        </a:lt1>
        <a:dk2>
          <a:srgbClr val="003366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336699"/>
        </a:hlink>
        <a:folHlink>
          <a:srgbClr val="9A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3">
        <a:dk1>
          <a:srgbClr val="000000"/>
        </a:dk1>
        <a:lt1>
          <a:srgbClr val="EAEAEA"/>
        </a:lt1>
        <a:dk2>
          <a:srgbClr val="000000"/>
        </a:dk2>
        <a:lt2>
          <a:srgbClr val="EAEAEA"/>
        </a:lt2>
        <a:accent1>
          <a:srgbClr val="FFFFFF"/>
        </a:accent1>
        <a:accent2>
          <a:srgbClr val="DDDDDD"/>
        </a:accent2>
        <a:accent3>
          <a:srgbClr val="F3F3F3"/>
        </a:accent3>
        <a:accent4>
          <a:srgbClr val="000000"/>
        </a:accent4>
        <a:accent5>
          <a:srgbClr val="FFFFFF"/>
        </a:accent5>
        <a:accent6>
          <a:srgbClr val="C8C8C8"/>
        </a:accent6>
        <a:hlink>
          <a:srgbClr val="77777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old Stripes 4">
        <a:dk1>
          <a:srgbClr val="492417"/>
        </a:dk1>
        <a:lt1>
          <a:srgbClr val="D4D5C3"/>
        </a:lt1>
        <a:dk2>
          <a:srgbClr val="6E4900"/>
        </a:dk2>
        <a:lt2>
          <a:srgbClr val="B9BA9C"/>
        </a:lt2>
        <a:accent1>
          <a:srgbClr val="DBD8CF"/>
        </a:accent1>
        <a:accent2>
          <a:srgbClr val="C7C8B0"/>
        </a:accent2>
        <a:accent3>
          <a:srgbClr val="E6E7DE"/>
        </a:accent3>
        <a:accent4>
          <a:srgbClr val="3D1D12"/>
        </a:accent4>
        <a:accent5>
          <a:srgbClr val="EAE9E4"/>
        </a:accent5>
        <a:accent6>
          <a:srgbClr val="B4B59F"/>
        </a:accent6>
        <a:hlink>
          <a:srgbClr val="CC990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C806042CA7DD42833D252FEF2A59B5" ma:contentTypeVersion="0" ma:contentTypeDescription="Create a new document." ma:contentTypeScope="" ma:versionID="496b7bbd6d38f9c8cd445de29e24a3d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06CCAD-9ED0-49EA-83E8-0263885F856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30CCCC1-A493-489D-9AE1-B79895D4CB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FC27499-39A5-4EE6-834F-423321C73CD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Designs\Bold Stripes.pot</Template>
  <TotalTime>404</TotalTime>
  <Words>4142</Words>
  <Application>Microsoft Office PowerPoint</Application>
  <PresentationFormat>Widescreen</PresentationFormat>
  <Paragraphs>1260</Paragraphs>
  <Slides>53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3" baseType="lpstr">
      <vt:lpstr>Arial</vt:lpstr>
      <vt:lpstr>Book Antiqua</vt:lpstr>
      <vt:lpstr>BookmanOldStyle</vt:lpstr>
      <vt:lpstr>Calibri</vt:lpstr>
      <vt:lpstr>Monotype Sorts</vt:lpstr>
      <vt:lpstr>Symbol</vt:lpstr>
      <vt:lpstr>Times New Roman</vt:lpstr>
      <vt:lpstr>Verdana</vt:lpstr>
      <vt:lpstr>Wingdings</vt:lpstr>
      <vt:lpstr>Bold Stripes</vt:lpstr>
      <vt:lpstr>8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Atreides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Suciu</dc:creator>
  <cp:lastModifiedBy>GEORGIAN-CĂTĂLIN DANIȘ</cp:lastModifiedBy>
  <cp:revision>1042</cp:revision>
  <cp:lastPrinted>1601-01-01T00:00:00Z</cp:lastPrinted>
  <dcterms:created xsi:type="dcterms:W3CDTF">2004-02-22T11:33:27Z</dcterms:created>
  <dcterms:modified xsi:type="dcterms:W3CDTF">2026-05-24T11:47:03Z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0x010100C3C806042CA7DD42833D252FEF2A59B5</vt:lpwstr>
  </property>
</Properties>
</file>