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1" r:id="rId6"/>
    <p:sldId id="260" r:id="rId7"/>
    <p:sldId id="259" r:id="rId8"/>
    <p:sldId id="266" r:id="rId9"/>
    <p:sldId id="265" r:id="rId10"/>
    <p:sldId id="264" r:id="rId11"/>
    <p:sldId id="263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B94DA-5FEB-4A1E-BE89-F3797EA62966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ABC70-5EAF-4781-BC64-F49D816A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1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ABC70-5EAF-4781-BC64-F49D816A81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2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6DB7-86BE-4A0C-1B70-3A7F0A374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4FDE3-A571-8884-5E4C-21012CD16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9C5F-CF55-0C99-0811-A6CFC596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E3D82-1F15-0AFB-4472-C04BBA3A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1822B-CA0C-F00A-39B9-69E50656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066A-62C3-84DD-2315-998683E0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57C29-61E7-8322-BD40-B064F2EC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91273-F527-3C81-3DCC-0851DF60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DB61C-309A-6861-0C9A-06DCEF20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30DE5-C4AA-81E3-5707-FB5411D6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8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7944-27C1-1386-9A4F-62CCFD00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2C012-56D4-88C0-6B27-EAECC4223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AB8BC-BB1D-DC7B-2DD9-662B4D55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6973E-B068-88E9-4CA5-5BD3F259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0C14-8E40-272B-ACA9-27D9E6E1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2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69D6-08A8-E81C-24F7-82CAC610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94D4-FE6C-4A2D-2BBD-655DCE2B3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19FEC-9358-EC13-19AA-AF651AC93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3BC1-6A86-5BC9-C14B-6DE389CD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53884-2DEC-F825-F5CD-D143A34C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414BF-5557-400C-2511-62A626DC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7AD0-CE77-938E-F1C3-A209ED65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5A68F-2E75-367B-2320-2F98581F1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FF24C-2B33-420A-4D0E-235DC5AEF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871A5-9761-7E95-6DF9-2855EB7C3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85DC6-8037-82C2-C4BB-6987CA258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0997A-E6FD-4E7E-B8EE-05B1760A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F2CD6-0F66-E073-8BC2-0412CC4A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71453-2017-3942-5C3E-D40376EF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1518-3955-CA73-0748-ACDDB13F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45DEA-C81C-788F-7D8E-8DC8E212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6FCC2-8876-7294-6AF1-A24BC85F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C9CFF-CD74-F0B4-B7A3-B91753CC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3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6CAE1-B53A-DD83-3DF6-7CEFAC70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A6E4E-0182-CD65-B8C8-BF745990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8A4D2-2F35-284B-592B-DEB9A908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1F1B5-0B68-CE81-C248-2AA7B8F9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B791-A476-D6B3-A205-24630B467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DB40E-1A8E-9EBA-1E75-86D2E59B0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C3F80-4382-5DA9-4B1B-6B45482E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1CD2F-13CD-32A0-BEB2-9CE5DBBE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7394C-DBA8-E2C1-8367-3E676380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0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8F5B-44DD-4D17-6649-5C418E24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AD521-0235-B047-5693-BB44AC03F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BCF6A-C10A-9246-432D-9205AAEC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9CB3D-DD05-E4B1-ED39-5510766A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BEF1E-EE94-964B-6684-F6C19BBC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E8D75-9D67-B758-91A6-EF992B5A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0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FED4-9ECD-0162-2BAB-A7EAC442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5EDC9-8E09-701D-5DD0-5997846B3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B12C5-26F6-29E1-FD66-4833BD0D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BF2A9-BCBF-BD20-FC29-614DF439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67BD1-4FCB-67C2-870F-5159CD8E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BF6A4-9054-0E2A-AE6F-B6FE8325E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7F2FD-7DDD-9BEA-1DD7-C4BEFD466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E274-600A-5FAD-7927-21BCFA34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9AEE-1E92-12C5-0B02-6ED4B238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302E8-28DF-17AA-7555-F2B4B8CA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6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3B4B5-E1F1-7A02-7B25-83DA0A7D6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A259F-C70B-8515-A6B6-CBCBA9C53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71CD-59ED-77CF-9F37-D283173F7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13D4C-17C5-433D-A625-30043D9473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77A2A-2DDA-F767-E620-1E49DFEDA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80B40-4642-766B-9E3F-B57D847C6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6C9B9-9CE5-42D1-8639-0C6ED7611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8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39D42D-7947-A520-AD98-1F8C1F3C1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0"/>
            <a:ext cx="12192000" cy="683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2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5FCFDD-A885-98C7-8744-7F3234053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2"/>
            <a:ext cx="12192000" cy="680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8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3CE07-4C48-388E-3AAD-61AFAE1B5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2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2702-5EDE-A404-FD2E-0A02E0DD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02407-2BBE-14B8-CC34-ECEBDC86B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7"/>
            <a:ext cx="12192000" cy="68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36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2DB3-19F4-99CB-98B3-EB0EBE34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C832D-0637-3D05-343D-F82B214EB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"/>
            <a:ext cx="12192000" cy="685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DABD-F65A-ACA7-75AE-0C0FA5D7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E1E25-314C-FD8B-ACF4-3F591491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5"/>
            <a:ext cx="12192000" cy="684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53A2-A331-875A-127A-2C56D3A1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FC0B3-4758-965E-E511-40ECEC34E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4"/>
            <a:ext cx="12192000" cy="684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1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E531-1997-69D1-D426-52242A0F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E37B0-1D69-EA86-EF1A-D1F3EF42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6"/>
            <a:ext cx="12192000" cy="684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45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4923-49BE-DCEB-0BD0-71F6D726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62121-F4C0-8012-AACB-A976BE653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7"/>
            <a:ext cx="12192000" cy="68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9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8752-64A5-15A3-81FA-AE09C504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D1F09-740F-A192-E4F3-70B2B198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"/>
            <a:ext cx="12192000" cy="685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37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6C22-7C72-9930-BA43-970AEF0F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B1CAD-3DF6-0551-767C-9A626FA3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9"/>
            <a:ext cx="12192000" cy="684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8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FF85C-6B52-177D-8915-975B2E263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1"/>
            <a:ext cx="12192000" cy="684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3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CCF9-B442-5F49-52FB-35C01C4E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DEC62-7826-F2B5-8C7C-8D4387D71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0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Widescreen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MARIUS-ȘTEFAN MIHEȚ</dc:creator>
  <cp:lastModifiedBy>MARIUS-ȘTEFAN MIHEȚ</cp:lastModifiedBy>
  <cp:revision>2</cp:revision>
  <dcterms:created xsi:type="dcterms:W3CDTF">2025-05-23T09:15:04Z</dcterms:created>
  <dcterms:modified xsi:type="dcterms:W3CDTF">2025-05-23T09:20:03Z</dcterms:modified>
</cp:coreProperties>
</file>