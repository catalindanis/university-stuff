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00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3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94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2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6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337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132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3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9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hat.openai.com/" TargetMode="External"/><Relationship Id="rId3" Type="http://schemas.openxmlformats.org/officeDocument/2006/relationships/hyperlink" Target="https://gutenberg.ro/ro/4-metode-interactive-de-predare-online/" TargetMode="External"/><Relationship Id="rId7" Type="http://schemas.openxmlformats.org/officeDocument/2006/relationships/hyperlink" Target="https://edict.ro/studiu-comparativ-intre-metodele-traditionale-si-moderne-utilizate-in-procesul-de-predare-invatare/" TargetMode="External"/><Relationship Id="rId2" Type="http://schemas.openxmlformats.org/officeDocument/2006/relationships/hyperlink" Target="https://edict.ro/strategii-didactice-definitii-delimitari-conceptual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teach.ro/experientedidactice/metode-interactive-utilizate-in-cadrul-orelor-de-limba-si-literatura-romana" TargetMode="External"/><Relationship Id="rId5" Type="http://schemas.openxmlformats.org/officeDocument/2006/relationships/hyperlink" Target="https://edict.ro/metode-si-tehnici-interactive-de-predare/" TargetMode="External"/><Relationship Id="rId4" Type="http://schemas.openxmlformats.org/officeDocument/2006/relationships/hyperlink" Target="https://teleskop.ro/resurse-utile/concepte/strategii-didactice-inovative" TargetMode="External"/><Relationship Id="rId9" Type="http://schemas.openxmlformats.org/officeDocument/2006/relationships/hyperlink" Target="http://www.google.com/search/uaSnjdsW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6A727CE-538E-E716-3577-BD8797AE2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7698"/>
            <a:ext cx="9144000" cy="2820573"/>
          </a:xfrm>
        </p:spPr>
        <p:txBody>
          <a:bodyPr>
            <a:normAutofit fontScale="90000"/>
          </a:bodyPr>
          <a:lstStyle/>
          <a:p>
            <a:pPr algn="ctr"/>
            <a:r>
              <a:rPr lang="ro-RO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Strategii didactice Proiectarea activității didactice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238BC97-FA83-5AE1-FE7F-E27450013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481967"/>
            <a:ext cx="4054288" cy="1069144"/>
          </a:xfrm>
        </p:spPr>
        <p:txBody>
          <a:bodyPr>
            <a:normAutofit/>
          </a:bodyPr>
          <a:lstStyle/>
          <a:p>
            <a:pPr algn="ctr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Mintar Dinu-Dragoș</a:t>
            </a:r>
          </a:p>
          <a:p>
            <a:pPr algn="ctr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Miheț Marius-Ștefan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 Georgian Cătălin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6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E064B00-1B6A-FE20-5E4E-F846D662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4D6CAF7-1410-9611-F1E4-77686824D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86584"/>
            <a:ext cx="10058400" cy="3931920"/>
          </a:xfrm>
        </p:spPr>
        <p:txBody>
          <a:bodyPr/>
          <a:lstStyle/>
          <a:p>
            <a:pPr marL="0" indent="0" algn="just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ansamblul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desfășoară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predare-învățare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urmăresc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adaptându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particularitățile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potrivite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reușita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mod logic,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08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A15B857-9D45-E928-37D9-82E5A9E8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 strategiilor didactice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031D1AA-EFD0-9E0A-26F9-915888585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32888"/>
            <a:ext cx="10058400" cy="2459736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tradiționale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mijloacele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tradiționale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 accent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promovează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descoperire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 pot fi,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predominant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desfășurarea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175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3506013-354B-6477-17DA-52F50CD5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strategii tradiționale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249993A-3899-F9FD-AF8C-BAB2334E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15184"/>
            <a:ext cx="10058400" cy="2075688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Expunerea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conversația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dirijată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tradiționale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elev. 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permițând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înțeleagă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noțiunile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deosebit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teoretice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11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84CF794-68C1-94DB-3C4F-B99357BC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strategii moderne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1CF2387-14E4-115A-07AE-1C30E156F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04872"/>
            <a:ext cx="10058400" cy="3931920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descoperire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pun accent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încurajează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ipoteze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găsească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dezvoltându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responsabilitatea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gândirea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accentul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facilitator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cunoașterii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57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95564BB-AE5D-5B2C-8854-631BD64E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Strategii mixte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AC434A4-5F54-F347-AA75-722619B9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83486"/>
            <a:ext cx="10058400" cy="3931920"/>
          </a:xfrm>
        </p:spPr>
        <p:txBody>
          <a:bodyPr/>
          <a:lstStyle/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tradiționale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valorificând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experiența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potențialul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 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adaptează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desfășurare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flexibilă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echilibru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dirijarea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favorizând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responsabilitatea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termen lung.</a:t>
            </a:r>
          </a:p>
        </p:txBody>
      </p:sp>
    </p:spTree>
    <p:extLst>
      <p:ext uri="{BB962C8B-B14F-4D97-AF65-F5344CB8AC3E}">
        <p14:creationId xmlns:p14="http://schemas.microsoft.com/office/powerpoint/2010/main" val="268948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4D057E6-4340-794E-03DA-77AB36D5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Rolul profesorului în alegerea strategiei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71A5450-780B-566B-C6FB-2AB2A87EB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14600"/>
            <a:ext cx="10058400" cy="2240280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 al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coordonează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cunoască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particularitățile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lor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vârstă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stilurile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nepotrivite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diminua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manifeste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flexibilitate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capacitate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susțină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real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38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E8E5C28-49BE-420A-7D15-86640DCE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Conceptul de proiectare didactică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9C2EB20-4F23-2F9C-7D8B-197F7EC7A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93799"/>
            <a:ext cx="10058400" cy="2350008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anticipare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predare-învățare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stabilește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conținuturile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Este 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pregătirea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desfășurarea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educative.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coerență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permițând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gestioneze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ritmul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5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65E8BBF-D977-9ABD-6E2C-2AA62699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Etapele proiectării didactice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AD69B50-5648-D561-7A79-B14573387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59736"/>
            <a:ext cx="10058400" cy="2907792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presupune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Prima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conținuturilor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adecvate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favorizeze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ocupă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planificarea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modalităților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desfășurare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05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1380243-D162-CA08-7BB7-44DAF65A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Obiectivele educaționale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F39F4CA-21A1-0C04-CB5C-0E2F36710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scopurile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dorește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împreună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măsurabil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recunoscut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taxonomia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Ce este mai exact taxonomia lui Bloom?">
            <a:extLst>
              <a:ext uri="{FF2B5EF4-FFF2-40B4-BE49-F238E27FC236}">
                <a16:creationId xmlns:a16="http://schemas.microsoft.com/office/drawing/2014/main" id="{EB8FA68F-8B35-F005-C8DF-97673EEFF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280" y="3927348"/>
            <a:ext cx="3139440" cy="235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455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2C03A4A-71A3-7195-BB25-53824899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Conținutul activității didactice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5DADDA1-8B07-8570-9AC8-7D861AF45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64308"/>
            <a:ext cx="10058400" cy="1929384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acestuia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face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cerințele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curriculumului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fi relevant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accesibil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Conținutul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dificultate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asimilarea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treptată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42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7A53599-CE36-5D60-BABE-F2B8DF63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didactice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78F67E8-1FDA-87D8-B4EF-91171FA3C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59736"/>
            <a:ext cx="10058400" cy="2029968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reprezintă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realizează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cărora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dobândesc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problematizarea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conversația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mod specific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context,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precum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8540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A7823AB-8399-0730-1BCC-5263352A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Mijloace de învățământ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73CFB0B-CF00-49E1-A8BB-29059B78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55164"/>
            <a:ext cx="10058400" cy="1947672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Mijloacele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sprijină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predare-învățare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asimilarea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mijloace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prezentările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vizualizarea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făcând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93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9B84683-678B-49BD-27B7-12727688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 de organizare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BD31947-9051-ED25-73E5-FE748E3EC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02943"/>
            <a:ext cx="10058400" cy="2340864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 fi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frontală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grupuri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responsabilitatea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Diversificarea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motivația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menținându-i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19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0016544-B302-CC50-FF9E-8C447460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Evaluarea activității didactice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D80C461-03CB-9999-13F0-DABC9ECC6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32888"/>
            <a:ext cx="10058400" cy="2212848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asupra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asupra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portofolii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autoevaluare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valoroase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permit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0091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4C0F73-B329-0D61-E1B1-E105A30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Integrarea tehnologiei în strategii didactice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86ED460-BE31-C941-88D3-CD629371A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41448"/>
            <a:ext cx="10058400" cy="1975104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fac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evaluării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Digitalizarea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esențiale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secolului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XXI, precum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gândirea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abilitatea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echipă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34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BC19FB-815A-7FD3-CF5F-2C34A07A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aplicații practice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0AB8B36-053C-A320-6716-0FE76175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didactic: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Protejarea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gândire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Desfășurare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documenta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despre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protecția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cercetarea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discuțiile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creativitatea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final,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creează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prezentări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sintetizând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colegilor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consolidând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cunoștințele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practice.</a:t>
            </a:r>
          </a:p>
        </p:txBody>
      </p:sp>
    </p:spTree>
    <p:extLst>
      <p:ext uri="{BB962C8B-B14F-4D97-AF65-F5344CB8AC3E}">
        <p14:creationId xmlns:p14="http://schemas.microsoft.com/office/powerpoint/2010/main" val="91706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2785C75-701B-0CF8-091A-72A2D2C1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F763D43-5077-4F69-F623-5402B7F8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04288"/>
            <a:ext cx="10058400" cy="2340864"/>
          </a:xfrm>
        </p:spPr>
        <p:txBody>
          <a:bodyPr/>
          <a:lstStyle/>
          <a:p>
            <a:pPr marL="0" indent="0">
              <a:buNone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didactice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semnificativ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calității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educațional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stimulând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riguroasă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coerență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adaptabilitate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permițând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gestioneze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răspundă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context,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învățării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696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0C05FE-464D-A843-B7DF-0765BCC9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48D19-FDC9-FAA5-A3B5-6713C484EE6B}"/>
              </a:ext>
            </a:extLst>
          </p:cNvPr>
          <p:cNvSpPr txBox="1"/>
          <p:nvPr/>
        </p:nvSpPr>
        <p:spPr>
          <a:xfrm>
            <a:off x="1066800" y="2069058"/>
            <a:ext cx="99303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https://edict.ro/strategii-didactice-definitii-delimitari-conceptuale/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https://gutenberg.ro/ro/4-metode-interactive-de-predare-online/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https://teleskop.ro/resurse-utile/concepte/strategii-didactice-inovative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https://edict.ro/metode-si-tehnici-interactive-de-predare/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https://iteach.ro/experientedidactice/metode-interactive-utilizate-in-cadrul-orelor-de-limba-si-literatura-romana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https://edict.ro/studiu-comparativ-intre-metodele-traditionale-si-moderne-utilizate-in-procesul-de-predare-invatare/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www.chat.openai.com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www.google.com/search/uaSnjdsW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78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D3F32B7-6128-786B-ECBF-259A528B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81139"/>
            <a:ext cx="12192000" cy="729574"/>
          </a:xfrm>
        </p:spPr>
        <p:txBody>
          <a:bodyPr>
            <a:normAutofit fontScale="90000"/>
          </a:bodyPr>
          <a:lstStyle/>
          <a:p>
            <a:pPr algn="ctr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MULȚUMIM</a:t>
            </a:r>
            <a:b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ATENȚIE!</a:t>
            </a:r>
          </a:p>
        </p:txBody>
      </p:sp>
    </p:spTree>
    <p:extLst>
      <p:ext uri="{BB962C8B-B14F-4D97-AF65-F5344CB8AC3E}">
        <p14:creationId xmlns:p14="http://schemas.microsoft.com/office/powerpoint/2010/main" val="1589555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66</TotalTime>
  <Words>1528</Words>
  <Application>Microsoft Office PowerPoint</Application>
  <PresentationFormat>Widescreen</PresentationFormat>
  <Paragraphs>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Century Gothic</vt:lpstr>
      <vt:lpstr>Garamond</vt:lpstr>
      <vt:lpstr>Times New Roman</vt:lpstr>
      <vt:lpstr>Savon</vt:lpstr>
      <vt:lpstr>Strategii didactice Proiectarea activității didactice</vt:lpstr>
      <vt:lpstr>Introducere</vt:lpstr>
      <vt:lpstr>Clasificarea strategiilor didactice</vt:lpstr>
      <vt:lpstr>Exemple de strategii tradiționale</vt:lpstr>
      <vt:lpstr>Exemple de strategii moderne</vt:lpstr>
      <vt:lpstr>Strategii mixte</vt:lpstr>
      <vt:lpstr>Rolul profesorului în alegerea strategiei</vt:lpstr>
      <vt:lpstr>Conceptul de proiectare didactică</vt:lpstr>
      <vt:lpstr>Etapele proiectării didactice</vt:lpstr>
      <vt:lpstr>Obiectivele educaționale</vt:lpstr>
      <vt:lpstr>Conținutul activității didactice</vt:lpstr>
      <vt:lpstr>Metode didactice</vt:lpstr>
      <vt:lpstr>Mijloace de învățământ</vt:lpstr>
      <vt:lpstr>Forme de organizare</vt:lpstr>
      <vt:lpstr>Evaluarea activității didactice</vt:lpstr>
      <vt:lpstr>Integrarea tehnologiei în strategii didactice</vt:lpstr>
      <vt:lpstr>Exemple de aplicații practice</vt:lpstr>
      <vt:lpstr>Concluzii</vt:lpstr>
      <vt:lpstr>Bibliografie</vt:lpstr>
      <vt:lpstr>MULȚUMIM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Mintar Dragos</dc:creator>
  <cp:lastModifiedBy>Marius Stefan Mihet</cp:lastModifiedBy>
  <cp:revision>7</cp:revision>
  <dcterms:created xsi:type="dcterms:W3CDTF">2025-11-06T14:30:03Z</dcterms:created>
  <dcterms:modified xsi:type="dcterms:W3CDTF">2025-11-10T10:41:57Z</dcterms:modified>
</cp:coreProperties>
</file>